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27"/>
  </p:notesMasterIdLst>
  <p:handoutMasterIdLst>
    <p:handoutMasterId r:id="rId28"/>
  </p:handoutMasterIdLst>
  <p:sldIdLst>
    <p:sldId id="934" r:id="rId2"/>
    <p:sldId id="1318" r:id="rId3"/>
    <p:sldId id="1319" r:id="rId4"/>
    <p:sldId id="1320" r:id="rId5"/>
    <p:sldId id="1322" r:id="rId6"/>
    <p:sldId id="1323" r:id="rId7"/>
    <p:sldId id="1324" r:id="rId8"/>
    <p:sldId id="1326" r:id="rId9"/>
    <p:sldId id="1327" r:id="rId10"/>
    <p:sldId id="1329" r:id="rId11"/>
    <p:sldId id="1330" r:id="rId12"/>
    <p:sldId id="1328" r:id="rId13"/>
    <p:sldId id="1331" r:id="rId14"/>
    <p:sldId id="1332" r:id="rId15"/>
    <p:sldId id="1333" r:id="rId16"/>
    <p:sldId id="1334" r:id="rId17"/>
    <p:sldId id="1335" r:id="rId18"/>
    <p:sldId id="1337" r:id="rId19"/>
    <p:sldId id="1338" r:id="rId20"/>
    <p:sldId id="1339" r:id="rId21"/>
    <p:sldId id="1340" r:id="rId22"/>
    <p:sldId id="1341" r:id="rId23"/>
    <p:sldId id="1343" r:id="rId24"/>
    <p:sldId id="1344" r:id="rId25"/>
    <p:sldId id="1342" r:id="rId26"/>
  </p:sldIdLst>
  <p:sldSz cx="9144000" cy="6858000" type="screen4x3"/>
  <p:notesSz cx="6742113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4F81BD"/>
    <a:srgbClr val="55759C"/>
    <a:srgbClr val="0000FF"/>
    <a:srgbClr val="E9EDF4"/>
    <a:srgbClr val="FFC000"/>
    <a:srgbClr val="FF9900"/>
    <a:srgbClr val="595959"/>
    <a:srgbClr val="BCBCBC"/>
    <a:srgbClr val="61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4" autoAdjust="0"/>
    <p:restoredTop sz="92852" autoAdjust="0"/>
  </p:normalViewPr>
  <p:slideViewPr>
    <p:cSldViewPr snapToObjects="1">
      <p:cViewPr varScale="1">
        <p:scale>
          <a:sx n="91" d="100"/>
          <a:sy n="91" d="100"/>
        </p:scale>
        <p:origin x="581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1" d="100"/>
          <a:sy n="101" d="100"/>
        </p:scale>
        <p:origin x="-3018" y="-90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27EE36-0C66-404B-8F17-0555DC3C06B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DB28F69-1D23-41C4-809C-F4A21653949A}">
      <dgm:prSet phldrT="[텍스트]" custT="1"/>
      <dgm:spPr/>
      <dgm:t>
        <a:bodyPr/>
        <a:lstStyle/>
        <a:p>
          <a:pPr latinLnBrk="1"/>
          <a:r>
            <a:rPr lang="en-US" altLang="ko-KR" sz="1800" dirty="0"/>
            <a:t>Supervised </a:t>
          </a:r>
        </a:p>
        <a:p>
          <a:pPr latinLnBrk="1"/>
          <a:r>
            <a:rPr lang="en-US" altLang="ko-KR" sz="1800" dirty="0"/>
            <a:t>learning</a:t>
          </a:r>
          <a:endParaRPr lang="ko-KR" altLang="en-US" sz="1800" dirty="0"/>
        </a:p>
      </dgm:t>
    </dgm:pt>
    <dgm:pt modelId="{5B7E33E1-3CB9-4D90-9AA8-1C06B3D2EDE0}" type="parTrans" cxnId="{F5B70E2D-01D3-4F41-86D6-6BC84EB0C8BF}">
      <dgm:prSet/>
      <dgm:spPr/>
      <dgm:t>
        <a:bodyPr/>
        <a:lstStyle/>
        <a:p>
          <a:pPr latinLnBrk="1"/>
          <a:endParaRPr lang="ko-KR" altLang="en-US" sz="2400"/>
        </a:p>
      </dgm:t>
    </dgm:pt>
    <dgm:pt modelId="{4F12C8EB-14ED-40CC-AE2D-C83C8328FF10}" type="sibTrans" cxnId="{F5B70E2D-01D3-4F41-86D6-6BC84EB0C8BF}">
      <dgm:prSet custT="1"/>
      <dgm:spPr/>
      <dgm:t>
        <a:bodyPr/>
        <a:lstStyle/>
        <a:p>
          <a:pPr latinLnBrk="1"/>
          <a:endParaRPr lang="ko-KR" altLang="en-US" sz="2400"/>
        </a:p>
      </dgm:t>
    </dgm:pt>
    <dgm:pt modelId="{B125F225-1035-49E9-925C-0A8B6725C825}">
      <dgm:prSet phldrT="[텍스트]" custT="1"/>
      <dgm:spPr/>
      <dgm:t>
        <a:bodyPr/>
        <a:lstStyle/>
        <a:p>
          <a:pPr latinLnBrk="1"/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Requires expensive labeling cost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gm:t>
    </dgm:pt>
    <dgm:pt modelId="{43770D05-10A6-455E-9F61-CE258A1BD53D}" type="parTrans" cxnId="{9AA7E8F8-1C20-460A-9B77-3EAB8420E16A}">
      <dgm:prSet/>
      <dgm:spPr/>
      <dgm:t>
        <a:bodyPr/>
        <a:lstStyle/>
        <a:p>
          <a:pPr latinLnBrk="1"/>
          <a:endParaRPr lang="ko-KR" altLang="en-US" sz="2400"/>
        </a:p>
      </dgm:t>
    </dgm:pt>
    <dgm:pt modelId="{095B95A1-CDE6-4205-A2F5-68C87F9B295F}" type="sibTrans" cxnId="{9AA7E8F8-1C20-460A-9B77-3EAB8420E16A}">
      <dgm:prSet custT="1"/>
      <dgm:spPr/>
      <dgm:t>
        <a:bodyPr/>
        <a:lstStyle/>
        <a:p>
          <a:pPr latinLnBrk="1"/>
          <a:endParaRPr lang="ko-KR" altLang="en-US" sz="2400"/>
        </a:p>
      </dgm:t>
    </dgm:pt>
    <dgm:pt modelId="{CA8057DF-6B80-4BB1-909E-1A1AAA17CFAE}">
      <dgm:prSet phldrT="[텍스트]" custT="1"/>
      <dgm:spPr/>
      <dgm:t>
        <a:bodyPr/>
        <a:lstStyle/>
        <a:p>
          <a:pPr latinLnBrk="1"/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Find a method to reduce labeling cost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gm:t>
    </dgm:pt>
    <dgm:pt modelId="{B05808CE-2BA9-4438-B493-BF6D26D8B9C7}" type="parTrans" cxnId="{E2A5551A-7C44-4173-AC7D-C2C87CE5AA9A}">
      <dgm:prSet/>
      <dgm:spPr/>
      <dgm:t>
        <a:bodyPr/>
        <a:lstStyle/>
        <a:p>
          <a:pPr latinLnBrk="1"/>
          <a:endParaRPr lang="ko-KR" altLang="en-US" sz="2400"/>
        </a:p>
      </dgm:t>
    </dgm:pt>
    <dgm:pt modelId="{380E9EB1-EB2B-471C-9BA9-881CE813A1A1}" type="sibTrans" cxnId="{E2A5551A-7C44-4173-AC7D-C2C87CE5AA9A}">
      <dgm:prSet custT="1"/>
      <dgm:spPr/>
      <dgm:t>
        <a:bodyPr/>
        <a:lstStyle/>
        <a:p>
          <a:pPr latinLnBrk="1"/>
          <a:endParaRPr lang="ko-KR" altLang="en-US" sz="2400"/>
        </a:p>
      </dgm:t>
    </dgm:pt>
    <dgm:pt modelId="{D40664DA-7634-4EB2-8917-E9A2269D2F38}">
      <dgm:prSet phldrT="[텍스트]" custT="1"/>
      <dgm:spPr/>
      <dgm:t>
        <a:bodyPr/>
        <a:lstStyle/>
        <a:p>
          <a:pPr latinLnBrk="1"/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Poor Performance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gm:t>
    </dgm:pt>
    <dgm:pt modelId="{04E0032A-EF75-4DBF-A75C-27D5AFF71005}" type="parTrans" cxnId="{8DADD6F5-F080-4BE2-9B22-7452AB2E9BCD}">
      <dgm:prSet/>
      <dgm:spPr/>
      <dgm:t>
        <a:bodyPr/>
        <a:lstStyle/>
        <a:p>
          <a:pPr latinLnBrk="1"/>
          <a:endParaRPr lang="ko-KR" altLang="en-US" sz="2400"/>
        </a:p>
      </dgm:t>
    </dgm:pt>
    <dgm:pt modelId="{317306FD-3459-4F03-B172-A74381A41D14}" type="sibTrans" cxnId="{8DADD6F5-F080-4BE2-9B22-7452AB2E9BCD}">
      <dgm:prSet custT="1"/>
      <dgm:spPr/>
      <dgm:t>
        <a:bodyPr/>
        <a:lstStyle/>
        <a:p>
          <a:pPr latinLnBrk="1"/>
          <a:endParaRPr lang="ko-KR" altLang="en-US" sz="2400"/>
        </a:p>
      </dgm:t>
    </dgm:pt>
    <dgm:pt modelId="{A6D43128-34BB-4319-8E05-F08EAB48A1D6}">
      <dgm:prSet phldrT="[텍스트]" custT="1"/>
      <dgm:spPr/>
      <dgm:t>
        <a:bodyPr/>
        <a:lstStyle/>
        <a:p>
          <a:pPr latinLnBrk="1"/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Unsupervised Learning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gm:t>
    </dgm:pt>
    <dgm:pt modelId="{795CD813-E696-4E6B-A708-C40AED9100C3}" type="sibTrans" cxnId="{223662C5-807C-4415-83CC-B04E17DC6DB5}">
      <dgm:prSet custT="1"/>
      <dgm:spPr/>
      <dgm:t>
        <a:bodyPr/>
        <a:lstStyle/>
        <a:p>
          <a:pPr latinLnBrk="1"/>
          <a:endParaRPr lang="ko-KR" altLang="en-US" sz="2400"/>
        </a:p>
      </dgm:t>
    </dgm:pt>
    <dgm:pt modelId="{6AEECB27-494C-4978-A972-272241E1CD36}" type="parTrans" cxnId="{223662C5-807C-4415-83CC-B04E17DC6DB5}">
      <dgm:prSet/>
      <dgm:spPr/>
      <dgm:t>
        <a:bodyPr/>
        <a:lstStyle/>
        <a:p>
          <a:pPr latinLnBrk="1"/>
          <a:endParaRPr lang="ko-KR" altLang="en-US" sz="2400"/>
        </a:p>
      </dgm:t>
    </dgm:pt>
    <dgm:pt modelId="{910C424C-26E1-482D-8E0B-B81D870DE5F5}" type="pres">
      <dgm:prSet presAssocID="{8A27EE36-0C66-404B-8F17-0555DC3C06BE}" presName="cycle" presStyleCnt="0">
        <dgm:presLayoutVars>
          <dgm:dir/>
          <dgm:resizeHandles val="exact"/>
        </dgm:presLayoutVars>
      </dgm:prSet>
      <dgm:spPr/>
    </dgm:pt>
    <dgm:pt modelId="{2AB4AF1F-0188-4550-9284-B8C4AB678DDE}" type="pres">
      <dgm:prSet presAssocID="{8DB28F69-1D23-41C4-809C-F4A21653949A}" presName="node" presStyleLbl="node1" presStyleIdx="0" presStyleCnt="5" custScaleX="146778" custScaleY="75444">
        <dgm:presLayoutVars>
          <dgm:bulletEnabled val="1"/>
        </dgm:presLayoutVars>
      </dgm:prSet>
      <dgm:spPr/>
    </dgm:pt>
    <dgm:pt modelId="{F98686FA-5285-4771-BD77-49F1AF74626C}" type="pres">
      <dgm:prSet presAssocID="{4F12C8EB-14ED-40CC-AE2D-C83C8328FF10}" presName="sibTrans" presStyleLbl="sibTrans2D1" presStyleIdx="0" presStyleCnt="5"/>
      <dgm:spPr/>
    </dgm:pt>
    <dgm:pt modelId="{4605684B-AFEF-4A9E-921F-15040FB931F0}" type="pres">
      <dgm:prSet presAssocID="{4F12C8EB-14ED-40CC-AE2D-C83C8328FF10}" presName="connectorText" presStyleLbl="sibTrans2D1" presStyleIdx="0" presStyleCnt="5"/>
      <dgm:spPr/>
    </dgm:pt>
    <dgm:pt modelId="{3706F29D-BDB0-4BDB-9BDD-B3862C1DEF33}" type="pres">
      <dgm:prSet presAssocID="{B125F225-1035-49E9-925C-0A8B6725C825}" presName="node" presStyleLbl="node1" presStyleIdx="1" presStyleCnt="5" custScaleX="147094" custScaleY="75523">
        <dgm:presLayoutVars>
          <dgm:bulletEnabled val="1"/>
        </dgm:presLayoutVars>
      </dgm:prSet>
      <dgm:spPr/>
    </dgm:pt>
    <dgm:pt modelId="{12AA9E06-B757-4C33-8091-E584428C701D}" type="pres">
      <dgm:prSet presAssocID="{095B95A1-CDE6-4205-A2F5-68C87F9B295F}" presName="sibTrans" presStyleLbl="sibTrans2D1" presStyleIdx="1" presStyleCnt="5"/>
      <dgm:spPr/>
    </dgm:pt>
    <dgm:pt modelId="{2429CBC8-CC86-4C83-81FA-67237A1FC7F4}" type="pres">
      <dgm:prSet presAssocID="{095B95A1-CDE6-4205-A2F5-68C87F9B295F}" presName="connectorText" presStyleLbl="sibTrans2D1" presStyleIdx="1" presStyleCnt="5"/>
      <dgm:spPr/>
    </dgm:pt>
    <dgm:pt modelId="{3FF50C8D-BE65-4D5F-AE67-8FDF02B67955}" type="pres">
      <dgm:prSet presAssocID="{CA8057DF-6B80-4BB1-909E-1A1AAA17CFAE}" presName="node" presStyleLbl="node1" presStyleIdx="2" presStyleCnt="5" custScaleX="146778" custScaleY="75444" custRadScaleRad="117539" custRadScaleInc="-30224">
        <dgm:presLayoutVars>
          <dgm:bulletEnabled val="1"/>
        </dgm:presLayoutVars>
      </dgm:prSet>
      <dgm:spPr/>
    </dgm:pt>
    <dgm:pt modelId="{A2536A9B-8850-41A9-816B-CA55EEB5AA32}" type="pres">
      <dgm:prSet presAssocID="{380E9EB1-EB2B-471C-9BA9-881CE813A1A1}" presName="sibTrans" presStyleLbl="sibTrans2D1" presStyleIdx="2" presStyleCnt="5"/>
      <dgm:spPr/>
    </dgm:pt>
    <dgm:pt modelId="{8A227019-750C-4808-B35C-8A0E01AC79CF}" type="pres">
      <dgm:prSet presAssocID="{380E9EB1-EB2B-471C-9BA9-881CE813A1A1}" presName="connectorText" presStyleLbl="sibTrans2D1" presStyleIdx="2" presStyleCnt="5"/>
      <dgm:spPr/>
    </dgm:pt>
    <dgm:pt modelId="{ECEA7533-D606-49BA-B349-265BBCE4E9F8}" type="pres">
      <dgm:prSet presAssocID="{A6D43128-34BB-4319-8E05-F08EAB48A1D6}" presName="node" presStyleLbl="node1" presStyleIdx="3" presStyleCnt="5" custScaleX="146778" custScaleY="75444" custRadScaleRad="110136" custRadScaleInc="19070">
        <dgm:presLayoutVars>
          <dgm:bulletEnabled val="1"/>
        </dgm:presLayoutVars>
      </dgm:prSet>
      <dgm:spPr/>
    </dgm:pt>
    <dgm:pt modelId="{2258FFC1-0E34-4CB8-BFF5-DAF3E30F62B6}" type="pres">
      <dgm:prSet presAssocID="{795CD813-E696-4E6B-A708-C40AED9100C3}" presName="sibTrans" presStyleLbl="sibTrans2D1" presStyleIdx="3" presStyleCnt="5"/>
      <dgm:spPr/>
    </dgm:pt>
    <dgm:pt modelId="{230C8758-7A6C-4344-9839-8EA8A1A5CC6C}" type="pres">
      <dgm:prSet presAssocID="{795CD813-E696-4E6B-A708-C40AED9100C3}" presName="connectorText" presStyleLbl="sibTrans2D1" presStyleIdx="3" presStyleCnt="5"/>
      <dgm:spPr/>
    </dgm:pt>
    <dgm:pt modelId="{8830B1A7-0337-4FB2-B184-5EA4CE268C29}" type="pres">
      <dgm:prSet presAssocID="{D40664DA-7634-4EB2-8917-E9A2269D2F38}" presName="node" presStyleLbl="node1" presStyleIdx="4" presStyleCnt="5" custScaleX="146778" custScaleY="75444">
        <dgm:presLayoutVars>
          <dgm:bulletEnabled val="1"/>
        </dgm:presLayoutVars>
      </dgm:prSet>
      <dgm:spPr/>
    </dgm:pt>
    <dgm:pt modelId="{683A000C-B83E-45D4-937B-3525BA304B15}" type="pres">
      <dgm:prSet presAssocID="{317306FD-3459-4F03-B172-A74381A41D14}" presName="sibTrans" presStyleLbl="sibTrans2D1" presStyleIdx="4" presStyleCnt="5"/>
      <dgm:spPr/>
    </dgm:pt>
    <dgm:pt modelId="{08EC89CA-5CB5-40F7-9B88-58D4600E7314}" type="pres">
      <dgm:prSet presAssocID="{317306FD-3459-4F03-B172-A74381A41D14}" presName="connectorText" presStyleLbl="sibTrans2D1" presStyleIdx="4" presStyleCnt="5"/>
      <dgm:spPr/>
    </dgm:pt>
  </dgm:ptLst>
  <dgm:cxnLst>
    <dgm:cxn modelId="{36B4F514-E3C2-4F82-804F-5290B69C16EA}" type="presOf" srcId="{8A27EE36-0C66-404B-8F17-0555DC3C06BE}" destId="{910C424C-26E1-482D-8E0B-B81D870DE5F5}" srcOrd="0" destOrd="0" presId="urn:microsoft.com/office/officeart/2005/8/layout/cycle2"/>
    <dgm:cxn modelId="{678BA217-8948-4025-A10E-5A0C3DF3BCF1}" type="presOf" srcId="{095B95A1-CDE6-4205-A2F5-68C87F9B295F}" destId="{2429CBC8-CC86-4C83-81FA-67237A1FC7F4}" srcOrd="1" destOrd="0" presId="urn:microsoft.com/office/officeart/2005/8/layout/cycle2"/>
    <dgm:cxn modelId="{E2A5551A-7C44-4173-AC7D-C2C87CE5AA9A}" srcId="{8A27EE36-0C66-404B-8F17-0555DC3C06BE}" destId="{CA8057DF-6B80-4BB1-909E-1A1AAA17CFAE}" srcOrd="2" destOrd="0" parTransId="{B05808CE-2BA9-4438-B493-BF6D26D8B9C7}" sibTransId="{380E9EB1-EB2B-471C-9BA9-881CE813A1A1}"/>
    <dgm:cxn modelId="{EA7BD820-DB2A-4777-8BDC-CC6E1A6F80A5}" type="presOf" srcId="{317306FD-3459-4F03-B172-A74381A41D14}" destId="{683A000C-B83E-45D4-937B-3525BA304B15}" srcOrd="0" destOrd="0" presId="urn:microsoft.com/office/officeart/2005/8/layout/cycle2"/>
    <dgm:cxn modelId="{F02ABF22-925E-4B8D-B573-21F29AC40394}" type="presOf" srcId="{380E9EB1-EB2B-471C-9BA9-881CE813A1A1}" destId="{8A227019-750C-4808-B35C-8A0E01AC79CF}" srcOrd="1" destOrd="0" presId="urn:microsoft.com/office/officeart/2005/8/layout/cycle2"/>
    <dgm:cxn modelId="{C9A98F24-FBD9-4399-A27B-8453C1330374}" type="presOf" srcId="{4F12C8EB-14ED-40CC-AE2D-C83C8328FF10}" destId="{F98686FA-5285-4771-BD77-49F1AF74626C}" srcOrd="0" destOrd="0" presId="urn:microsoft.com/office/officeart/2005/8/layout/cycle2"/>
    <dgm:cxn modelId="{1F9CB326-11AD-4A05-B8DC-0CD620EEA524}" type="presOf" srcId="{8DB28F69-1D23-41C4-809C-F4A21653949A}" destId="{2AB4AF1F-0188-4550-9284-B8C4AB678DDE}" srcOrd="0" destOrd="0" presId="urn:microsoft.com/office/officeart/2005/8/layout/cycle2"/>
    <dgm:cxn modelId="{E53F8129-CE0E-4E17-8E9F-F8050636130B}" type="presOf" srcId="{317306FD-3459-4F03-B172-A74381A41D14}" destId="{08EC89CA-5CB5-40F7-9B88-58D4600E7314}" srcOrd="1" destOrd="0" presId="urn:microsoft.com/office/officeart/2005/8/layout/cycle2"/>
    <dgm:cxn modelId="{9BBF9B2A-D345-4191-85A1-D84646DC09E9}" type="presOf" srcId="{380E9EB1-EB2B-471C-9BA9-881CE813A1A1}" destId="{A2536A9B-8850-41A9-816B-CA55EEB5AA32}" srcOrd="0" destOrd="0" presId="urn:microsoft.com/office/officeart/2005/8/layout/cycle2"/>
    <dgm:cxn modelId="{F5B70E2D-01D3-4F41-86D6-6BC84EB0C8BF}" srcId="{8A27EE36-0C66-404B-8F17-0555DC3C06BE}" destId="{8DB28F69-1D23-41C4-809C-F4A21653949A}" srcOrd="0" destOrd="0" parTransId="{5B7E33E1-3CB9-4D90-9AA8-1C06B3D2EDE0}" sibTransId="{4F12C8EB-14ED-40CC-AE2D-C83C8328FF10}"/>
    <dgm:cxn modelId="{5AC92D47-C300-4E2E-ADBD-C8A9BA9C5A3D}" type="presOf" srcId="{795CD813-E696-4E6B-A708-C40AED9100C3}" destId="{230C8758-7A6C-4344-9839-8EA8A1A5CC6C}" srcOrd="1" destOrd="0" presId="urn:microsoft.com/office/officeart/2005/8/layout/cycle2"/>
    <dgm:cxn modelId="{7614C950-97DB-44B3-BE89-BA5DA593BDAB}" type="presOf" srcId="{CA8057DF-6B80-4BB1-909E-1A1AAA17CFAE}" destId="{3FF50C8D-BE65-4D5F-AE67-8FDF02B67955}" srcOrd="0" destOrd="0" presId="urn:microsoft.com/office/officeart/2005/8/layout/cycle2"/>
    <dgm:cxn modelId="{D96BA472-E842-48E8-9F84-0EFA6885F066}" type="presOf" srcId="{095B95A1-CDE6-4205-A2F5-68C87F9B295F}" destId="{12AA9E06-B757-4C33-8091-E584428C701D}" srcOrd="0" destOrd="0" presId="urn:microsoft.com/office/officeart/2005/8/layout/cycle2"/>
    <dgm:cxn modelId="{FC83149C-3335-41FC-8A89-CEA0C7941A46}" type="presOf" srcId="{B125F225-1035-49E9-925C-0A8B6725C825}" destId="{3706F29D-BDB0-4BDB-9BDD-B3862C1DEF33}" srcOrd="0" destOrd="0" presId="urn:microsoft.com/office/officeart/2005/8/layout/cycle2"/>
    <dgm:cxn modelId="{E8C437A1-9739-43C8-813A-B0BCF43B9223}" type="presOf" srcId="{4F12C8EB-14ED-40CC-AE2D-C83C8328FF10}" destId="{4605684B-AFEF-4A9E-921F-15040FB931F0}" srcOrd="1" destOrd="0" presId="urn:microsoft.com/office/officeart/2005/8/layout/cycle2"/>
    <dgm:cxn modelId="{AF898AA3-9A6B-455F-95FD-861EAECAF1A0}" type="presOf" srcId="{A6D43128-34BB-4319-8E05-F08EAB48A1D6}" destId="{ECEA7533-D606-49BA-B349-265BBCE4E9F8}" srcOrd="0" destOrd="0" presId="urn:microsoft.com/office/officeart/2005/8/layout/cycle2"/>
    <dgm:cxn modelId="{C85B53A5-782A-4478-A3F2-D9BD75ECFA6E}" type="presOf" srcId="{795CD813-E696-4E6B-A708-C40AED9100C3}" destId="{2258FFC1-0E34-4CB8-BFF5-DAF3E30F62B6}" srcOrd="0" destOrd="0" presId="urn:microsoft.com/office/officeart/2005/8/layout/cycle2"/>
    <dgm:cxn modelId="{223662C5-807C-4415-83CC-B04E17DC6DB5}" srcId="{8A27EE36-0C66-404B-8F17-0555DC3C06BE}" destId="{A6D43128-34BB-4319-8E05-F08EAB48A1D6}" srcOrd="3" destOrd="0" parTransId="{6AEECB27-494C-4978-A972-272241E1CD36}" sibTransId="{795CD813-E696-4E6B-A708-C40AED9100C3}"/>
    <dgm:cxn modelId="{2A27FAE2-DACF-461F-93CD-6A70E43D9D3C}" type="presOf" srcId="{D40664DA-7634-4EB2-8917-E9A2269D2F38}" destId="{8830B1A7-0337-4FB2-B184-5EA4CE268C29}" srcOrd="0" destOrd="0" presId="urn:microsoft.com/office/officeart/2005/8/layout/cycle2"/>
    <dgm:cxn modelId="{8DADD6F5-F080-4BE2-9B22-7452AB2E9BCD}" srcId="{8A27EE36-0C66-404B-8F17-0555DC3C06BE}" destId="{D40664DA-7634-4EB2-8917-E9A2269D2F38}" srcOrd="4" destOrd="0" parTransId="{04E0032A-EF75-4DBF-A75C-27D5AFF71005}" sibTransId="{317306FD-3459-4F03-B172-A74381A41D14}"/>
    <dgm:cxn modelId="{9AA7E8F8-1C20-460A-9B77-3EAB8420E16A}" srcId="{8A27EE36-0C66-404B-8F17-0555DC3C06BE}" destId="{B125F225-1035-49E9-925C-0A8B6725C825}" srcOrd="1" destOrd="0" parTransId="{43770D05-10A6-455E-9F61-CE258A1BD53D}" sibTransId="{095B95A1-CDE6-4205-A2F5-68C87F9B295F}"/>
    <dgm:cxn modelId="{A5A40310-7232-4004-948C-698A206930AA}" type="presParOf" srcId="{910C424C-26E1-482D-8E0B-B81D870DE5F5}" destId="{2AB4AF1F-0188-4550-9284-B8C4AB678DDE}" srcOrd="0" destOrd="0" presId="urn:microsoft.com/office/officeart/2005/8/layout/cycle2"/>
    <dgm:cxn modelId="{A4A699E4-4DBA-49C1-AB07-E94B58F2CD3B}" type="presParOf" srcId="{910C424C-26E1-482D-8E0B-B81D870DE5F5}" destId="{F98686FA-5285-4771-BD77-49F1AF74626C}" srcOrd="1" destOrd="0" presId="urn:microsoft.com/office/officeart/2005/8/layout/cycle2"/>
    <dgm:cxn modelId="{5E489A35-CA09-4ACF-AB1D-F5EC0EC6B3B7}" type="presParOf" srcId="{F98686FA-5285-4771-BD77-49F1AF74626C}" destId="{4605684B-AFEF-4A9E-921F-15040FB931F0}" srcOrd="0" destOrd="0" presId="urn:microsoft.com/office/officeart/2005/8/layout/cycle2"/>
    <dgm:cxn modelId="{DF51F53F-24B8-431C-AC6A-BA7EEC199C5B}" type="presParOf" srcId="{910C424C-26E1-482D-8E0B-B81D870DE5F5}" destId="{3706F29D-BDB0-4BDB-9BDD-B3862C1DEF33}" srcOrd="2" destOrd="0" presId="urn:microsoft.com/office/officeart/2005/8/layout/cycle2"/>
    <dgm:cxn modelId="{08E5068D-D86C-4353-9807-AB1E5CC9AF93}" type="presParOf" srcId="{910C424C-26E1-482D-8E0B-B81D870DE5F5}" destId="{12AA9E06-B757-4C33-8091-E584428C701D}" srcOrd="3" destOrd="0" presId="urn:microsoft.com/office/officeart/2005/8/layout/cycle2"/>
    <dgm:cxn modelId="{E632188A-2502-4D2C-8784-1B0A44AED597}" type="presParOf" srcId="{12AA9E06-B757-4C33-8091-E584428C701D}" destId="{2429CBC8-CC86-4C83-81FA-67237A1FC7F4}" srcOrd="0" destOrd="0" presId="urn:microsoft.com/office/officeart/2005/8/layout/cycle2"/>
    <dgm:cxn modelId="{F3335EAD-A66D-4DF7-914F-0F8B38CD0EA8}" type="presParOf" srcId="{910C424C-26E1-482D-8E0B-B81D870DE5F5}" destId="{3FF50C8D-BE65-4D5F-AE67-8FDF02B67955}" srcOrd="4" destOrd="0" presId="urn:microsoft.com/office/officeart/2005/8/layout/cycle2"/>
    <dgm:cxn modelId="{3CE1EF79-A514-4376-B5AD-9EAC39A1E05A}" type="presParOf" srcId="{910C424C-26E1-482D-8E0B-B81D870DE5F5}" destId="{A2536A9B-8850-41A9-816B-CA55EEB5AA32}" srcOrd="5" destOrd="0" presId="urn:microsoft.com/office/officeart/2005/8/layout/cycle2"/>
    <dgm:cxn modelId="{CD575CBF-8817-4B38-95A9-F50BB0909BFC}" type="presParOf" srcId="{A2536A9B-8850-41A9-816B-CA55EEB5AA32}" destId="{8A227019-750C-4808-B35C-8A0E01AC79CF}" srcOrd="0" destOrd="0" presId="urn:microsoft.com/office/officeart/2005/8/layout/cycle2"/>
    <dgm:cxn modelId="{FA3BD076-B373-4652-9A3E-AE04DBC206A5}" type="presParOf" srcId="{910C424C-26E1-482D-8E0B-B81D870DE5F5}" destId="{ECEA7533-D606-49BA-B349-265BBCE4E9F8}" srcOrd="6" destOrd="0" presId="urn:microsoft.com/office/officeart/2005/8/layout/cycle2"/>
    <dgm:cxn modelId="{A432F58A-7503-4D30-A75B-02DA2D941BEE}" type="presParOf" srcId="{910C424C-26E1-482D-8E0B-B81D870DE5F5}" destId="{2258FFC1-0E34-4CB8-BFF5-DAF3E30F62B6}" srcOrd="7" destOrd="0" presId="urn:microsoft.com/office/officeart/2005/8/layout/cycle2"/>
    <dgm:cxn modelId="{53785D1F-3539-4CC4-A369-EA2E8B92B3E5}" type="presParOf" srcId="{2258FFC1-0E34-4CB8-BFF5-DAF3E30F62B6}" destId="{230C8758-7A6C-4344-9839-8EA8A1A5CC6C}" srcOrd="0" destOrd="0" presId="urn:microsoft.com/office/officeart/2005/8/layout/cycle2"/>
    <dgm:cxn modelId="{6954AA9F-B2C7-4CFA-B601-2B11539D4CE0}" type="presParOf" srcId="{910C424C-26E1-482D-8E0B-B81D870DE5F5}" destId="{8830B1A7-0337-4FB2-B184-5EA4CE268C29}" srcOrd="8" destOrd="0" presId="urn:microsoft.com/office/officeart/2005/8/layout/cycle2"/>
    <dgm:cxn modelId="{461BBEE4-E249-4677-9D02-C4DAD27B40EF}" type="presParOf" srcId="{910C424C-26E1-482D-8E0B-B81D870DE5F5}" destId="{683A000C-B83E-45D4-937B-3525BA304B15}" srcOrd="9" destOrd="0" presId="urn:microsoft.com/office/officeart/2005/8/layout/cycle2"/>
    <dgm:cxn modelId="{1BD09FE3-9382-4C6E-944D-843FC3FB243D}" type="presParOf" srcId="{683A000C-B83E-45D4-937B-3525BA304B15}" destId="{08EC89CA-5CB5-40F7-9B88-58D4600E731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4AF1F-0188-4550-9284-B8C4AB678DDE}">
      <dsp:nvSpPr>
        <dsp:cNvPr id="0" name=""/>
        <dsp:cNvSpPr/>
      </dsp:nvSpPr>
      <dsp:spPr>
        <a:xfrm>
          <a:off x="2634034" y="252159"/>
          <a:ext cx="2008344" cy="1032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Supervised </a:t>
          </a:r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learning</a:t>
          </a:r>
          <a:endParaRPr lang="ko-KR" altLang="en-US" sz="1800" kern="1200" dirty="0"/>
        </a:p>
      </dsp:txBody>
      <dsp:txXfrm>
        <a:off x="2928149" y="403334"/>
        <a:ext cx="1420114" cy="729940"/>
      </dsp:txXfrm>
    </dsp:sp>
    <dsp:sp modelId="{F98686FA-5285-4771-BD77-49F1AF74626C}">
      <dsp:nvSpPr>
        <dsp:cNvPr id="0" name=""/>
        <dsp:cNvSpPr/>
      </dsp:nvSpPr>
      <dsp:spPr>
        <a:xfrm rot="2160000">
          <a:off x="4297257" y="1135796"/>
          <a:ext cx="329125" cy="4617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4306686" y="1199137"/>
        <a:ext cx="230388" cy="277078"/>
      </dsp:txXfrm>
    </dsp:sp>
    <dsp:sp modelId="{3706F29D-BDB0-4BDB-9BDD-B3862C1DEF33}">
      <dsp:nvSpPr>
        <dsp:cNvPr id="0" name=""/>
        <dsp:cNvSpPr/>
      </dsp:nvSpPr>
      <dsp:spPr>
        <a:xfrm>
          <a:off x="4294992" y="1459945"/>
          <a:ext cx="2012668" cy="10333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Requires expensive labeling cost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sp:txBody>
      <dsp:txXfrm>
        <a:off x="4589740" y="1611279"/>
        <a:ext cx="1423172" cy="730703"/>
      </dsp:txXfrm>
    </dsp:sp>
    <dsp:sp modelId="{12AA9E06-B757-4C33-8091-E584428C701D}">
      <dsp:nvSpPr>
        <dsp:cNvPr id="0" name=""/>
        <dsp:cNvSpPr/>
      </dsp:nvSpPr>
      <dsp:spPr>
        <a:xfrm rot="5687049">
          <a:off x="4978143" y="2704950"/>
          <a:ext cx="485804" cy="4617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 rot="10800000">
        <a:off x="5053190" y="2728281"/>
        <a:ext cx="347265" cy="277078"/>
      </dsp:txXfrm>
    </dsp:sp>
    <dsp:sp modelId="{3FF50C8D-BE65-4D5F-AE67-8FDF02B67955}">
      <dsp:nvSpPr>
        <dsp:cNvPr id="0" name=""/>
        <dsp:cNvSpPr/>
      </dsp:nvSpPr>
      <dsp:spPr>
        <a:xfrm>
          <a:off x="4134345" y="3405783"/>
          <a:ext cx="2008344" cy="1032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Find a method to reduce labeling cost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sp:txBody>
      <dsp:txXfrm>
        <a:off x="4428460" y="3556958"/>
        <a:ext cx="1420114" cy="729940"/>
      </dsp:txXfrm>
    </dsp:sp>
    <dsp:sp modelId="{A2536A9B-8850-41A9-816B-CA55EEB5AA32}">
      <dsp:nvSpPr>
        <dsp:cNvPr id="0" name=""/>
        <dsp:cNvSpPr/>
      </dsp:nvSpPr>
      <dsp:spPr>
        <a:xfrm rot="10791774">
          <a:off x="3532728" y="3694363"/>
          <a:ext cx="425150" cy="4617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 rot="10800000">
        <a:off x="3660273" y="3786569"/>
        <a:ext cx="297605" cy="277078"/>
      </dsp:txXfrm>
    </dsp:sp>
    <dsp:sp modelId="{ECEA7533-D606-49BA-B349-265BBCE4E9F8}">
      <dsp:nvSpPr>
        <dsp:cNvPr id="0" name=""/>
        <dsp:cNvSpPr/>
      </dsp:nvSpPr>
      <dsp:spPr>
        <a:xfrm>
          <a:off x="1323853" y="3412508"/>
          <a:ext cx="2008344" cy="1032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Unsupervised Learning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sp:txBody>
      <dsp:txXfrm>
        <a:off x="1617968" y="3563683"/>
        <a:ext cx="1420114" cy="729940"/>
      </dsp:txXfrm>
    </dsp:sp>
    <dsp:sp modelId="{2258FFC1-0E34-4CB8-BFF5-DAF3E30F62B6}">
      <dsp:nvSpPr>
        <dsp:cNvPr id="0" name=""/>
        <dsp:cNvSpPr/>
      </dsp:nvSpPr>
      <dsp:spPr>
        <a:xfrm rot="15585077">
          <a:off x="1905189" y="2735606"/>
          <a:ext cx="497746" cy="4617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 rot="10800000">
        <a:off x="1986783" y="2896129"/>
        <a:ext cx="359207" cy="277078"/>
      </dsp:txXfrm>
    </dsp:sp>
    <dsp:sp modelId="{8830B1A7-0337-4FB2-B184-5EA4CE268C29}">
      <dsp:nvSpPr>
        <dsp:cNvPr id="0" name=""/>
        <dsp:cNvSpPr/>
      </dsp:nvSpPr>
      <dsp:spPr>
        <a:xfrm>
          <a:off x="970915" y="1460486"/>
          <a:ext cx="2008344" cy="1032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  <a:cs typeface="+mn-cs"/>
            </a:rPr>
            <a:t>Poor Performance</a:t>
          </a:r>
          <a:endParaRPr lang="ko-KR" altLang="en-US" sz="1800" kern="1200" dirty="0">
            <a:solidFill>
              <a:prstClr val="white"/>
            </a:solidFill>
            <a:latin typeface="Calibri" panose="020F0502020204030204"/>
            <a:ea typeface="맑은 고딕" panose="020B0503020000020004" pitchFamily="50" charset="-127"/>
            <a:cs typeface="+mn-cs"/>
          </a:endParaRPr>
        </a:p>
      </dsp:txBody>
      <dsp:txXfrm>
        <a:off x="1265030" y="1611661"/>
        <a:ext cx="1420114" cy="729940"/>
      </dsp:txXfrm>
    </dsp:sp>
    <dsp:sp modelId="{683A000C-B83E-45D4-937B-3525BA304B15}">
      <dsp:nvSpPr>
        <dsp:cNvPr id="0" name=""/>
        <dsp:cNvSpPr/>
      </dsp:nvSpPr>
      <dsp:spPr>
        <a:xfrm rot="19440000">
          <a:off x="2634267" y="1147053"/>
          <a:ext cx="329663" cy="4617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2643711" y="1268478"/>
        <a:ext cx="230764" cy="277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>
              <a:defRPr sz="1200"/>
            </a:lvl1pPr>
          </a:lstStyle>
          <a:p>
            <a:fld id="{85C30BFA-5C6F-4751-A60F-1891D9D032AD}" type="datetimeFigureOut">
              <a:rPr lang="ko-KR" altLang="en-US" smtClean="0"/>
              <a:pPr/>
              <a:t>2022-05-22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>
              <a:defRPr sz="1200"/>
            </a:lvl1pPr>
          </a:lstStyle>
          <a:p>
            <a:fld id="{E885786E-BF44-4B4E-B288-71366A7332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1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688D100-9705-4248-87A6-B01B0E7D9CB9}" type="datetimeFigureOut">
              <a:rPr lang="ko-KR" altLang="en-US"/>
              <a:pPr>
                <a:defRPr/>
              </a:pPr>
              <a:t>2022-05-22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553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5" tIns="45423" rIns="90845" bIns="4542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690269"/>
            <a:ext cx="5393690" cy="4443412"/>
          </a:xfrm>
          <a:prstGeom prst="rect">
            <a:avLst/>
          </a:prstGeom>
        </p:spPr>
        <p:txBody>
          <a:bodyPr vert="horz" lIns="90845" tIns="45423" rIns="90845" bIns="4542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11EDD26-A168-4EA9-A3CB-289510ED91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9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43042" y="2000240"/>
            <a:ext cx="7215238" cy="1714511"/>
          </a:xfrm>
          <a:solidFill>
            <a:schemeClr val="tx1"/>
          </a:solidFill>
          <a:ln/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  <a:softEdge rad="63500"/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none"/>
        </p:style>
        <p:txBody>
          <a:bodyPr>
            <a:normAutofit/>
          </a:bodyPr>
          <a:lstStyle>
            <a:lvl1pPr marL="93663" indent="0" algn="l">
              <a:defRPr sz="2800" b="0" cap="none" spc="0" baseline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noProof="0" dirty="0"/>
              <a:t>마스터</a:t>
            </a:r>
            <a:r>
              <a:rPr lang="en-US" altLang="ko-KR" dirty="0"/>
              <a:t> </a:t>
            </a:r>
            <a:r>
              <a:rPr lang="ko-KR" altLang="en-US" dirty="0"/>
              <a:t>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14480" y="4286256"/>
            <a:ext cx="6715172" cy="2071702"/>
          </a:xfrm>
        </p:spPr>
        <p:txBody>
          <a:bodyPr>
            <a:normAutofit/>
          </a:bodyPr>
          <a:lstStyle>
            <a:lvl1pPr marL="74613" indent="0" algn="r">
              <a:buNone/>
              <a:defRPr sz="2000" baseline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357158" y="2000240"/>
            <a:ext cx="928694" cy="785818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571472" y="2500306"/>
            <a:ext cx="928694" cy="78581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214282" y="2928934"/>
            <a:ext cx="928694" cy="7858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6406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013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1233870" y="2271543"/>
            <a:ext cx="7119359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548358" y="1018919"/>
            <a:ext cx="6809830" cy="1202124"/>
          </a:xfrm>
        </p:spPr>
        <p:txBody>
          <a:bodyPr anchor="b" anchorCtr="0">
            <a:normAutofit/>
          </a:bodyPr>
          <a:lstStyle>
            <a:lvl1pPr algn="r">
              <a:defRPr sz="32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359532" y="857722"/>
            <a:ext cx="694318" cy="652444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673326" y="1336396"/>
            <a:ext cx="694318" cy="65244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272173" y="1636316"/>
            <a:ext cx="694318" cy="65244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9132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>
            <a:lvl1pPr marL="452438" indent="-452438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>
              <a:spcBef>
                <a:spcPts val="800"/>
              </a:spcBef>
              <a:buFontTx/>
              <a:buBlip>
                <a:blip r:embed="rId2"/>
              </a:buBlip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>
              <a:spcBef>
                <a:spcPts val="700"/>
              </a:spcBef>
              <a:defRPr sz="1800" baseline="0">
                <a:latin typeface="+mj-ea"/>
                <a:ea typeface="+mj-ea"/>
              </a:defRPr>
            </a:lvl3pPr>
            <a:lvl4pPr>
              <a:spcBef>
                <a:spcPts val="600"/>
              </a:spcBef>
              <a:defRPr sz="1800" baseline="0">
                <a:latin typeface="+mj-ea"/>
                <a:ea typeface="+mj-ea"/>
              </a:defRPr>
            </a:lvl4pPr>
            <a:lvl5pPr>
              <a:spcBef>
                <a:spcPts val="500"/>
              </a:spcBef>
              <a:defRPr sz="1600" baseline="0"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>
            <a:cxnSpLocks/>
          </p:cNvCxnSpPr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3642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7" name="직선 연결선 16"/>
          <p:cNvCxnSpPr>
            <a:cxnSpLocks/>
          </p:cNvCxnSpPr>
          <p:nvPr userDrawn="1"/>
        </p:nvCxnSpPr>
        <p:spPr>
          <a:xfrm flipV="1">
            <a:off x="0" y="6561348"/>
            <a:ext cx="9144000" cy="197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9250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D88BC96-86ED-4F8B-B297-F70E08D8F79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6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35" r:id="rId3"/>
    <p:sldLayoutId id="2147483836" r:id="rId4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SSD: A UNIFIED FRAMEWORK FOR SELFSUPERVISED OUTLIER DETECTION</a:t>
            </a:r>
            <a:b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(ICLR 2021)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이미지처리팀 </a:t>
            </a:r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  <a:p>
            <a:r>
              <a:rPr lang="ko-KR" altLang="en-US" b="1" dirty="0" err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고형권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김준철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김병현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발표자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),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이예은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 err="1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이희재</a:t>
            </a:r>
            <a:r>
              <a:rPr lang="en-US" altLang="ko-KR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ea typeface="08서울남산체 M" panose="02020603020101020101" pitchFamily="18" charset="-127"/>
                <a:cs typeface="Arial Unicode MS" panose="020B0604020202020204" pitchFamily="50" charset="-127"/>
              </a:rPr>
              <a:t>조경진</a:t>
            </a:r>
            <a:endParaRPr lang="en-US" altLang="ko-KR" b="1" dirty="0">
              <a:solidFill>
                <a:schemeClr val="tx1"/>
              </a:solidFill>
              <a:ea typeface="08서울남산체 M" panose="02020603020101020101" pitchFamily="18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76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SSD?? 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SSD </a:t>
            </a:r>
          </a:p>
          <a:p>
            <a:pPr lvl="1"/>
            <a:r>
              <a:rPr lang="en-US" altLang="ko-KR" dirty="0"/>
              <a:t>Not the well-known light weight object detection model 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Outlier Detector published in ICLR 2021</a:t>
            </a:r>
            <a:r>
              <a:rPr lang="en-US" altLang="ko-KR" dirty="0"/>
              <a:t>, top-ranked on some of the anomaly detection tasks in Papers-with-Code. </a:t>
            </a:r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FE73B58-A076-03E2-85F7-33F5237B15FA}"/>
              </a:ext>
            </a:extLst>
          </p:cNvPr>
          <p:cNvGrpSpPr/>
          <p:nvPr/>
        </p:nvGrpSpPr>
        <p:grpSpPr>
          <a:xfrm>
            <a:off x="421005" y="3501008"/>
            <a:ext cx="3506194" cy="2555143"/>
            <a:chOff x="669762" y="3429000"/>
            <a:chExt cx="4154266" cy="2879179"/>
          </a:xfrm>
        </p:grpSpPr>
        <p:pic>
          <p:nvPicPr>
            <p:cNvPr id="1026" name="Picture 2" descr="Architecture of classical SSD deep learning networks. | Download Scientific  Diagram">
              <a:extLst>
                <a:ext uri="{FF2B5EF4-FFF2-40B4-BE49-F238E27FC236}">
                  <a16:creationId xmlns:a16="http://schemas.microsoft.com/office/drawing/2014/main" id="{CFE2751A-D23F-500A-0AFB-6722DB4D94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762" y="3429000"/>
              <a:ext cx="3902238" cy="2479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002D31-4640-90EE-961A-4587EB3EDA04}"/>
                </a:ext>
              </a:extLst>
            </p:cNvPr>
            <p:cNvSpPr txBox="1"/>
            <p:nvPr/>
          </p:nvSpPr>
          <p:spPr>
            <a:xfrm>
              <a:off x="669762" y="5908069"/>
              <a:ext cx="41542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SSD: Object</a:t>
              </a:r>
              <a:r>
                <a:rPr lang="ko-KR" altLang="en-US" sz="20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 </a:t>
              </a:r>
              <a:r>
                <a:rPr lang="en-US" altLang="ko-KR" sz="20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Detector</a:t>
              </a:r>
              <a:endParaRPr lang="ko-KR" altLang="en-US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F71030B-E9FA-85CD-DAAC-14DE8362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877" y="3532505"/>
            <a:ext cx="5040052" cy="23489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CA1360-D4B1-4EB2-5F0B-3B0999B3A670}"/>
              </a:ext>
            </a:extLst>
          </p:cNvPr>
          <p:cNvSpPr txBox="1"/>
          <p:nvPr/>
        </p:nvSpPr>
        <p:spPr>
          <a:xfrm>
            <a:off x="4612227" y="5805073"/>
            <a:ext cx="3506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SSD : Outlier Detector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1198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SSD?? 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SSD </a:t>
            </a:r>
          </a:p>
          <a:p>
            <a:pPr lvl="1"/>
            <a:r>
              <a:rPr lang="en-US" altLang="ko-KR" dirty="0"/>
              <a:t>Not the well-known light weight object detection model 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Outlier Detector published in ICLR 2021</a:t>
            </a:r>
            <a:r>
              <a:rPr lang="en-US" altLang="ko-KR" dirty="0"/>
              <a:t>, top-ranked on some of the anomaly detection tasks in Papers-with-Code. </a:t>
            </a:r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FE73B58-A076-03E2-85F7-33F5237B15FA}"/>
              </a:ext>
            </a:extLst>
          </p:cNvPr>
          <p:cNvGrpSpPr/>
          <p:nvPr/>
        </p:nvGrpSpPr>
        <p:grpSpPr>
          <a:xfrm>
            <a:off x="421005" y="3501008"/>
            <a:ext cx="3506194" cy="2555143"/>
            <a:chOff x="669762" y="3429000"/>
            <a:chExt cx="4154266" cy="2879179"/>
          </a:xfrm>
        </p:grpSpPr>
        <p:pic>
          <p:nvPicPr>
            <p:cNvPr id="1026" name="Picture 2" descr="Architecture of classical SSD deep learning networks. | Download Scientific  Diagram">
              <a:extLst>
                <a:ext uri="{FF2B5EF4-FFF2-40B4-BE49-F238E27FC236}">
                  <a16:creationId xmlns:a16="http://schemas.microsoft.com/office/drawing/2014/main" id="{CFE2751A-D23F-500A-0AFB-6722DB4D94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762" y="3429000"/>
              <a:ext cx="3902238" cy="2479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곱하기 기호 1">
              <a:extLst>
                <a:ext uri="{FF2B5EF4-FFF2-40B4-BE49-F238E27FC236}">
                  <a16:creationId xmlns:a16="http://schemas.microsoft.com/office/drawing/2014/main" id="{7D86E28B-BD0D-F179-E6A3-0AFE0586CC77}"/>
                </a:ext>
              </a:extLst>
            </p:cNvPr>
            <p:cNvSpPr/>
            <p:nvPr/>
          </p:nvSpPr>
          <p:spPr>
            <a:xfrm>
              <a:off x="946456" y="3533584"/>
              <a:ext cx="3384376" cy="2232248"/>
            </a:xfrm>
            <a:prstGeom prst="mathMultiply">
              <a:avLst>
                <a:gd name="adj1" fmla="val 10575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002D31-4640-90EE-961A-4587EB3EDA04}"/>
                </a:ext>
              </a:extLst>
            </p:cNvPr>
            <p:cNvSpPr txBox="1"/>
            <p:nvPr/>
          </p:nvSpPr>
          <p:spPr>
            <a:xfrm>
              <a:off x="669762" y="5908069"/>
              <a:ext cx="41542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SSD: Object</a:t>
              </a:r>
              <a:r>
                <a:rPr lang="ko-KR" altLang="en-US" sz="20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 </a:t>
              </a:r>
              <a:r>
                <a:rPr lang="en-US" altLang="ko-KR" sz="20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Detector</a:t>
              </a:r>
              <a:endParaRPr lang="ko-KR" altLang="en-US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F71030B-E9FA-85CD-DAAC-14DE8362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877" y="3532505"/>
            <a:ext cx="5040052" cy="23489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C077FE-9031-5D53-E2FA-4120B3D9A567}"/>
              </a:ext>
            </a:extLst>
          </p:cNvPr>
          <p:cNvSpPr txBox="1"/>
          <p:nvPr/>
        </p:nvSpPr>
        <p:spPr>
          <a:xfrm>
            <a:off x="4612227" y="5805073"/>
            <a:ext cx="3506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SSD : Outlier Detector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7FBD27-E8E7-84E5-16BC-61FC191ADF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75" t="27233" r="16235"/>
          <a:stretch/>
        </p:blipFill>
        <p:spPr>
          <a:xfrm>
            <a:off x="6163049" y="3429000"/>
            <a:ext cx="2890450" cy="2909671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309674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5C3F1-8CFD-7F8F-45A7-AB4B4D4C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Outlier Detection??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F306C-E001-8D59-1E42-FA65A2CDE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Outlier Detection (Anomaly Detection)</a:t>
            </a:r>
          </a:p>
          <a:p>
            <a:pPr lvl="1"/>
            <a:r>
              <a:rPr lang="en-US" altLang="ko-KR" dirty="0"/>
              <a:t>Machine learning task to determine </a:t>
            </a:r>
            <a:r>
              <a:rPr lang="en-US" altLang="ko-KR" u="sng" dirty="0"/>
              <a:t>whether a given data is inside or outside of normal data distribution </a:t>
            </a:r>
          </a:p>
          <a:p>
            <a:pPr lvl="1"/>
            <a:r>
              <a:rPr lang="en-US" altLang="ko-KR" u="sng" dirty="0"/>
              <a:t>Many field applications</a:t>
            </a:r>
            <a:r>
              <a:rPr lang="en-US" altLang="ko-KR" dirty="0"/>
              <a:t>, including cyber security, medicine, machine vision, statistics, neuroscience, law enforcement, and financial fraud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5B8AB-405E-33C3-C583-56509E457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pic>
        <p:nvPicPr>
          <p:cNvPr id="2050" name="Picture 2" descr="주식시장을 모두가 아니요라고 할 때, &quot;예&quot;라고 판단할 수 있는 용기">
            <a:extLst>
              <a:ext uri="{FF2B5EF4-FFF2-40B4-BE49-F238E27FC236}">
                <a16:creationId xmlns:a16="http://schemas.microsoft.com/office/drawing/2014/main" id="{4D548BD3-CEFD-DDBB-99FD-514BB10CC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87" y="3618215"/>
            <a:ext cx="3780420" cy="228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C538D4-5D1B-4DD3-4500-85D984C0B89B}"/>
              </a:ext>
            </a:extLst>
          </p:cNvPr>
          <p:cNvSpPr txBox="1"/>
          <p:nvPr/>
        </p:nvSpPr>
        <p:spPr>
          <a:xfrm>
            <a:off x="346347" y="5982462"/>
            <a:ext cx="4500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모두가 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‘</a:t>
            </a:r>
            <a:r>
              <a:rPr lang="ko-KR" altLang="en-US" sz="1600" dirty="0" err="1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아니오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’</a:t>
            </a:r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할 때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,</a:t>
            </a:r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‘</a:t>
            </a:r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예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’</a:t>
            </a:r>
            <a:r>
              <a: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라 할 수 있는 용기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(?)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88E9335-D1C5-4B06-10AA-AC7F7C95DB60}"/>
              </a:ext>
            </a:extLst>
          </p:cNvPr>
          <p:cNvSpPr/>
          <p:nvPr/>
        </p:nvSpPr>
        <p:spPr>
          <a:xfrm>
            <a:off x="2352480" y="4194279"/>
            <a:ext cx="828092" cy="9721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44E71-417A-817F-0C97-DF523551E36D}"/>
              </a:ext>
            </a:extLst>
          </p:cNvPr>
          <p:cNvSpPr txBox="1"/>
          <p:nvPr/>
        </p:nvSpPr>
        <p:spPr>
          <a:xfrm>
            <a:off x="1561412" y="5302186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Outlier….</a:t>
            </a:r>
            <a:endParaRPr lang="ko-KR" altLang="en-US" sz="1600" dirty="0">
              <a:solidFill>
                <a:schemeClr val="bg1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7DD03-2812-C596-1595-978EC3644BC0}"/>
              </a:ext>
            </a:extLst>
          </p:cNvPr>
          <p:cNvSpPr txBox="1"/>
          <p:nvPr/>
        </p:nvSpPr>
        <p:spPr>
          <a:xfrm>
            <a:off x="4856042" y="6294748"/>
            <a:ext cx="4626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https://www.mvtec.com/company/research/datasets/mvtec-ad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76F5B5-E905-A660-3BBF-97032442C2DD}"/>
              </a:ext>
            </a:extLst>
          </p:cNvPr>
          <p:cNvGrpSpPr/>
          <p:nvPr/>
        </p:nvGrpSpPr>
        <p:grpSpPr>
          <a:xfrm>
            <a:off x="5428821" y="3281816"/>
            <a:ext cx="3715179" cy="2757341"/>
            <a:chOff x="5519673" y="3433290"/>
            <a:chExt cx="3715179" cy="275734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27F7DCA-04E0-4122-9CAD-DF5DA9754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3069"/>
            <a:stretch/>
          </p:blipFill>
          <p:spPr>
            <a:xfrm>
              <a:off x="5519673" y="3433290"/>
              <a:ext cx="3410045" cy="265322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DB503BB-E66F-8591-5C68-AEC6296A3EE0}"/>
                </a:ext>
              </a:extLst>
            </p:cNvPr>
            <p:cNvSpPr txBox="1"/>
            <p:nvPr/>
          </p:nvSpPr>
          <p:spPr>
            <a:xfrm>
              <a:off x="7382052" y="4859663"/>
              <a:ext cx="17533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effectLst>
                    <a:glow rad="228600">
                      <a:srgbClr val="FF0000"/>
                    </a:glow>
                  </a:effectLst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Anomaly Class </a:t>
              </a:r>
              <a:endParaRPr lang="ko-KR" altLang="en-US" sz="1600" dirty="0">
                <a:effectLst>
                  <a:glow rad="228600">
                    <a:srgbClr val="FF0000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D95EA8-E9BC-F6BC-51CA-FC208D6422C2}"/>
                </a:ext>
              </a:extLst>
            </p:cNvPr>
            <p:cNvSpPr txBox="1"/>
            <p:nvPr/>
          </p:nvSpPr>
          <p:spPr>
            <a:xfrm>
              <a:off x="7481524" y="3979744"/>
              <a:ext cx="17533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effectLst>
                    <a:glow rad="228600">
                      <a:schemeClr val="accent3">
                        <a:satMod val="175000"/>
                      </a:schemeClr>
                    </a:glow>
                  </a:effectLst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Normal Class</a:t>
              </a:r>
              <a:endParaRPr lang="ko-KR" altLang="en-US" sz="1600" dirty="0">
                <a:effectLst>
                  <a:glow rad="228600">
                    <a:schemeClr val="accent3">
                      <a:satMod val="175000"/>
                    </a:schemeClr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C748FA-6D50-8830-4962-745B3A321DF3}"/>
                </a:ext>
              </a:extLst>
            </p:cNvPr>
            <p:cNvSpPr txBox="1"/>
            <p:nvPr/>
          </p:nvSpPr>
          <p:spPr>
            <a:xfrm>
              <a:off x="6788977" y="5852077"/>
              <a:ext cx="23550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effectLst>
                    <a:glow rad="228600">
                      <a:srgbClr val="FF0000"/>
                    </a:glow>
                  </a:effectLst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Anomaly Segmentation</a:t>
              </a:r>
              <a:endParaRPr lang="ko-KR" altLang="en-US" sz="1600" dirty="0">
                <a:effectLst>
                  <a:glow rad="228600">
                    <a:srgbClr val="FF0000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545BD26-990B-F38D-A285-260441A6C96B}"/>
              </a:ext>
            </a:extLst>
          </p:cNvPr>
          <p:cNvSpPr txBox="1"/>
          <p:nvPr/>
        </p:nvSpPr>
        <p:spPr>
          <a:xfrm>
            <a:off x="4741363" y="6000186"/>
            <a:ext cx="4500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Industrial Application (MV-Tec Dataset)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22425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4C801-69C9-EE93-9AFF-8CA0842F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Difficulties in Outlier Detection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8EB05A-CE3B-A3DB-A51A-B87C5F8E4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Dilemma between supervised and unsupervised learning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B1EF44-168F-2E43-9821-7D54831FB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B648FA80-7B26-320A-B0BD-877733040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2116181"/>
              </p:ext>
            </p:extLst>
          </p:nvPr>
        </p:nvGraphicFramePr>
        <p:xfrm>
          <a:off x="932712" y="1700808"/>
          <a:ext cx="7278576" cy="4532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10325AF1-11D3-FF33-A270-5C70982F8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084" y="152078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F1F8007-E4FA-614F-BF84-64AB20268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96" y="2932358"/>
            <a:ext cx="1034476" cy="103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4B0A8E8-E497-88A9-0A83-AF7E4E8F6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96" y="4731356"/>
            <a:ext cx="1034476" cy="103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2F059507-EC35-AC60-B4D3-7A43502FF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4881591"/>
            <a:ext cx="1106252" cy="110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0E756D32-C868-FD93-FEA1-9427AC585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40" y="2308411"/>
            <a:ext cx="1106252" cy="110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43295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4C801-69C9-EE93-9AFF-8CA0842F9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Difficulties in Outlier Detection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8EB05A-CE3B-A3DB-A51A-B87C5F8E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75791" cy="5408666"/>
          </a:xfrm>
        </p:spPr>
        <p:txBody>
          <a:bodyPr/>
          <a:lstStyle/>
          <a:p>
            <a:r>
              <a:rPr lang="en-US" altLang="ko-KR" dirty="0"/>
              <a:t>How to </a:t>
            </a:r>
            <a:r>
              <a:rPr lang="en-US" altLang="ko-KR" i="1" dirty="0"/>
              <a:t>effectively </a:t>
            </a:r>
            <a:r>
              <a:rPr lang="en-US" altLang="ko-KR" dirty="0"/>
              <a:t>train a model to extract meaningful features for outlier detection</a:t>
            </a:r>
          </a:p>
          <a:p>
            <a:pPr lvl="1"/>
            <a:r>
              <a:rPr lang="en-US" altLang="ko-KR" dirty="0"/>
              <a:t>Autoencoder is not good enough for outlier detection</a:t>
            </a:r>
          </a:p>
          <a:p>
            <a:pPr lvl="2"/>
            <a:r>
              <a:rPr lang="en-US" altLang="ko-KR" dirty="0"/>
              <a:t>Though useful for tasks such as </a:t>
            </a:r>
            <a:r>
              <a:rPr lang="en-US" altLang="ko-KR" u="sng" dirty="0"/>
              <a:t>dimensionality reduction</a:t>
            </a:r>
            <a:r>
              <a:rPr lang="en-US" altLang="ko-KR" dirty="0"/>
              <a:t>, we find that these representations are </a:t>
            </a:r>
            <a:r>
              <a:rPr lang="en-US" altLang="ko-KR" u="sng" dirty="0"/>
              <a:t>not good enough to sufficiently distinguish in-distribution data and outliers.</a:t>
            </a:r>
            <a:endParaRPr lang="ko-KR" altLang="en-US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B1EF44-168F-2E43-9821-7D54831FB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pic>
        <p:nvPicPr>
          <p:cNvPr id="2050" name="Picture 2" descr="From Autoencoder to Beta-VAE | Lil'Log">
            <a:extLst>
              <a:ext uri="{FF2B5EF4-FFF2-40B4-BE49-F238E27FC236}">
                <a16:creationId xmlns:a16="http://schemas.microsoft.com/office/drawing/2014/main" id="{DA94EDD6-5EC6-E57F-CE17-441C06DD4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623" y="3418185"/>
            <a:ext cx="5729722" cy="266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B9B396-9B65-D4BA-41BF-80E5F9B2251A}"/>
              </a:ext>
            </a:extLst>
          </p:cNvPr>
          <p:cNvSpPr txBox="1"/>
          <p:nvPr/>
        </p:nvSpPr>
        <p:spPr>
          <a:xfrm>
            <a:off x="4824028" y="6284349"/>
            <a:ext cx="4626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https://lilianweng.github.io/posts/2018-08-12-vae/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44097D-6F22-21E7-C036-00C3A0ADA4C4}"/>
              </a:ext>
            </a:extLst>
          </p:cNvPr>
          <p:cNvSpPr txBox="1"/>
          <p:nvPr/>
        </p:nvSpPr>
        <p:spPr>
          <a:xfrm>
            <a:off x="2399991" y="6001050"/>
            <a:ext cx="4748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 Illustration of autoencoder model architecture.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4911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517A1-548B-C3AA-564A-7A18AA36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How to Train a Robust Outlier Detectors?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8B97B-1F74-92A0-9E41-1C1B2FBD4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7675" indent="-342900"/>
            <a:r>
              <a:rPr lang="en-US" altLang="ko-KR" sz="2000" dirty="0"/>
              <a:t>Key Tasks for successful outlier detector training</a:t>
            </a:r>
          </a:p>
          <a:p>
            <a:pPr marL="914400" lvl="1" indent="-457200">
              <a:buAutoNum type="arabicPeriod"/>
            </a:pPr>
            <a:r>
              <a:rPr lang="en-US" altLang="ko-KR" sz="1800" dirty="0"/>
              <a:t>Modeling features of in-distribution data without requiring class labels</a:t>
            </a:r>
          </a:p>
          <a:p>
            <a:pPr marL="1106487" lvl="2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</a:rPr>
              <a:t>Outlier Detection with Unsupervised Learning</a:t>
            </a:r>
          </a:p>
          <a:p>
            <a:pPr marL="914400" lvl="1" indent="-457200">
              <a:buFontTx/>
              <a:buAutoNum type="arabicPeriod"/>
            </a:pPr>
            <a:r>
              <a:rPr lang="en-US" altLang="ko-KR" sz="1800" dirty="0"/>
              <a:t>Learning a good feature representation with unsupervised training methods</a:t>
            </a:r>
          </a:p>
          <a:p>
            <a:pPr marL="1106487" lvl="2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FF0000"/>
                </a:solidFill>
              </a:rPr>
              <a:t>Contrastive Learning </a:t>
            </a:r>
          </a:p>
          <a:p>
            <a:pPr marL="447675" marR="0" lvl="0" indent="-342900" algn="l" defTabSz="914400" rtl="0" eaLnBrk="0" fontAlgn="base" latinLnBrk="1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lang="en-US" altLang="ko-KR" sz="2000" dirty="0"/>
              <a:t>Contributions of SSD</a:t>
            </a:r>
          </a:p>
          <a:p>
            <a:pPr lvl="1"/>
            <a:r>
              <a:rPr lang="en-US" altLang="ko-KR" sz="1800" dirty="0"/>
              <a:t>SSD for unlabeled data</a:t>
            </a:r>
          </a:p>
          <a:p>
            <a:pPr lvl="2"/>
            <a:r>
              <a:rPr lang="en-US" altLang="ko-KR" sz="1600" dirty="0"/>
              <a:t>Application of contrastive learning to in-distribution feature learning</a:t>
            </a:r>
          </a:p>
          <a:p>
            <a:pPr lvl="2"/>
            <a:r>
              <a:rPr lang="en-US" altLang="ko-KR" sz="1600" dirty="0"/>
              <a:t>Choice of distance metric: </a:t>
            </a:r>
            <a:r>
              <a:rPr lang="en-US" altLang="ko-KR" sz="1600" dirty="0" err="1"/>
              <a:t>Mahalanobis</a:t>
            </a:r>
            <a:r>
              <a:rPr lang="en-US" altLang="ko-KR" sz="1600" dirty="0"/>
              <a:t> distance</a:t>
            </a:r>
          </a:p>
          <a:p>
            <a:pPr lvl="2"/>
            <a:r>
              <a:rPr lang="en-US" altLang="ko-KR" sz="1600" dirty="0"/>
              <a:t>Cluster-conditioned detection</a:t>
            </a:r>
          </a:p>
          <a:p>
            <a:pPr lvl="1"/>
            <a:r>
              <a:rPr lang="en-US" altLang="ko-KR" sz="1800" dirty="0"/>
              <a:t>Extensions of SSD	</a:t>
            </a:r>
          </a:p>
          <a:p>
            <a:pPr lvl="2"/>
            <a:r>
              <a:rPr lang="en-US" altLang="ko-KR" sz="1600" dirty="0"/>
              <a:t>Few shot outlier detection </a:t>
            </a:r>
          </a:p>
          <a:p>
            <a:pPr lvl="1"/>
            <a:r>
              <a:rPr lang="en-US" altLang="ko-KR" sz="1800" dirty="0"/>
              <a:t>State-of-the-art performance</a:t>
            </a:r>
          </a:p>
          <a:p>
            <a:endParaRPr lang="ko-KR" altLang="en-US" sz="2000" dirty="0"/>
          </a:p>
          <a:p>
            <a:pPr marL="800100" lvl="1" indent="-342900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/>
            </a:pPr>
            <a:endParaRPr kumimoji="0" lang="en-US" altLang="ko-KR" sz="1800" b="1" i="0" u="none" strike="noStrike" kern="1200" cap="none" spc="0" normalizeH="0" baseline="0" noProof="0" dirty="0">
              <a:ln w="1905"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  <a:p>
            <a:pPr marL="390525" indent="-28575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FF0000"/>
              </a:solidFill>
            </a:endParaRPr>
          </a:p>
          <a:p>
            <a:pPr marL="820737" lvl="2" indent="0">
              <a:buNone/>
            </a:pPr>
            <a:endParaRPr lang="en-US" altLang="ko-KR" sz="1600" dirty="0"/>
          </a:p>
          <a:p>
            <a:pPr marL="914400" lvl="1" indent="-457200">
              <a:buAutoNum type="arabicPeriod"/>
            </a:pP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D8A7B-F37D-4AC0-9891-58D19072B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05798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AEFEFF8-874D-C71A-6A66-5FA31DA2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B6C9D-0C69-7E1B-BB10-727B58EE3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54C1B-00B7-314F-3D9D-9FC6102AE079}"/>
              </a:ext>
            </a:extLst>
          </p:cNvPr>
          <p:cNvSpPr txBox="1"/>
          <p:nvPr/>
        </p:nvSpPr>
        <p:spPr>
          <a:xfrm>
            <a:off x="2258736" y="2852936"/>
            <a:ext cx="4626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600" b="1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cs"/>
              </a:rPr>
              <a:t>Q &amp; A</a:t>
            </a:r>
            <a:endParaRPr lang="ko-KR" altLang="en-US" sz="9600" b="1" dirty="0"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16303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D5182-7D88-66AF-A8A3-48F33CBE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SSD:</a:t>
            </a:r>
            <a:r>
              <a:rPr lang="ko-KR" altLang="en-US" dirty="0"/>
              <a:t> </a:t>
            </a:r>
            <a:r>
              <a:rPr lang="en-US" altLang="ko-KR" dirty="0"/>
              <a:t>Self-Supervised Outlier Detection</a:t>
            </a:r>
            <a:endParaRPr lang="ko-KR" altLang="en-US" dirty="0"/>
          </a:p>
        </p:txBody>
      </p:sp>
      <p:sp>
        <p:nvSpPr>
          <p:cNvPr id="88" name="내용 개체 틀 87">
            <a:extLst>
              <a:ext uri="{FF2B5EF4-FFF2-40B4-BE49-F238E27FC236}">
                <a16:creationId xmlns:a16="http://schemas.microsoft.com/office/drawing/2014/main" id="{A78FBA39-2611-D885-D7B5-07508C445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53766"/>
          </a:xfrm>
        </p:spPr>
        <p:txBody>
          <a:bodyPr/>
          <a:lstStyle/>
          <a:p>
            <a:r>
              <a:rPr lang="en-US" altLang="ko-KR" dirty="0"/>
              <a:t>Overall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r>
              <a:rPr lang="ko-KR" altLang="en-US" dirty="0"/>
              <a:t> </a:t>
            </a:r>
            <a:r>
              <a:rPr lang="en-US" altLang="ko-KR" dirty="0"/>
              <a:t>of SSD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50987-EBC5-0E29-D4B7-67563D1DD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74AC9FC-4CF8-6194-79B1-893718EF0EB6}"/>
              </a:ext>
            </a:extLst>
          </p:cNvPr>
          <p:cNvGrpSpPr/>
          <p:nvPr/>
        </p:nvGrpSpPr>
        <p:grpSpPr>
          <a:xfrm>
            <a:off x="3184856" y="4401777"/>
            <a:ext cx="2055353" cy="763524"/>
            <a:chOff x="2856299" y="4444623"/>
            <a:chExt cx="2055353" cy="763524"/>
          </a:xfrm>
        </p:grpSpPr>
        <p:sp>
          <p:nvSpPr>
            <p:cNvPr id="45" name="Arrow: Right 87">
              <a:extLst>
                <a:ext uri="{FF2B5EF4-FFF2-40B4-BE49-F238E27FC236}">
                  <a16:creationId xmlns:a16="http://schemas.microsoft.com/office/drawing/2014/main" id="{05F67181-AD9F-D3D1-94C4-78F445587713}"/>
                </a:ext>
              </a:extLst>
            </p:cNvPr>
            <p:cNvSpPr/>
            <p:nvPr/>
          </p:nvSpPr>
          <p:spPr>
            <a:xfrm>
              <a:off x="2856299" y="4723395"/>
              <a:ext cx="2055353" cy="263653"/>
            </a:xfrm>
            <a:prstGeom prst="rightArrow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89" name="사다리꼴 26">
              <a:extLst>
                <a:ext uri="{FF2B5EF4-FFF2-40B4-BE49-F238E27FC236}">
                  <a16:creationId xmlns:a16="http://schemas.microsoft.com/office/drawing/2014/main" id="{7426193E-9256-368A-237A-545DC2B40588}"/>
                </a:ext>
              </a:extLst>
            </p:cNvPr>
            <p:cNvSpPr/>
            <p:nvPr/>
          </p:nvSpPr>
          <p:spPr>
            <a:xfrm rot="5400000">
              <a:off x="3463731" y="4190278"/>
              <a:ext cx="763524" cy="1272214"/>
            </a:xfrm>
            <a:prstGeom prst="trapezoid">
              <a:avLst>
                <a:gd name="adj" fmla="val 0"/>
              </a:avLst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CNN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6C6C3A5-EEFE-B2F0-6FDE-B774BC7AF3A2}"/>
              </a:ext>
            </a:extLst>
          </p:cNvPr>
          <p:cNvGrpSpPr/>
          <p:nvPr/>
        </p:nvGrpSpPr>
        <p:grpSpPr>
          <a:xfrm>
            <a:off x="507164" y="1845687"/>
            <a:ext cx="3517961" cy="1401374"/>
            <a:chOff x="575719" y="1687562"/>
            <a:chExt cx="3517961" cy="1401374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71178718-1578-A917-ACD1-BCF826AB6117}"/>
                </a:ext>
              </a:extLst>
            </p:cNvPr>
            <p:cNvGrpSpPr/>
            <p:nvPr/>
          </p:nvGrpSpPr>
          <p:grpSpPr>
            <a:xfrm>
              <a:off x="1041266" y="1687562"/>
              <a:ext cx="2785497" cy="737354"/>
              <a:chOff x="690294" y="1645439"/>
              <a:chExt cx="2785497" cy="737354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ACAD636F-6DEA-EE35-9BC3-B9CF1C5938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0294" y="1695220"/>
                <a:ext cx="642067" cy="642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98EFE763-CDF3-1DD4-8C3C-DDB849D928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0991" y="1645439"/>
                <a:ext cx="737354" cy="7373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EFBDF956-F48A-9B88-DA90-0A03338C1F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5062" y="1648751"/>
                <a:ext cx="730729" cy="7307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0DBBF21-E7BC-BB02-D46B-37539050B0AF}"/>
                </a:ext>
              </a:extLst>
            </p:cNvPr>
            <p:cNvSpPr txBox="1"/>
            <p:nvPr/>
          </p:nvSpPr>
          <p:spPr>
            <a:xfrm>
              <a:off x="575719" y="2504161"/>
              <a:ext cx="35179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 Images</a:t>
              </a:r>
              <a:b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</a:br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(Normal Class)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96" name="화살표: 아래쪽 95">
            <a:extLst>
              <a:ext uri="{FF2B5EF4-FFF2-40B4-BE49-F238E27FC236}">
                <a16:creationId xmlns:a16="http://schemas.microsoft.com/office/drawing/2014/main" id="{ADCF7FE7-1D71-3132-A2D2-0A7A16EC6487}"/>
              </a:ext>
            </a:extLst>
          </p:cNvPr>
          <p:cNvSpPr/>
          <p:nvPr/>
        </p:nvSpPr>
        <p:spPr>
          <a:xfrm>
            <a:off x="1986706" y="3344110"/>
            <a:ext cx="345091" cy="570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E586248-EFD9-0438-6C40-503A7D695C5D}"/>
              </a:ext>
            </a:extLst>
          </p:cNvPr>
          <p:cNvSpPr txBox="1"/>
          <p:nvPr/>
        </p:nvSpPr>
        <p:spPr>
          <a:xfrm>
            <a:off x="465944" y="5909441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Simplified normal class distribution 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before training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72B31C-0C2C-074F-CD26-45AD493DC32E}"/>
              </a:ext>
            </a:extLst>
          </p:cNvPr>
          <p:cNvSpPr txBox="1"/>
          <p:nvPr/>
        </p:nvSpPr>
        <p:spPr>
          <a:xfrm>
            <a:off x="4874860" y="5913395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Simplified normal class distribution 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after training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3978367-6D88-5C5A-FBE6-9589878FBA06}"/>
              </a:ext>
            </a:extLst>
          </p:cNvPr>
          <p:cNvSpPr txBox="1"/>
          <p:nvPr/>
        </p:nvSpPr>
        <p:spPr>
          <a:xfrm>
            <a:off x="2350297" y="3734913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1. Contrastive Loss</a:t>
            </a:r>
          </a:p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(Only with positive labels)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341D3F-0D21-81CF-D3EC-F9C4B08ACB05}"/>
              </a:ext>
            </a:extLst>
          </p:cNvPr>
          <p:cNvSpPr txBox="1"/>
          <p:nvPr/>
        </p:nvSpPr>
        <p:spPr>
          <a:xfrm>
            <a:off x="2206433" y="1967341"/>
            <a:ext cx="1207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…..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AD9BB053-E286-4CBE-9CD3-E05F85417377}"/>
              </a:ext>
            </a:extLst>
          </p:cNvPr>
          <p:cNvSpPr/>
          <p:nvPr/>
        </p:nvSpPr>
        <p:spPr>
          <a:xfrm>
            <a:off x="394186" y="1665058"/>
            <a:ext cx="3756758" cy="1566117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BDBAEBF-09BE-2DF9-0C81-8B1826D9DCDA}"/>
              </a:ext>
            </a:extLst>
          </p:cNvPr>
          <p:cNvSpPr txBox="1"/>
          <p:nvPr/>
        </p:nvSpPr>
        <p:spPr>
          <a:xfrm>
            <a:off x="394185" y="1528689"/>
            <a:ext cx="143104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Training Set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16AA226-40E0-7F71-1EBF-3532514E9AFF}"/>
              </a:ext>
            </a:extLst>
          </p:cNvPr>
          <p:cNvGrpSpPr/>
          <p:nvPr/>
        </p:nvGrpSpPr>
        <p:grpSpPr>
          <a:xfrm>
            <a:off x="823206" y="3534157"/>
            <a:ext cx="2491861" cy="2383992"/>
            <a:chOff x="823206" y="3534157"/>
            <a:chExt cx="2491861" cy="2383992"/>
          </a:xfrm>
        </p:grpSpPr>
        <p:cxnSp>
          <p:nvCxnSpPr>
            <p:cNvPr id="48" name="Straight Arrow Connector 14">
              <a:extLst>
                <a:ext uri="{FF2B5EF4-FFF2-40B4-BE49-F238E27FC236}">
                  <a16:creationId xmlns:a16="http://schemas.microsoft.com/office/drawing/2014/main" id="{E568D7A4-4613-A98A-1968-81976F8772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862" y="3534157"/>
              <a:ext cx="0" cy="2383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15">
              <a:extLst>
                <a:ext uri="{FF2B5EF4-FFF2-40B4-BE49-F238E27FC236}">
                  <a16:creationId xmlns:a16="http://schemas.microsoft.com/office/drawing/2014/main" id="{67C031B9-E35D-3625-D864-6487E55F66AA}"/>
                </a:ext>
              </a:extLst>
            </p:cNvPr>
            <p:cNvCxnSpPr>
              <a:cxnSpLocks/>
            </p:cNvCxnSpPr>
            <p:nvPr/>
          </p:nvCxnSpPr>
          <p:spPr>
            <a:xfrm>
              <a:off x="1065732" y="5677171"/>
              <a:ext cx="22493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16">
              <a:extLst>
                <a:ext uri="{FF2B5EF4-FFF2-40B4-BE49-F238E27FC236}">
                  <a16:creationId xmlns:a16="http://schemas.microsoft.com/office/drawing/2014/main" id="{721F9E9A-0ED5-427D-303E-FF0A386DA5E3}"/>
                </a:ext>
              </a:extLst>
            </p:cNvPr>
            <p:cNvSpPr/>
            <p:nvPr/>
          </p:nvSpPr>
          <p:spPr>
            <a:xfrm>
              <a:off x="1535927" y="434822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Oval 17">
              <a:extLst>
                <a:ext uri="{FF2B5EF4-FFF2-40B4-BE49-F238E27FC236}">
                  <a16:creationId xmlns:a16="http://schemas.microsoft.com/office/drawing/2014/main" id="{9EC5AE6C-BD63-0F19-C8CA-9734BE2C980E}"/>
                </a:ext>
              </a:extLst>
            </p:cNvPr>
            <p:cNvSpPr/>
            <p:nvPr/>
          </p:nvSpPr>
          <p:spPr>
            <a:xfrm>
              <a:off x="1736061" y="471888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Oval 18">
              <a:extLst>
                <a:ext uri="{FF2B5EF4-FFF2-40B4-BE49-F238E27FC236}">
                  <a16:creationId xmlns:a16="http://schemas.microsoft.com/office/drawing/2014/main" id="{9A1EF24B-2052-C1B9-B95C-59B5B9EFE02E}"/>
                </a:ext>
              </a:extLst>
            </p:cNvPr>
            <p:cNvSpPr/>
            <p:nvPr/>
          </p:nvSpPr>
          <p:spPr>
            <a:xfrm>
              <a:off x="1818500" y="48750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Oval 19">
              <a:extLst>
                <a:ext uri="{FF2B5EF4-FFF2-40B4-BE49-F238E27FC236}">
                  <a16:creationId xmlns:a16="http://schemas.microsoft.com/office/drawing/2014/main" id="{443BBD0C-5D7C-7592-48E0-92E4711C43C1}"/>
                </a:ext>
              </a:extLst>
            </p:cNvPr>
            <p:cNvSpPr/>
            <p:nvPr/>
          </p:nvSpPr>
          <p:spPr>
            <a:xfrm>
              <a:off x="1878390" y="509743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B9778397-4184-8217-A13E-DB87AEBD8D93}"/>
                </a:ext>
              </a:extLst>
            </p:cNvPr>
            <p:cNvSpPr/>
            <p:nvPr/>
          </p:nvSpPr>
          <p:spPr>
            <a:xfrm>
              <a:off x="2025521" y="51687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Oval 22">
              <a:extLst>
                <a:ext uri="{FF2B5EF4-FFF2-40B4-BE49-F238E27FC236}">
                  <a16:creationId xmlns:a16="http://schemas.microsoft.com/office/drawing/2014/main" id="{B1456031-EE3B-9F47-E7E9-76D50617C5A7}"/>
                </a:ext>
              </a:extLst>
            </p:cNvPr>
            <p:cNvSpPr/>
            <p:nvPr/>
          </p:nvSpPr>
          <p:spPr>
            <a:xfrm>
              <a:off x="2183706" y="509339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Oval 23">
              <a:extLst>
                <a:ext uri="{FF2B5EF4-FFF2-40B4-BE49-F238E27FC236}">
                  <a16:creationId xmlns:a16="http://schemas.microsoft.com/office/drawing/2014/main" id="{BA04B6FF-AD7F-E445-896B-D342F5A7ED90}"/>
                </a:ext>
              </a:extLst>
            </p:cNvPr>
            <p:cNvSpPr/>
            <p:nvPr/>
          </p:nvSpPr>
          <p:spPr>
            <a:xfrm>
              <a:off x="2273494" y="519147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Oval 24">
              <a:extLst>
                <a:ext uri="{FF2B5EF4-FFF2-40B4-BE49-F238E27FC236}">
                  <a16:creationId xmlns:a16="http://schemas.microsoft.com/office/drawing/2014/main" id="{AAF4FF2B-91D5-AE6C-ED17-BD179228951F}"/>
                </a:ext>
              </a:extLst>
            </p:cNvPr>
            <p:cNvSpPr/>
            <p:nvPr/>
          </p:nvSpPr>
          <p:spPr>
            <a:xfrm>
              <a:off x="2392868" y="504512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Oval 25">
              <a:extLst>
                <a:ext uri="{FF2B5EF4-FFF2-40B4-BE49-F238E27FC236}">
                  <a16:creationId xmlns:a16="http://schemas.microsoft.com/office/drawing/2014/main" id="{BDE2DD2A-50D0-2F69-38FF-1534DCF99540}"/>
                </a:ext>
              </a:extLst>
            </p:cNvPr>
            <p:cNvSpPr/>
            <p:nvPr/>
          </p:nvSpPr>
          <p:spPr>
            <a:xfrm>
              <a:off x="2560825" y="514027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Oval 26">
              <a:extLst>
                <a:ext uri="{FF2B5EF4-FFF2-40B4-BE49-F238E27FC236}">
                  <a16:creationId xmlns:a16="http://schemas.microsoft.com/office/drawing/2014/main" id="{19544DA3-A828-AC41-925C-73CCC8BEFB70}"/>
                </a:ext>
              </a:extLst>
            </p:cNvPr>
            <p:cNvSpPr/>
            <p:nvPr/>
          </p:nvSpPr>
          <p:spPr>
            <a:xfrm>
              <a:off x="2698183" y="500351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Oval 27">
              <a:extLst>
                <a:ext uri="{FF2B5EF4-FFF2-40B4-BE49-F238E27FC236}">
                  <a16:creationId xmlns:a16="http://schemas.microsoft.com/office/drawing/2014/main" id="{FB506F6A-0B31-E733-BD5F-82510F20A155}"/>
                </a:ext>
              </a:extLst>
            </p:cNvPr>
            <p:cNvSpPr/>
            <p:nvPr/>
          </p:nvSpPr>
          <p:spPr>
            <a:xfrm>
              <a:off x="2862618" y="508797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Oval 28">
              <a:extLst>
                <a:ext uri="{FF2B5EF4-FFF2-40B4-BE49-F238E27FC236}">
                  <a16:creationId xmlns:a16="http://schemas.microsoft.com/office/drawing/2014/main" id="{EBCAF74D-1A03-63E3-0B88-38D6834A9F93}"/>
                </a:ext>
              </a:extLst>
            </p:cNvPr>
            <p:cNvSpPr/>
            <p:nvPr/>
          </p:nvSpPr>
          <p:spPr>
            <a:xfrm>
              <a:off x="2867638" y="48839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Oval 29">
              <a:extLst>
                <a:ext uri="{FF2B5EF4-FFF2-40B4-BE49-F238E27FC236}">
                  <a16:creationId xmlns:a16="http://schemas.microsoft.com/office/drawing/2014/main" id="{CD4CCEF4-2038-700E-EBB9-41A5A50FF854}"/>
                </a:ext>
              </a:extLst>
            </p:cNvPr>
            <p:cNvSpPr/>
            <p:nvPr/>
          </p:nvSpPr>
          <p:spPr>
            <a:xfrm>
              <a:off x="2711721" y="520814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Oval 30">
              <a:extLst>
                <a:ext uri="{FF2B5EF4-FFF2-40B4-BE49-F238E27FC236}">
                  <a16:creationId xmlns:a16="http://schemas.microsoft.com/office/drawing/2014/main" id="{138F130A-B729-B040-71EA-58EF38488E7A}"/>
                </a:ext>
              </a:extLst>
            </p:cNvPr>
            <p:cNvSpPr/>
            <p:nvPr/>
          </p:nvSpPr>
          <p:spPr>
            <a:xfrm>
              <a:off x="2492608" y="528719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Oval 31">
              <a:extLst>
                <a:ext uri="{FF2B5EF4-FFF2-40B4-BE49-F238E27FC236}">
                  <a16:creationId xmlns:a16="http://schemas.microsoft.com/office/drawing/2014/main" id="{B761BE1E-FB0A-B610-FDA5-5B09A12F408C}"/>
                </a:ext>
              </a:extLst>
            </p:cNvPr>
            <p:cNvSpPr/>
            <p:nvPr/>
          </p:nvSpPr>
          <p:spPr>
            <a:xfrm>
              <a:off x="2310750" y="536790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Oval 32">
              <a:extLst>
                <a:ext uri="{FF2B5EF4-FFF2-40B4-BE49-F238E27FC236}">
                  <a16:creationId xmlns:a16="http://schemas.microsoft.com/office/drawing/2014/main" id="{8CB50783-6CC3-E0F7-70A9-62A5519507D8}"/>
                </a:ext>
              </a:extLst>
            </p:cNvPr>
            <p:cNvSpPr/>
            <p:nvPr/>
          </p:nvSpPr>
          <p:spPr>
            <a:xfrm>
              <a:off x="2107960" y="532709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Oval 33">
              <a:extLst>
                <a:ext uri="{FF2B5EF4-FFF2-40B4-BE49-F238E27FC236}">
                  <a16:creationId xmlns:a16="http://schemas.microsoft.com/office/drawing/2014/main" id="{C2117D86-5D96-28DA-F431-DA48CD352105}"/>
                </a:ext>
              </a:extLst>
            </p:cNvPr>
            <p:cNvSpPr/>
            <p:nvPr/>
          </p:nvSpPr>
          <p:spPr>
            <a:xfrm>
              <a:off x="1912980" y="5319172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Oval 34">
              <a:extLst>
                <a:ext uri="{FF2B5EF4-FFF2-40B4-BE49-F238E27FC236}">
                  <a16:creationId xmlns:a16="http://schemas.microsoft.com/office/drawing/2014/main" id="{4CC80A0D-CCED-68FC-6C04-464406CFBFF3}"/>
                </a:ext>
              </a:extLst>
            </p:cNvPr>
            <p:cNvSpPr/>
            <p:nvPr/>
          </p:nvSpPr>
          <p:spPr>
            <a:xfrm>
              <a:off x="1661682" y="512245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Oval 35">
              <a:extLst>
                <a:ext uri="{FF2B5EF4-FFF2-40B4-BE49-F238E27FC236}">
                  <a16:creationId xmlns:a16="http://schemas.microsoft.com/office/drawing/2014/main" id="{1CCAC921-057C-FB66-A54D-E8F3FEEB43B8}"/>
                </a:ext>
              </a:extLst>
            </p:cNvPr>
            <p:cNvSpPr/>
            <p:nvPr/>
          </p:nvSpPr>
          <p:spPr>
            <a:xfrm>
              <a:off x="1706368" y="502217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Oval 36">
              <a:extLst>
                <a:ext uri="{FF2B5EF4-FFF2-40B4-BE49-F238E27FC236}">
                  <a16:creationId xmlns:a16="http://schemas.microsoft.com/office/drawing/2014/main" id="{F58F9DCA-303C-001D-542F-D6BE0C0487C1}"/>
                </a:ext>
              </a:extLst>
            </p:cNvPr>
            <p:cNvSpPr/>
            <p:nvPr/>
          </p:nvSpPr>
          <p:spPr>
            <a:xfrm>
              <a:off x="1509482" y="495943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Oval 37">
              <a:extLst>
                <a:ext uri="{FF2B5EF4-FFF2-40B4-BE49-F238E27FC236}">
                  <a16:creationId xmlns:a16="http://schemas.microsoft.com/office/drawing/2014/main" id="{905246DF-878D-7A46-2D28-13B7EE0ABFF6}"/>
                </a:ext>
              </a:extLst>
            </p:cNvPr>
            <p:cNvSpPr/>
            <p:nvPr/>
          </p:nvSpPr>
          <p:spPr>
            <a:xfrm>
              <a:off x="1591921" y="485462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Oval 38">
              <a:extLst>
                <a:ext uri="{FF2B5EF4-FFF2-40B4-BE49-F238E27FC236}">
                  <a16:creationId xmlns:a16="http://schemas.microsoft.com/office/drawing/2014/main" id="{E8502644-4377-C341-C6FA-15D685A67749}"/>
                </a:ext>
              </a:extLst>
            </p:cNvPr>
            <p:cNvSpPr/>
            <p:nvPr/>
          </p:nvSpPr>
          <p:spPr>
            <a:xfrm>
              <a:off x="1427042" y="475814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Oval 39">
              <a:extLst>
                <a:ext uri="{FF2B5EF4-FFF2-40B4-BE49-F238E27FC236}">
                  <a16:creationId xmlns:a16="http://schemas.microsoft.com/office/drawing/2014/main" id="{CFECD4AA-01C3-81A2-4B5E-76C47C375EAA}"/>
                </a:ext>
              </a:extLst>
            </p:cNvPr>
            <p:cNvSpPr/>
            <p:nvPr/>
          </p:nvSpPr>
          <p:spPr>
            <a:xfrm>
              <a:off x="1579243" y="465715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40">
              <a:extLst>
                <a:ext uri="{FF2B5EF4-FFF2-40B4-BE49-F238E27FC236}">
                  <a16:creationId xmlns:a16="http://schemas.microsoft.com/office/drawing/2014/main" id="{E794236A-3FA7-FEE4-AE39-7CA44EC0481B}"/>
                </a:ext>
              </a:extLst>
            </p:cNvPr>
            <p:cNvSpPr/>
            <p:nvPr/>
          </p:nvSpPr>
          <p:spPr>
            <a:xfrm>
              <a:off x="1674360" y="4511975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41">
              <a:extLst>
                <a:ext uri="{FF2B5EF4-FFF2-40B4-BE49-F238E27FC236}">
                  <a16:creationId xmlns:a16="http://schemas.microsoft.com/office/drawing/2014/main" id="{5F9DEBE7-9128-1679-85D1-73A6FDCF08A1}"/>
                </a:ext>
              </a:extLst>
            </p:cNvPr>
            <p:cNvSpPr/>
            <p:nvPr/>
          </p:nvSpPr>
          <p:spPr>
            <a:xfrm>
              <a:off x="1509482" y="454538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11709AE-C339-C09A-FF78-7077CEE3A0F0}"/>
                    </a:ext>
                  </a:extLst>
                </p:cNvPr>
                <p:cNvSpPr txBox="1"/>
                <p:nvPr/>
              </p:nvSpPr>
              <p:spPr>
                <a:xfrm>
                  <a:off x="823206" y="3534157"/>
                  <a:ext cx="345091" cy="2532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11709AE-C339-C09A-FF78-7077CEE3A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206" y="3534157"/>
                  <a:ext cx="345091" cy="253297"/>
                </a:xfrm>
                <a:prstGeom prst="rect">
                  <a:avLst/>
                </a:prstGeom>
                <a:blipFill>
                  <a:blip r:embed="rId5"/>
                  <a:stretch>
                    <a:fillRect l="-14035" r="-28070" b="-121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784FF608-5CB7-60FD-046D-B8DFF61E7694}"/>
                    </a:ext>
                  </a:extLst>
                </p:cNvPr>
                <p:cNvSpPr txBox="1"/>
                <p:nvPr/>
              </p:nvSpPr>
              <p:spPr>
                <a:xfrm>
                  <a:off x="3027479" y="5625139"/>
                  <a:ext cx="2623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784FF608-5CB7-60FD-046D-B8DFF61E7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7479" y="5625139"/>
                  <a:ext cx="26238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1628" r="-232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Oval 20">
              <a:extLst>
                <a:ext uri="{FF2B5EF4-FFF2-40B4-BE49-F238E27FC236}">
                  <a16:creationId xmlns:a16="http://schemas.microsoft.com/office/drawing/2014/main" id="{0C720CD8-3A00-3A8C-CC68-6D1873AADF32}"/>
                </a:ext>
              </a:extLst>
            </p:cNvPr>
            <p:cNvSpPr/>
            <p:nvPr/>
          </p:nvSpPr>
          <p:spPr>
            <a:xfrm>
              <a:off x="2159251" y="434170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Oval 21">
              <a:extLst>
                <a:ext uri="{FF2B5EF4-FFF2-40B4-BE49-F238E27FC236}">
                  <a16:creationId xmlns:a16="http://schemas.microsoft.com/office/drawing/2014/main" id="{C5DD5A08-7B15-D2A4-F967-5437ACDFAAF0}"/>
                </a:ext>
              </a:extLst>
            </p:cNvPr>
            <p:cNvSpPr/>
            <p:nvPr/>
          </p:nvSpPr>
          <p:spPr>
            <a:xfrm>
              <a:off x="2177921" y="4583332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Oval 22">
              <a:extLst>
                <a:ext uri="{FF2B5EF4-FFF2-40B4-BE49-F238E27FC236}">
                  <a16:creationId xmlns:a16="http://schemas.microsoft.com/office/drawing/2014/main" id="{5B07F2CC-66AE-516F-DC8A-4CEAC59A677F}"/>
                </a:ext>
              </a:extLst>
            </p:cNvPr>
            <p:cNvSpPr/>
            <p:nvPr/>
          </p:nvSpPr>
          <p:spPr>
            <a:xfrm>
              <a:off x="2336106" y="450796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Oval 23">
              <a:extLst>
                <a:ext uri="{FF2B5EF4-FFF2-40B4-BE49-F238E27FC236}">
                  <a16:creationId xmlns:a16="http://schemas.microsoft.com/office/drawing/2014/main" id="{FAC50B47-9BB1-3E44-6D1E-8476453B04FD}"/>
                </a:ext>
              </a:extLst>
            </p:cNvPr>
            <p:cNvSpPr/>
            <p:nvPr/>
          </p:nvSpPr>
          <p:spPr>
            <a:xfrm>
              <a:off x="2425894" y="460604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Oval 24">
              <a:extLst>
                <a:ext uri="{FF2B5EF4-FFF2-40B4-BE49-F238E27FC236}">
                  <a16:creationId xmlns:a16="http://schemas.microsoft.com/office/drawing/2014/main" id="{B8C3C04E-E534-D9D1-DAE6-9D7A6D911784}"/>
                </a:ext>
              </a:extLst>
            </p:cNvPr>
            <p:cNvSpPr/>
            <p:nvPr/>
          </p:nvSpPr>
          <p:spPr>
            <a:xfrm>
              <a:off x="2545268" y="445969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Oval 25">
              <a:extLst>
                <a:ext uri="{FF2B5EF4-FFF2-40B4-BE49-F238E27FC236}">
                  <a16:creationId xmlns:a16="http://schemas.microsoft.com/office/drawing/2014/main" id="{E92948BD-E498-5EA7-19EF-6A90775218E1}"/>
                </a:ext>
              </a:extLst>
            </p:cNvPr>
            <p:cNvSpPr/>
            <p:nvPr/>
          </p:nvSpPr>
          <p:spPr>
            <a:xfrm>
              <a:off x="2713225" y="45548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Oval 30">
              <a:extLst>
                <a:ext uri="{FF2B5EF4-FFF2-40B4-BE49-F238E27FC236}">
                  <a16:creationId xmlns:a16="http://schemas.microsoft.com/office/drawing/2014/main" id="{ABDC88EE-D837-4D3B-BFE8-1D0886694505}"/>
                </a:ext>
              </a:extLst>
            </p:cNvPr>
            <p:cNvSpPr/>
            <p:nvPr/>
          </p:nvSpPr>
          <p:spPr>
            <a:xfrm>
              <a:off x="2645008" y="47017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Oval 18">
              <a:extLst>
                <a:ext uri="{FF2B5EF4-FFF2-40B4-BE49-F238E27FC236}">
                  <a16:creationId xmlns:a16="http://schemas.microsoft.com/office/drawing/2014/main" id="{BE5F3760-E75A-A88F-B332-A5B3CF504720}"/>
                </a:ext>
              </a:extLst>
            </p:cNvPr>
            <p:cNvSpPr/>
            <p:nvPr/>
          </p:nvSpPr>
          <p:spPr>
            <a:xfrm>
              <a:off x="1703870" y="397227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Oval 19">
              <a:extLst>
                <a:ext uri="{FF2B5EF4-FFF2-40B4-BE49-F238E27FC236}">
                  <a16:creationId xmlns:a16="http://schemas.microsoft.com/office/drawing/2014/main" id="{5194DD24-5FA8-3EAA-08F7-FA575BFAC76E}"/>
                </a:ext>
              </a:extLst>
            </p:cNvPr>
            <p:cNvSpPr/>
            <p:nvPr/>
          </p:nvSpPr>
          <p:spPr>
            <a:xfrm>
              <a:off x="1763760" y="419464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Oval 20">
              <a:extLst>
                <a:ext uri="{FF2B5EF4-FFF2-40B4-BE49-F238E27FC236}">
                  <a16:creationId xmlns:a16="http://schemas.microsoft.com/office/drawing/2014/main" id="{4BE0CCA9-AF0D-695E-8CC5-FCCA0EC651D5}"/>
                </a:ext>
              </a:extLst>
            </p:cNvPr>
            <p:cNvSpPr/>
            <p:nvPr/>
          </p:nvSpPr>
          <p:spPr>
            <a:xfrm>
              <a:off x="1892221" y="40243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Oval 21">
              <a:extLst>
                <a:ext uri="{FF2B5EF4-FFF2-40B4-BE49-F238E27FC236}">
                  <a16:creationId xmlns:a16="http://schemas.microsoft.com/office/drawing/2014/main" id="{035BC28E-DD6D-6241-75C7-BFEB949D1B1A}"/>
                </a:ext>
              </a:extLst>
            </p:cNvPr>
            <p:cNvSpPr/>
            <p:nvPr/>
          </p:nvSpPr>
          <p:spPr>
            <a:xfrm>
              <a:off x="1910891" y="426597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Oval 22">
              <a:extLst>
                <a:ext uri="{FF2B5EF4-FFF2-40B4-BE49-F238E27FC236}">
                  <a16:creationId xmlns:a16="http://schemas.microsoft.com/office/drawing/2014/main" id="{2DA99208-5614-6891-3256-256C7AFC8BE3}"/>
                </a:ext>
              </a:extLst>
            </p:cNvPr>
            <p:cNvSpPr/>
            <p:nvPr/>
          </p:nvSpPr>
          <p:spPr>
            <a:xfrm>
              <a:off x="2069076" y="419060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Oval 24">
              <a:extLst>
                <a:ext uri="{FF2B5EF4-FFF2-40B4-BE49-F238E27FC236}">
                  <a16:creationId xmlns:a16="http://schemas.microsoft.com/office/drawing/2014/main" id="{88D5EDD9-4126-A8E4-BF50-E198FDEFE190}"/>
                </a:ext>
              </a:extLst>
            </p:cNvPr>
            <p:cNvSpPr/>
            <p:nvPr/>
          </p:nvSpPr>
          <p:spPr>
            <a:xfrm>
              <a:off x="2278238" y="414234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Oval 25">
              <a:extLst>
                <a:ext uri="{FF2B5EF4-FFF2-40B4-BE49-F238E27FC236}">
                  <a16:creationId xmlns:a16="http://schemas.microsoft.com/office/drawing/2014/main" id="{74A759A8-DE36-A93F-3AE4-9D5427C1D1AD}"/>
                </a:ext>
              </a:extLst>
            </p:cNvPr>
            <p:cNvSpPr/>
            <p:nvPr/>
          </p:nvSpPr>
          <p:spPr>
            <a:xfrm>
              <a:off x="2446195" y="423749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Oval 30">
              <a:extLst>
                <a:ext uri="{FF2B5EF4-FFF2-40B4-BE49-F238E27FC236}">
                  <a16:creationId xmlns:a16="http://schemas.microsoft.com/office/drawing/2014/main" id="{CC0621DE-76DB-D953-CAB1-9459D2CA6079}"/>
                </a:ext>
              </a:extLst>
            </p:cNvPr>
            <p:cNvSpPr/>
            <p:nvPr/>
          </p:nvSpPr>
          <p:spPr>
            <a:xfrm>
              <a:off x="2377978" y="438441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Oval 32">
              <a:extLst>
                <a:ext uri="{FF2B5EF4-FFF2-40B4-BE49-F238E27FC236}">
                  <a16:creationId xmlns:a16="http://schemas.microsoft.com/office/drawing/2014/main" id="{F30C9C4C-9A45-8C46-6589-AC44F969B556}"/>
                </a:ext>
              </a:extLst>
            </p:cNvPr>
            <p:cNvSpPr/>
            <p:nvPr/>
          </p:nvSpPr>
          <p:spPr>
            <a:xfrm>
              <a:off x="1993330" y="442430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Oval 33">
              <a:extLst>
                <a:ext uri="{FF2B5EF4-FFF2-40B4-BE49-F238E27FC236}">
                  <a16:creationId xmlns:a16="http://schemas.microsoft.com/office/drawing/2014/main" id="{BA8FCC46-DF41-56B2-0CE5-DA37FDC11F59}"/>
                </a:ext>
              </a:extLst>
            </p:cNvPr>
            <p:cNvSpPr/>
            <p:nvPr/>
          </p:nvSpPr>
          <p:spPr>
            <a:xfrm>
              <a:off x="1798350" y="441638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Oval 18">
              <a:extLst>
                <a:ext uri="{FF2B5EF4-FFF2-40B4-BE49-F238E27FC236}">
                  <a16:creationId xmlns:a16="http://schemas.microsoft.com/office/drawing/2014/main" id="{CC3D4872-7AF7-E906-FEB8-95BC16A330A0}"/>
                </a:ext>
              </a:extLst>
            </p:cNvPr>
            <p:cNvSpPr/>
            <p:nvPr/>
          </p:nvSpPr>
          <p:spPr>
            <a:xfrm>
              <a:off x="1840012" y="45029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Oval 19">
              <a:extLst>
                <a:ext uri="{FF2B5EF4-FFF2-40B4-BE49-F238E27FC236}">
                  <a16:creationId xmlns:a16="http://schemas.microsoft.com/office/drawing/2014/main" id="{3BEA9E48-0685-01F3-68C3-92E173E3E5BB}"/>
                </a:ext>
              </a:extLst>
            </p:cNvPr>
            <p:cNvSpPr/>
            <p:nvPr/>
          </p:nvSpPr>
          <p:spPr>
            <a:xfrm>
              <a:off x="1899902" y="472530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Oval 20">
              <a:extLst>
                <a:ext uri="{FF2B5EF4-FFF2-40B4-BE49-F238E27FC236}">
                  <a16:creationId xmlns:a16="http://schemas.microsoft.com/office/drawing/2014/main" id="{D92DCE1F-A99A-86A5-9365-23EE3FF89AB1}"/>
                </a:ext>
              </a:extLst>
            </p:cNvPr>
            <p:cNvSpPr/>
            <p:nvPr/>
          </p:nvSpPr>
          <p:spPr>
            <a:xfrm>
              <a:off x="2053339" y="457146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Oval 21">
              <a:extLst>
                <a:ext uri="{FF2B5EF4-FFF2-40B4-BE49-F238E27FC236}">
                  <a16:creationId xmlns:a16="http://schemas.microsoft.com/office/drawing/2014/main" id="{D0FDAAFF-2296-9C0C-3133-99DFF2492BE1}"/>
                </a:ext>
              </a:extLst>
            </p:cNvPr>
            <p:cNvSpPr/>
            <p:nvPr/>
          </p:nvSpPr>
          <p:spPr>
            <a:xfrm>
              <a:off x="2047033" y="47966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Oval 22">
              <a:extLst>
                <a:ext uri="{FF2B5EF4-FFF2-40B4-BE49-F238E27FC236}">
                  <a16:creationId xmlns:a16="http://schemas.microsoft.com/office/drawing/2014/main" id="{E2843EA5-4105-F8C5-43D6-B2155F8C411A}"/>
                </a:ext>
              </a:extLst>
            </p:cNvPr>
            <p:cNvSpPr/>
            <p:nvPr/>
          </p:nvSpPr>
          <p:spPr>
            <a:xfrm>
              <a:off x="2205218" y="472126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Oval 23">
              <a:extLst>
                <a:ext uri="{FF2B5EF4-FFF2-40B4-BE49-F238E27FC236}">
                  <a16:creationId xmlns:a16="http://schemas.microsoft.com/office/drawing/2014/main" id="{69D1FB65-BDF1-1527-D9E7-5615008EA779}"/>
                </a:ext>
              </a:extLst>
            </p:cNvPr>
            <p:cNvSpPr/>
            <p:nvPr/>
          </p:nvSpPr>
          <p:spPr>
            <a:xfrm>
              <a:off x="2295006" y="481934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Oval 25">
              <a:extLst>
                <a:ext uri="{FF2B5EF4-FFF2-40B4-BE49-F238E27FC236}">
                  <a16:creationId xmlns:a16="http://schemas.microsoft.com/office/drawing/2014/main" id="{04C86EE0-8D4C-9E26-D746-7652A77CD4E8}"/>
                </a:ext>
              </a:extLst>
            </p:cNvPr>
            <p:cNvSpPr/>
            <p:nvPr/>
          </p:nvSpPr>
          <p:spPr>
            <a:xfrm>
              <a:off x="2582337" y="476815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Oval 30">
              <a:extLst>
                <a:ext uri="{FF2B5EF4-FFF2-40B4-BE49-F238E27FC236}">
                  <a16:creationId xmlns:a16="http://schemas.microsoft.com/office/drawing/2014/main" id="{726A4166-0AE0-E15C-1A46-81CA3F75D635}"/>
                </a:ext>
              </a:extLst>
            </p:cNvPr>
            <p:cNvSpPr/>
            <p:nvPr/>
          </p:nvSpPr>
          <p:spPr>
            <a:xfrm>
              <a:off x="2514120" y="491506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Oval 32">
              <a:extLst>
                <a:ext uri="{FF2B5EF4-FFF2-40B4-BE49-F238E27FC236}">
                  <a16:creationId xmlns:a16="http://schemas.microsoft.com/office/drawing/2014/main" id="{3CDBD3FE-0C52-7F19-999E-78BA83B0727D}"/>
                </a:ext>
              </a:extLst>
            </p:cNvPr>
            <p:cNvSpPr/>
            <p:nvPr/>
          </p:nvSpPr>
          <p:spPr>
            <a:xfrm>
              <a:off x="2129472" y="495496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Oval 33">
              <a:extLst>
                <a:ext uri="{FF2B5EF4-FFF2-40B4-BE49-F238E27FC236}">
                  <a16:creationId xmlns:a16="http://schemas.microsoft.com/office/drawing/2014/main" id="{179DD881-B5EE-B7BE-A8B5-974B7FC845EF}"/>
                </a:ext>
              </a:extLst>
            </p:cNvPr>
            <p:cNvSpPr/>
            <p:nvPr/>
          </p:nvSpPr>
          <p:spPr>
            <a:xfrm>
              <a:off x="1934492" y="49470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B4F52260-CFB6-B5C0-CFAF-C1B88BDC1983}"/>
              </a:ext>
            </a:extLst>
          </p:cNvPr>
          <p:cNvGrpSpPr/>
          <p:nvPr/>
        </p:nvGrpSpPr>
        <p:grpSpPr>
          <a:xfrm>
            <a:off x="5134008" y="3418812"/>
            <a:ext cx="2541371" cy="2383992"/>
            <a:chOff x="5134008" y="3418812"/>
            <a:chExt cx="2541371" cy="2383992"/>
          </a:xfrm>
        </p:grpSpPr>
        <p:sp>
          <p:nvSpPr>
            <p:cNvPr id="11" name="Oval 49">
              <a:extLst>
                <a:ext uri="{FF2B5EF4-FFF2-40B4-BE49-F238E27FC236}">
                  <a16:creationId xmlns:a16="http://schemas.microsoft.com/office/drawing/2014/main" id="{3C0563D6-C726-802C-FB9F-DDED14BC3612}"/>
                </a:ext>
              </a:extLst>
            </p:cNvPr>
            <p:cNvSpPr/>
            <p:nvPr/>
          </p:nvSpPr>
          <p:spPr>
            <a:xfrm>
              <a:off x="6188260" y="454645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50">
              <a:extLst>
                <a:ext uri="{FF2B5EF4-FFF2-40B4-BE49-F238E27FC236}">
                  <a16:creationId xmlns:a16="http://schemas.microsoft.com/office/drawing/2014/main" id="{6A82E584-B215-7A7F-9A82-7B0280ED0D31}"/>
                </a:ext>
              </a:extLst>
            </p:cNvPr>
            <p:cNvSpPr/>
            <p:nvPr/>
          </p:nvSpPr>
          <p:spPr>
            <a:xfrm>
              <a:off x="6589155" y="5186240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51">
              <a:extLst>
                <a:ext uri="{FF2B5EF4-FFF2-40B4-BE49-F238E27FC236}">
                  <a16:creationId xmlns:a16="http://schemas.microsoft.com/office/drawing/2014/main" id="{AE8DCCBD-7E22-510D-0064-5E185492352B}"/>
                </a:ext>
              </a:extLst>
            </p:cNvPr>
            <p:cNvSpPr/>
            <p:nvPr/>
          </p:nvSpPr>
          <p:spPr>
            <a:xfrm>
              <a:off x="6170762" y="4912710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52">
              <a:extLst>
                <a:ext uri="{FF2B5EF4-FFF2-40B4-BE49-F238E27FC236}">
                  <a16:creationId xmlns:a16="http://schemas.microsoft.com/office/drawing/2014/main" id="{31A6F237-4E2C-A814-4EA9-F485C35F5154}"/>
                </a:ext>
              </a:extLst>
            </p:cNvPr>
            <p:cNvSpPr/>
            <p:nvPr/>
          </p:nvSpPr>
          <p:spPr>
            <a:xfrm>
              <a:off x="7108815" y="433530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53">
              <a:extLst>
                <a:ext uri="{FF2B5EF4-FFF2-40B4-BE49-F238E27FC236}">
                  <a16:creationId xmlns:a16="http://schemas.microsoft.com/office/drawing/2014/main" id="{46427609-414C-3470-0329-F12EE42A8D61}"/>
                </a:ext>
              </a:extLst>
            </p:cNvPr>
            <p:cNvSpPr/>
            <p:nvPr/>
          </p:nvSpPr>
          <p:spPr>
            <a:xfrm>
              <a:off x="6559875" y="523391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54">
              <a:extLst>
                <a:ext uri="{FF2B5EF4-FFF2-40B4-BE49-F238E27FC236}">
                  <a16:creationId xmlns:a16="http://schemas.microsoft.com/office/drawing/2014/main" id="{CE9B2B2B-0825-50FF-70AA-0B769F28B267}"/>
                </a:ext>
              </a:extLst>
            </p:cNvPr>
            <p:cNvSpPr/>
            <p:nvPr/>
          </p:nvSpPr>
          <p:spPr>
            <a:xfrm>
              <a:off x="6611290" y="4820136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55">
              <a:extLst>
                <a:ext uri="{FF2B5EF4-FFF2-40B4-BE49-F238E27FC236}">
                  <a16:creationId xmlns:a16="http://schemas.microsoft.com/office/drawing/2014/main" id="{8B120338-3946-7CC4-CAC3-CBB237BBF75A}"/>
                </a:ext>
              </a:extLst>
            </p:cNvPr>
            <p:cNvSpPr/>
            <p:nvPr/>
          </p:nvSpPr>
          <p:spPr>
            <a:xfrm>
              <a:off x="7120251" y="428039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56">
              <a:extLst>
                <a:ext uri="{FF2B5EF4-FFF2-40B4-BE49-F238E27FC236}">
                  <a16:creationId xmlns:a16="http://schemas.microsoft.com/office/drawing/2014/main" id="{1EBF7D89-F108-64C3-9E43-CAF9A927DA69}"/>
                </a:ext>
              </a:extLst>
            </p:cNvPr>
            <p:cNvSpPr/>
            <p:nvPr/>
          </p:nvSpPr>
          <p:spPr>
            <a:xfrm>
              <a:off x="7210038" y="437847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57">
              <a:extLst>
                <a:ext uri="{FF2B5EF4-FFF2-40B4-BE49-F238E27FC236}">
                  <a16:creationId xmlns:a16="http://schemas.microsoft.com/office/drawing/2014/main" id="{BF16AE51-8216-8671-8357-D86644DC3955}"/>
                </a:ext>
              </a:extLst>
            </p:cNvPr>
            <p:cNvSpPr/>
            <p:nvPr/>
          </p:nvSpPr>
          <p:spPr>
            <a:xfrm>
              <a:off x="6664922" y="514859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58">
              <a:extLst>
                <a:ext uri="{FF2B5EF4-FFF2-40B4-BE49-F238E27FC236}">
                  <a16:creationId xmlns:a16="http://schemas.microsoft.com/office/drawing/2014/main" id="{D2AC032F-D4C6-E260-5ABE-401C07365201}"/>
                </a:ext>
              </a:extLst>
            </p:cNvPr>
            <p:cNvSpPr/>
            <p:nvPr/>
          </p:nvSpPr>
          <p:spPr>
            <a:xfrm>
              <a:off x="6322720" y="542368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Oval 59">
              <a:extLst>
                <a:ext uri="{FF2B5EF4-FFF2-40B4-BE49-F238E27FC236}">
                  <a16:creationId xmlns:a16="http://schemas.microsoft.com/office/drawing/2014/main" id="{632994EC-4578-7B21-C312-31C8C6816FF6}"/>
                </a:ext>
              </a:extLst>
            </p:cNvPr>
            <p:cNvSpPr/>
            <p:nvPr/>
          </p:nvSpPr>
          <p:spPr>
            <a:xfrm>
              <a:off x="7114061" y="426376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Oval 60">
              <a:extLst>
                <a:ext uri="{FF2B5EF4-FFF2-40B4-BE49-F238E27FC236}">
                  <a16:creationId xmlns:a16="http://schemas.microsoft.com/office/drawing/2014/main" id="{E4F5B7E8-DB71-259E-0EF8-63D774F0CE4D}"/>
                </a:ext>
              </a:extLst>
            </p:cNvPr>
            <p:cNvSpPr/>
            <p:nvPr/>
          </p:nvSpPr>
          <p:spPr>
            <a:xfrm>
              <a:off x="7278495" y="434822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61">
              <a:extLst>
                <a:ext uri="{FF2B5EF4-FFF2-40B4-BE49-F238E27FC236}">
                  <a16:creationId xmlns:a16="http://schemas.microsoft.com/office/drawing/2014/main" id="{F2720F41-86E2-0BA2-AD58-4A748D5AFFF8}"/>
                </a:ext>
              </a:extLst>
            </p:cNvPr>
            <p:cNvSpPr/>
            <p:nvPr/>
          </p:nvSpPr>
          <p:spPr>
            <a:xfrm>
              <a:off x="6344981" y="450682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62">
              <a:extLst>
                <a:ext uri="{FF2B5EF4-FFF2-40B4-BE49-F238E27FC236}">
                  <a16:creationId xmlns:a16="http://schemas.microsoft.com/office/drawing/2014/main" id="{C9DCC9E9-1F7A-47A7-E794-CF26038773E2}"/>
                </a:ext>
              </a:extLst>
            </p:cNvPr>
            <p:cNvSpPr/>
            <p:nvPr/>
          </p:nvSpPr>
          <p:spPr>
            <a:xfrm>
              <a:off x="6683705" y="515103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63">
              <a:extLst>
                <a:ext uri="{FF2B5EF4-FFF2-40B4-BE49-F238E27FC236}">
                  <a16:creationId xmlns:a16="http://schemas.microsoft.com/office/drawing/2014/main" id="{F1443C9B-6FC0-F88D-1E9F-CB49154A336A}"/>
                </a:ext>
              </a:extLst>
            </p:cNvPr>
            <p:cNvSpPr/>
            <p:nvPr/>
          </p:nvSpPr>
          <p:spPr>
            <a:xfrm>
              <a:off x="6263831" y="496094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Oval 64">
              <a:extLst>
                <a:ext uri="{FF2B5EF4-FFF2-40B4-BE49-F238E27FC236}">
                  <a16:creationId xmlns:a16="http://schemas.microsoft.com/office/drawing/2014/main" id="{B88C4C35-0D14-B0EF-5808-D3DF7ECF3991}"/>
                </a:ext>
              </a:extLst>
            </p:cNvPr>
            <p:cNvSpPr/>
            <p:nvPr/>
          </p:nvSpPr>
          <p:spPr>
            <a:xfrm>
              <a:off x="6162045" y="504664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Oval 65">
              <a:extLst>
                <a:ext uri="{FF2B5EF4-FFF2-40B4-BE49-F238E27FC236}">
                  <a16:creationId xmlns:a16="http://schemas.microsoft.com/office/drawing/2014/main" id="{6C4B4169-46BD-F96C-5155-0234F2BF8DC9}"/>
                </a:ext>
              </a:extLst>
            </p:cNvPr>
            <p:cNvSpPr/>
            <p:nvPr/>
          </p:nvSpPr>
          <p:spPr>
            <a:xfrm>
              <a:off x="6600610" y="519672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Oval 66">
              <a:extLst>
                <a:ext uri="{FF2B5EF4-FFF2-40B4-BE49-F238E27FC236}">
                  <a16:creationId xmlns:a16="http://schemas.microsoft.com/office/drawing/2014/main" id="{04CE2B27-6F29-D54F-B1CD-D2CDF02D3FB1}"/>
                </a:ext>
              </a:extLst>
            </p:cNvPr>
            <p:cNvSpPr/>
            <p:nvPr/>
          </p:nvSpPr>
          <p:spPr>
            <a:xfrm>
              <a:off x="6699511" y="523967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Oval 67">
              <a:extLst>
                <a:ext uri="{FF2B5EF4-FFF2-40B4-BE49-F238E27FC236}">
                  <a16:creationId xmlns:a16="http://schemas.microsoft.com/office/drawing/2014/main" id="{C32C0CE2-01DF-D191-78AE-A4B1A3F1A520}"/>
                </a:ext>
              </a:extLst>
            </p:cNvPr>
            <p:cNvSpPr/>
            <p:nvPr/>
          </p:nvSpPr>
          <p:spPr>
            <a:xfrm>
              <a:off x="6181391" y="445379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Oval 68">
              <a:extLst>
                <a:ext uri="{FF2B5EF4-FFF2-40B4-BE49-F238E27FC236}">
                  <a16:creationId xmlns:a16="http://schemas.microsoft.com/office/drawing/2014/main" id="{61C8F517-BFD9-A89E-626D-FA352BEDAEDA}"/>
                </a:ext>
              </a:extLst>
            </p:cNvPr>
            <p:cNvSpPr/>
            <p:nvPr/>
          </p:nvSpPr>
          <p:spPr>
            <a:xfrm>
              <a:off x="6282810" y="528320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Oval 69">
              <a:extLst>
                <a:ext uri="{FF2B5EF4-FFF2-40B4-BE49-F238E27FC236}">
                  <a16:creationId xmlns:a16="http://schemas.microsoft.com/office/drawing/2014/main" id="{0BD94DE9-57BD-B2B9-9E29-FE28573D814A}"/>
                </a:ext>
              </a:extLst>
            </p:cNvPr>
            <p:cNvSpPr/>
            <p:nvPr/>
          </p:nvSpPr>
          <p:spPr>
            <a:xfrm>
              <a:off x="6095251" y="461080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Oval 70">
              <a:extLst>
                <a:ext uri="{FF2B5EF4-FFF2-40B4-BE49-F238E27FC236}">
                  <a16:creationId xmlns:a16="http://schemas.microsoft.com/office/drawing/2014/main" id="{CCD73B54-B017-34DE-4D2E-AD39F24EC970}"/>
                </a:ext>
              </a:extLst>
            </p:cNvPr>
            <p:cNvSpPr/>
            <p:nvPr/>
          </p:nvSpPr>
          <p:spPr>
            <a:xfrm>
              <a:off x="6177690" y="450599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Oval 71">
              <a:extLst>
                <a:ext uri="{FF2B5EF4-FFF2-40B4-BE49-F238E27FC236}">
                  <a16:creationId xmlns:a16="http://schemas.microsoft.com/office/drawing/2014/main" id="{A29A5018-E7EF-E9C7-445D-ABE1CE6C6EA4}"/>
                </a:ext>
              </a:extLst>
            </p:cNvPr>
            <p:cNvSpPr/>
            <p:nvPr/>
          </p:nvSpPr>
          <p:spPr>
            <a:xfrm>
              <a:off x="6079375" y="495636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72">
              <a:extLst>
                <a:ext uri="{FF2B5EF4-FFF2-40B4-BE49-F238E27FC236}">
                  <a16:creationId xmlns:a16="http://schemas.microsoft.com/office/drawing/2014/main" id="{42F8AFFF-291F-257F-07E3-44D653D30279}"/>
                </a:ext>
              </a:extLst>
            </p:cNvPr>
            <p:cNvSpPr/>
            <p:nvPr/>
          </p:nvSpPr>
          <p:spPr>
            <a:xfrm>
              <a:off x="6231576" y="485538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Oval 73">
              <a:extLst>
                <a:ext uri="{FF2B5EF4-FFF2-40B4-BE49-F238E27FC236}">
                  <a16:creationId xmlns:a16="http://schemas.microsoft.com/office/drawing/2014/main" id="{106FCADA-B998-4AFD-9A07-C2C0B18F2613}"/>
                </a:ext>
              </a:extLst>
            </p:cNvPr>
            <p:cNvSpPr/>
            <p:nvPr/>
          </p:nvSpPr>
          <p:spPr>
            <a:xfrm>
              <a:off x="6317367" y="531985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Oval 74">
              <a:extLst>
                <a:ext uri="{FF2B5EF4-FFF2-40B4-BE49-F238E27FC236}">
                  <a16:creationId xmlns:a16="http://schemas.microsoft.com/office/drawing/2014/main" id="{A73245A6-03BD-5C73-70D2-D93766080569}"/>
                </a:ext>
              </a:extLst>
            </p:cNvPr>
            <p:cNvSpPr/>
            <p:nvPr/>
          </p:nvSpPr>
          <p:spPr>
            <a:xfrm>
              <a:off x="6167014" y="492678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Straight Arrow Connector 76">
              <a:extLst>
                <a:ext uri="{FF2B5EF4-FFF2-40B4-BE49-F238E27FC236}">
                  <a16:creationId xmlns:a16="http://schemas.microsoft.com/office/drawing/2014/main" id="{F1AF36CC-3C1C-61E0-0E27-D9C31920DD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174" y="3418812"/>
              <a:ext cx="0" cy="2383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77">
              <a:extLst>
                <a:ext uri="{FF2B5EF4-FFF2-40B4-BE49-F238E27FC236}">
                  <a16:creationId xmlns:a16="http://schemas.microsoft.com/office/drawing/2014/main" id="{8406EC25-EE13-0468-16EF-A405D98F50F2}"/>
                </a:ext>
              </a:extLst>
            </p:cNvPr>
            <p:cNvCxnSpPr>
              <a:cxnSpLocks/>
            </p:cNvCxnSpPr>
            <p:nvPr/>
          </p:nvCxnSpPr>
          <p:spPr>
            <a:xfrm>
              <a:off x="5426045" y="5561825"/>
              <a:ext cx="224933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5B5A24F-5F3E-AD09-CE84-F958376320C7}"/>
                    </a:ext>
                  </a:extLst>
                </p:cNvPr>
                <p:cNvSpPr txBox="1"/>
                <p:nvPr/>
              </p:nvSpPr>
              <p:spPr>
                <a:xfrm>
                  <a:off x="5134008" y="3441089"/>
                  <a:ext cx="4579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5B5A24F-5F3E-AD09-CE84-F95837632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4008" y="3441089"/>
                  <a:ext cx="457946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5333" r="-2667" b="-121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1E3DCD5-5ECE-A1BF-4CAF-353BFD6B5389}"/>
                    </a:ext>
                  </a:extLst>
                </p:cNvPr>
                <p:cNvSpPr txBox="1"/>
                <p:nvPr/>
              </p:nvSpPr>
              <p:spPr>
                <a:xfrm>
                  <a:off x="7387792" y="5509795"/>
                  <a:ext cx="2623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1E3DCD5-5ECE-A1BF-4CAF-353BFD6B5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792" y="5509795"/>
                  <a:ext cx="26238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11628" r="-232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Oval 49">
              <a:extLst>
                <a:ext uri="{FF2B5EF4-FFF2-40B4-BE49-F238E27FC236}">
                  <a16:creationId xmlns:a16="http://schemas.microsoft.com/office/drawing/2014/main" id="{9D29AF14-AFD0-B2C1-B654-B97176434CDF}"/>
                </a:ext>
              </a:extLst>
            </p:cNvPr>
            <p:cNvSpPr/>
            <p:nvPr/>
          </p:nvSpPr>
          <p:spPr>
            <a:xfrm>
              <a:off x="6016870" y="4011906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Oval 61">
              <a:extLst>
                <a:ext uri="{FF2B5EF4-FFF2-40B4-BE49-F238E27FC236}">
                  <a16:creationId xmlns:a16="http://schemas.microsoft.com/office/drawing/2014/main" id="{CAC49FAB-78A0-E869-5D8E-E1B0785B4F46}"/>
                </a:ext>
              </a:extLst>
            </p:cNvPr>
            <p:cNvSpPr/>
            <p:nvPr/>
          </p:nvSpPr>
          <p:spPr>
            <a:xfrm>
              <a:off x="6173591" y="397227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Oval 70">
              <a:extLst>
                <a:ext uri="{FF2B5EF4-FFF2-40B4-BE49-F238E27FC236}">
                  <a16:creationId xmlns:a16="http://schemas.microsoft.com/office/drawing/2014/main" id="{6E950C63-2364-2657-8BF2-6FE33824FD92}"/>
                </a:ext>
              </a:extLst>
            </p:cNvPr>
            <p:cNvSpPr/>
            <p:nvPr/>
          </p:nvSpPr>
          <p:spPr>
            <a:xfrm>
              <a:off x="6006300" y="397144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Oval 54">
              <a:extLst>
                <a:ext uri="{FF2B5EF4-FFF2-40B4-BE49-F238E27FC236}">
                  <a16:creationId xmlns:a16="http://schemas.microsoft.com/office/drawing/2014/main" id="{6E84506F-2A66-2952-5FCC-7B4823C3FD72}"/>
                </a:ext>
              </a:extLst>
            </p:cNvPr>
            <p:cNvSpPr/>
            <p:nvPr/>
          </p:nvSpPr>
          <p:spPr>
            <a:xfrm>
              <a:off x="5900385" y="431338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Oval 56">
              <a:extLst>
                <a:ext uri="{FF2B5EF4-FFF2-40B4-BE49-F238E27FC236}">
                  <a16:creationId xmlns:a16="http://schemas.microsoft.com/office/drawing/2014/main" id="{05F51F34-F903-A0EC-BF0F-D889BE3DE109}"/>
                </a:ext>
              </a:extLst>
            </p:cNvPr>
            <p:cNvSpPr/>
            <p:nvPr/>
          </p:nvSpPr>
          <p:spPr>
            <a:xfrm>
              <a:off x="5854479" y="428522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Oval 60">
              <a:extLst>
                <a:ext uri="{FF2B5EF4-FFF2-40B4-BE49-F238E27FC236}">
                  <a16:creationId xmlns:a16="http://schemas.microsoft.com/office/drawing/2014/main" id="{DE8B2F6B-E558-58CB-E1A7-C3BBB90D8BAC}"/>
                </a:ext>
              </a:extLst>
            </p:cNvPr>
            <p:cNvSpPr/>
            <p:nvPr/>
          </p:nvSpPr>
          <p:spPr>
            <a:xfrm>
              <a:off x="5922936" y="425497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Oval 56">
              <a:extLst>
                <a:ext uri="{FF2B5EF4-FFF2-40B4-BE49-F238E27FC236}">
                  <a16:creationId xmlns:a16="http://schemas.microsoft.com/office/drawing/2014/main" id="{87250F32-3180-3FDD-CBB5-57082884BB5E}"/>
                </a:ext>
              </a:extLst>
            </p:cNvPr>
            <p:cNvSpPr/>
            <p:nvPr/>
          </p:nvSpPr>
          <p:spPr>
            <a:xfrm>
              <a:off x="6437043" y="423311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Oval 60">
              <a:extLst>
                <a:ext uri="{FF2B5EF4-FFF2-40B4-BE49-F238E27FC236}">
                  <a16:creationId xmlns:a16="http://schemas.microsoft.com/office/drawing/2014/main" id="{0B26BA02-8567-BBBF-CD5A-BEA1BBC4F127}"/>
                </a:ext>
              </a:extLst>
            </p:cNvPr>
            <p:cNvSpPr/>
            <p:nvPr/>
          </p:nvSpPr>
          <p:spPr>
            <a:xfrm>
              <a:off x="6505500" y="420286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Oval 51">
              <a:extLst>
                <a:ext uri="{FF2B5EF4-FFF2-40B4-BE49-F238E27FC236}">
                  <a16:creationId xmlns:a16="http://schemas.microsoft.com/office/drawing/2014/main" id="{24A513BB-A05C-19E0-4E22-CEED1C1E8200}"/>
                </a:ext>
              </a:extLst>
            </p:cNvPr>
            <p:cNvSpPr/>
            <p:nvPr/>
          </p:nvSpPr>
          <p:spPr>
            <a:xfrm>
              <a:off x="5859849" y="473988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Oval 63">
              <a:extLst>
                <a:ext uri="{FF2B5EF4-FFF2-40B4-BE49-F238E27FC236}">
                  <a16:creationId xmlns:a16="http://schemas.microsoft.com/office/drawing/2014/main" id="{C22335B9-F323-2E9C-0245-9DEC44D33FBA}"/>
                </a:ext>
              </a:extLst>
            </p:cNvPr>
            <p:cNvSpPr/>
            <p:nvPr/>
          </p:nvSpPr>
          <p:spPr>
            <a:xfrm>
              <a:off x="5952918" y="478812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Oval 71">
              <a:extLst>
                <a:ext uri="{FF2B5EF4-FFF2-40B4-BE49-F238E27FC236}">
                  <a16:creationId xmlns:a16="http://schemas.microsoft.com/office/drawing/2014/main" id="{A4AB42A1-8B9A-7F40-AC78-AF6518C6DEE8}"/>
                </a:ext>
              </a:extLst>
            </p:cNvPr>
            <p:cNvSpPr/>
            <p:nvPr/>
          </p:nvSpPr>
          <p:spPr>
            <a:xfrm>
              <a:off x="5768462" y="478354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Oval 52">
              <a:extLst>
                <a:ext uri="{FF2B5EF4-FFF2-40B4-BE49-F238E27FC236}">
                  <a16:creationId xmlns:a16="http://schemas.microsoft.com/office/drawing/2014/main" id="{7A778490-2F36-A8C8-86EB-0A7C16C33AF7}"/>
                </a:ext>
              </a:extLst>
            </p:cNvPr>
            <p:cNvSpPr/>
            <p:nvPr/>
          </p:nvSpPr>
          <p:spPr>
            <a:xfrm>
              <a:off x="5793315" y="5241120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Oval 54">
              <a:extLst>
                <a:ext uri="{FF2B5EF4-FFF2-40B4-BE49-F238E27FC236}">
                  <a16:creationId xmlns:a16="http://schemas.microsoft.com/office/drawing/2014/main" id="{472DA496-50F7-9269-A842-8C2F2640DF19}"/>
                </a:ext>
              </a:extLst>
            </p:cNvPr>
            <p:cNvSpPr/>
            <p:nvPr/>
          </p:nvSpPr>
          <p:spPr>
            <a:xfrm>
              <a:off x="5940444" y="531245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Oval 55">
              <a:extLst>
                <a:ext uri="{FF2B5EF4-FFF2-40B4-BE49-F238E27FC236}">
                  <a16:creationId xmlns:a16="http://schemas.microsoft.com/office/drawing/2014/main" id="{8D7917ED-D558-5DB4-C870-0DF18049D32B}"/>
                </a:ext>
              </a:extLst>
            </p:cNvPr>
            <p:cNvSpPr/>
            <p:nvPr/>
          </p:nvSpPr>
          <p:spPr>
            <a:xfrm>
              <a:off x="5804751" y="518620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Oval 56">
              <a:extLst>
                <a:ext uri="{FF2B5EF4-FFF2-40B4-BE49-F238E27FC236}">
                  <a16:creationId xmlns:a16="http://schemas.microsoft.com/office/drawing/2014/main" id="{4FF0CA75-185B-B1E2-5B5C-C9F5AF3FAB38}"/>
                </a:ext>
              </a:extLst>
            </p:cNvPr>
            <p:cNvSpPr/>
            <p:nvPr/>
          </p:nvSpPr>
          <p:spPr>
            <a:xfrm>
              <a:off x="5894538" y="528428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Oval 57">
              <a:extLst>
                <a:ext uri="{FF2B5EF4-FFF2-40B4-BE49-F238E27FC236}">
                  <a16:creationId xmlns:a16="http://schemas.microsoft.com/office/drawing/2014/main" id="{5D309EB6-9D5C-1E03-32A9-BD869D2084A4}"/>
                </a:ext>
              </a:extLst>
            </p:cNvPr>
            <p:cNvSpPr/>
            <p:nvPr/>
          </p:nvSpPr>
          <p:spPr>
            <a:xfrm>
              <a:off x="5793315" y="537177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Oval 59">
              <a:extLst>
                <a:ext uri="{FF2B5EF4-FFF2-40B4-BE49-F238E27FC236}">
                  <a16:creationId xmlns:a16="http://schemas.microsoft.com/office/drawing/2014/main" id="{9A5F184D-8D7C-91CB-12C9-F42D0B025202}"/>
                </a:ext>
              </a:extLst>
            </p:cNvPr>
            <p:cNvSpPr/>
            <p:nvPr/>
          </p:nvSpPr>
          <p:spPr>
            <a:xfrm>
              <a:off x="5798561" y="516958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Oval 60">
              <a:extLst>
                <a:ext uri="{FF2B5EF4-FFF2-40B4-BE49-F238E27FC236}">
                  <a16:creationId xmlns:a16="http://schemas.microsoft.com/office/drawing/2014/main" id="{7397BB7C-DE23-54A9-B80E-BB34C28971D3}"/>
                </a:ext>
              </a:extLst>
            </p:cNvPr>
            <p:cNvSpPr/>
            <p:nvPr/>
          </p:nvSpPr>
          <p:spPr>
            <a:xfrm>
              <a:off x="5962995" y="525404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Oval 62">
              <a:extLst>
                <a:ext uri="{FF2B5EF4-FFF2-40B4-BE49-F238E27FC236}">
                  <a16:creationId xmlns:a16="http://schemas.microsoft.com/office/drawing/2014/main" id="{B735BACC-FEB7-8F70-2B34-0D0A84611601}"/>
                </a:ext>
              </a:extLst>
            </p:cNvPr>
            <p:cNvSpPr/>
            <p:nvPr/>
          </p:nvSpPr>
          <p:spPr>
            <a:xfrm>
              <a:off x="5812098" y="537421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Oval 51">
              <a:extLst>
                <a:ext uri="{FF2B5EF4-FFF2-40B4-BE49-F238E27FC236}">
                  <a16:creationId xmlns:a16="http://schemas.microsoft.com/office/drawing/2014/main" id="{CD37EB9C-7849-77B3-4F5E-1372659957B6}"/>
                </a:ext>
              </a:extLst>
            </p:cNvPr>
            <p:cNvSpPr/>
            <p:nvPr/>
          </p:nvSpPr>
          <p:spPr>
            <a:xfrm>
              <a:off x="6531859" y="488254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Oval 63">
              <a:extLst>
                <a:ext uri="{FF2B5EF4-FFF2-40B4-BE49-F238E27FC236}">
                  <a16:creationId xmlns:a16="http://schemas.microsoft.com/office/drawing/2014/main" id="{0B05C401-DE2E-B57E-7F03-3A62E3627778}"/>
                </a:ext>
              </a:extLst>
            </p:cNvPr>
            <p:cNvSpPr/>
            <p:nvPr/>
          </p:nvSpPr>
          <p:spPr>
            <a:xfrm>
              <a:off x="6624928" y="493078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Oval 72">
              <a:extLst>
                <a:ext uri="{FF2B5EF4-FFF2-40B4-BE49-F238E27FC236}">
                  <a16:creationId xmlns:a16="http://schemas.microsoft.com/office/drawing/2014/main" id="{112BA979-005A-5809-EFDF-F8334343702D}"/>
                </a:ext>
              </a:extLst>
            </p:cNvPr>
            <p:cNvSpPr/>
            <p:nvPr/>
          </p:nvSpPr>
          <p:spPr>
            <a:xfrm>
              <a:off x="6592673" y="482521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Oval 49">
              <a:extLst>
                <a:ext uri="{FF2B5EF4-FFF2-40B4-BE49-F238E27FC236}">
                  <a16:creationId xmlns:a16="http://schemas.microsoft.com/office/drawing/2014/main" id="{E0C62DFC-3B86-EE43-9322-6842A12E2C01}"/>
                </a:ext>
              </a:extLst>
            </p:cNvPr>
            <p:cNvSpPr/>
            <p:nvPr/>
          </p:nvSpPr>
          <p:spPr>
            <a:xfrm>
              <a:off x="6619107" y="3978282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Oval 61">
              <a:extLst>
                <a:ext uri="{FF2B5EF4-FFF2-40B4-BE49-F238E27FC236}">
                  <a16:creationId xmlns:a16="http://schemas.microsoft.com/office/drawing/2014/main" id="{9DA3905E-56AE-8848-10E3-C4D83A418B14}"/>
                </a:ext>
              </a:extLst>
            </p:cNvPr>
            <p:cNvSpPr/>
            <p:nvPr/>
          </p:nvSpPr>
          <p:spPr>
            <a:xfrm>
              <a:off x="6775828" y="393865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Oval 70">
              <a:extLst>
                <a:ext uri="{FF2B5EF4-FFF2-40B4-BE49-F238E27FC236}">
                  <a16:creationId xmlns:a16="http://schemas.microsoft.com/office/drawing/2014/main" id="{D77F9C86-80C4-495C-91C0-4EBC7B234972}"/>
                </a:ext>
              </a:extLst>
            </p:cNvPr>
            <p:cNvSpPr/>
            <p:nvPr/>
          </p:nvSpPr>
          <p:spPr>
            <a:xfrm>
              <a:off x="6608537" y="393782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Oval 63">
              <a:extLst>
                <a:ext uri="{FF2B5EF4-FFF2-40B4-BE49-F238E27FC236}">
                  <a16:creationId xmlns:a16="http://schemas.microsoft.com/office/drawing/2014/main" id="{BF9F9AA6-16DA-6F32-862F-FF03AE6155FE}"/>
                </a:ext>
              </a:extLst>
            </p:cNvPr>
            <p:cNvSpPr/>
            <p:nvPr/>
          </p:nvSpPr>
          <p:spPr>
            <a:xfrm>
              <a:off x="5852566" y="483922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Oval 72">
              <a:extLst>
                <a:ext uri="{FF2B5EF4-FFF2-40B4-BE49-F238E27FC236}">
                  <a16:creationId xmlns:a16="http://schemas.microsoft.com/office/drawing/2014/main" id="{7E4F86D9-18D5-379F-7CE2-ABA26AB60B6C}"/>
                </a:ext>
              </a:extLst>
            </p:cNvPr>
            <p:cNvSpPr/>
            <p:nvPr/>
          </p:nvSpPr>
          <p:spPr>
            <a:xfrm>
              <a:off x="5820311" y="473365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Oval 52">
              <a:extLst>
                <a:ext uri="{FF2B5EF4-FFF2-40B4-BE49-F238E27FC236}">
                  <a16:creationId xmlns:a16="http://schemas.microsoft.com/office/drawing/2014/main" id="{D25DE4ED-F057-7E2F-2ECC-218A06EB38D1}"/>
                </a:ext>
              </a:extLst>
            </p:cNvPr>
            <p:cNvSpPr/>
            <p:nvPr/>
          </p:nvSpPr>
          <p:spPr>
            <a:xfrm>
              <a:off x="6673815" y="446472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Oval 55">
              <a:extLst>
                <a:ext uri="{FF2B5EF4-FFF2-40B4-BE49-F238E27FC236}">
                  <a16:creationId xmlns:a16="http://schemas.microsoft.com/office/drawing/2014/main" id="{17084F68-AF9F-490B-B5CB-A4EC4F1BADF5}"/>
                </a:ext>
              </a:extLst>
            </p:cNvPr>
            <p:cNvSpPr/>
            <p:nvPr/>
          </p:nvSpPr>
          <p:spPr>
            <a:xfrm>
              <a:off x="6685251" y="440981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Oval 56">
              <a:extLst>
                <a:ext uri="{FF2B5EF4-FFF2-40B4-BE49-F238E27FC236}">
                  <a16:creationId xmlns:a16="http://schemas.microsoft.com/office/drawing/2014/main" id="{18311818-9370-20FF-E397-C507B8D31CA6}"/>
                </a:ext>
              </a:extLst>
            </p:cNvPr>
            <p:cNvSpPr/>
            <p:nvPr/>
          </p:nvSpPr>
          <p:spPr>
            <a:xfrm>
              <a:off x="6775038" y="450789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Oval 59">
              <a:extLst>
                <a:ext uri="{FF2B5EF4-FFF2-40B4-BE49-F238E27FC236}">
                  <a16:creationId xmlns:a16="http://schemas.microsoft.com/office/drawing/2014/main" id="{DB91B89C-6F6A-21D0-AF7E-8D41A731D972}"/>
                </a:ext>
              </a:extLst>
            </p:cNvPr>
            <p:cNvSpPr/>
            <p:nvPr/>
          </p:nvSpPr>
          <p:spPr>
            <a:xfrm>
              <a:off x="6679061" y="4393189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Oval 60">
              <a:extLst>
                <a:ext uri="{FF2B5EF4-FFF2-40B4-BE49-F238E27FC236}">
                  <a16:creationId xmlns:a16="http://schemas.microsoft.com/office/drawing/2014/main" id="{653729EB-3F99-61F7-0020-2CB6A0EF83A8}"/>
                </a:ext>
              </a:extLst>
            </p:cNvPr>
            <p:cNvSpPr/>
            <p:nvPr/>
          </p:nvSpPr>
          <p:spPr>
            <a:xfrm>
              <a:off x="6843495" y="4477651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Oval 50">
              <a:extLst>
                <a:ext uri="{FF2B5EF4-FFF2-40B4-BE49-F238E27FC236}">
                  <a16:creationId xmlns:a16="http://schemas.microsoft.com/office/drawing/2014/main" id="{D6606A7B-8668-62B7-6364-B085AE0B7E94}"/>
                </a:ext>
              </a:extLst>
            </p:cNvPr>
            <p:cNvSpPr/>
            <p:nvPr/>
          </p:nvSpPr>
          <p:spPr>
            <a:xfrm>
              <a:off x="7074505" y="4820376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Oval 53">
              <a:extLst>
                <a:ext uri="{FF2B5EF4-FFF2-40B4-BE49-F238E27FC236}">
                  <a16:creationId xmlns:a16="http://schemas.microsoft.com/office/drawing/2014/main" id="{AA21C628-B7C8-FE74-6061-36749322DD25}"/>
                </a:ext>
              </a:extLst>
            </p:cNvPr>
            <p:cNvSpPr/>
            <p:nvPr/>
          </p:nvSpPr>
          <p:spPr>
            <a:xfrm>
              <a:off x="7045225" y="486804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Oval 57">
              <a:extLst>
                <a:ext uri="{FF2B5EF4-FFF2-40B4-BE49-F238E27FC236}">
                  <a16:creationId xmlns:a16="http://schemas.microsoft.com/office/drawing/2014/main" id="{5EBA9DB5-A9D9-B74C-11B1-A999E17C178E}"/>
                </a:ext>
              </a:extLst>
            </p:cNvPr>
            <p:cNvSpPr/>
            <p:nvPr/>
          </p:nvSpPr>
          <p:spPr>
            <a:xfrm>
              <a:off x="7150272" y="478272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Oval 62">
              <a:extLst>
                <a:ext uri="{FF2B5EF4-FFF2-40B4-BE49-F238E27FC236}">
                  <a16:creationId xmlns:a16="http://schemas.microsoft.com/office/drawing/2014/main" id="{34EF13A9-0D34-EFA7-15D9-61D747AA055B}"/>
                </a:ext>
              </a:extLst>
            </p:cNvPr>
            <p:cNvSpPr/>
            <p:nvPr/>
          </p:nvSpPr>
          <p:spPr>
            <a:xfrm>
              <a:off x="7169055" y="478517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Oval 65">
              <a:extLst>
                <a:ext uri="{FF2B5EF4-FFF2-40B4-BE49-F238E27FC236}">
                  <a16:creationId xmlns:a16="http://schemas.microsoft.com/office/drawing/2014/main" id="{F3A54B10-E2B2-E008-38C7-4683DBC675ED}"/>
                </a:ext>
              </a:extLst>
            </p:cNvPr>
            <p:cNvSpPr/>
            <p:nvPr/>
          </p:nvSpPr>
          <p:spPr>
            <a:xfrm>
              <a:off x="7085960" y="483086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Oval 66">
              <a:extLst>
                <a:ext uri="{FF2B5EF4-FFF2-40B4-BE49-F238E27FC236}">
                  <a16:creationId xmlns:a16="http://schemas.microsoft.com/office/drawing/2014/main" id="{A9B99A96-5645-302B-E6CE-1C64C5775314}"/>
                </a:ext>
              </a:extLst>
            </p:cNvPr>
            <p:cNvSpPr/>
            <p:nvPr/>
          </p:nvSpPr>
          <p:spPr>
            <a:xfrm>
              <a:off x="7184861" y="487381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Oval 54">
              <a:extLst>
                <a:ext uri="{FF2B5EF4-FFF2-40B4-BE49-F238E27FC236}">
                  <a16:creationId xmlns:a16="http://schemas.microsoft.com/office/drawing/2014/main" id="{165FDC96-50FD-FE78-9561-5F30509BD1EB}"/>
                </a:ext>
              </a:extLst>
            </p:cNvPr>
            <p:cNvSpPr/>
            <p:nvPr/>
          </p:nvSpPr>
          <p:spPr>
            <a:xfrm>
              <a:off x="7063357" y="522400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Oval 51">
              <a:extLst>
                <a:ext uri="{FF2B5EF4-FFF2-40B4-BE49-F238E27FC236}">
                  <a16:creationId xmlns:a16="http://schemas.microsoft.com/office/drawing/2014/main" id="{B4B2D08D-BAFE-41F3-A3EB-A17C28B1D2E2}"/>
                </a:ext>
              </a:extLst>
            </p:cNvPr>
            <p:cNvSpPr/>
            <p:nvPr/>
          </p:nvSpPr>
          <p:spPr>
            <a:xfrm>
              <a:off x="6983926" y="528641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Oval 63">
              <a:extLst>
                <a:ext uri="{FF2B5EF4-FFF2-40B4-BE49-F238E27FC236}">
                  <a16:creationId xmlns:a16="http://schemas.microsoft.com/office/drawing/2014/main" id="{3E33187E-C05F-C43A-91C1-6EF3A844F717}"/>
                </a:ext>
              </a:extLst>
            </p:cNvPr>
            <p:cNvSpPr/>
            <p:nvPr/>
          </p:nvSpPr>
          <p:spPr>
            <a:xfrm>
              <a:off x="7076995" y="533465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Oval 72">
              <a:extLst>
                <a:ext uri="{FF2B5EF4-FFF2-40B4-BE49-F238E27FC236}">
                  <a16:creationId xmlns:a16="http://schemas.microsoft.com/office/drawing/2014/main" id="{A89F2282-A43A-38D2-71C6-B0C060438DA7}"/>
                </a:ext>
              </a:extLst>
            </p:cNvPr>
            <p:cNvSpPr/>
            <p:nvPr/>
          </p:nvSpPr>
          <p:spPr>
            <a:xfrm>
              <a:off x="7044740" y="5229086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403612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D5182-7D88-66AF-A8A3-48F33CBE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SSD:</a:t>
            </a:r>
            <a:r>
              <a:rPr lang="ko-KR" altLang="en-US" dirty="0"/>
              <a:t> </a:t>
            </a:r>
            <a:r>
              <a:rPr lang="en-US" altLang="ko-KR" dirty="0"/>
              <a:t>Self-Supervised Outlier Detection</a:t>
            </a:r>
            <a:endParaRPr lang="ko-KR" altLang="en-US" dirty="0"/>
          </a:p>
        </p:txBody>
      </p:sp>
      <p:sp>
        <p:nvSpPr>
          <p:cNvPr id="88" name="내용 개체 틀 87">
            <a:extLst>
              <a:ext uri="{FF2B5EF4-FFF2-40B4-BE49-F238E27FC236}">
                <a16:creationId xmlns:a16="http://schemas.microsoft.com/office/drawing/2014/main" id="{A78FBA39-2611-D885-D7B5-07508C445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53766"/>
          </a:xfrm>
        </p:spPr>
        <p:txBody>
          <a:bodyPr/>
          <a:lstStyle/>
          <a:p>
            <a:r>
              <a:rPr lang="en-US" altLang="ko-KR" dirty="0"/>
              <a:t>Overall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r>
              <a:rPr lang="ko-KR" altLang="en-US" dirty="0"/>
              <a:t> </a:t>
            </a:r>
            <a:r>
              <a:rPr lang="en-US" altLang="ko-KR" dirty="0"/>
              <a:t>of SSD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50987-EBC5-0E29-D4B7-67563D1DD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74AC9FC-4CF8-6194-79B1-893718EF0EB6}"/>
              </a:ext>
            </a:extLst>
          </p:cNvPr>
          <p:cNvGrpSpPr/>
          <p:nvPr/>
        </p:nvGrpSpPr>
        <p:grpSpPr>
          <a:xfrm>
            <a:off x="3184856" y="4401777"/>
            <a:ext cx="2055353" cy="763524"/>
            <a:chOff x="2856299" y="4444623"/>
            <a:chExt cx="2055353" cy="763524"/>
          </a:xfrm>
        </p:grpSpPr>
        <p:sp>
          <p:nvSpPr>
            <p:cNvPr id="45" name="Arrow: Right 87">
              <a:extLst>
                <a:ext uri="{FF2B5EF4-FFF2-40B4-BE49-F238E27FC236}">
                  <a16:creationId xmlns:a16="http://schemas.microsoft.com/office/drawing/2014/main" id="{05F67181-AD9F-D3D1-94C4-78F445587713}"/>
                </a:ext>
              </a:extLst>
            </p:cNvPr>
            <p:cNvSpPr/>
            <p:nvPr/>
          </p:nvSpPr>
          <p:spPr>
            <a:xfrm>
              <a:off x="2856299" y="4723395"/>
              <a:ext cx="2055353" cy="263653"/>
            </a:xfrm>
            <a:prstGeom prst="rightArrow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89" name="사다리꼴 26">
              <a:extLst>
                <a:ext uri="{FF2B5EF4-FFF2-40B4-BE49-F238E27FC236}">
                  <a16:creationId xmlns:a16="http://schemas.microsoft.com/office/drawing/2014/main" id="{7426193E-9256-368A-237A-545DC2B40588}"/>
                </a:ext>
              </a:extLst>
            </p:cNvPr>
            <p:cNvSpPr/>
            <p:nvPr/>
          </p:nvSpPr>
          <p:spPr>
            <a:xfrm rot="5400000">
              <a:off x="3463731" y="4190278"/>
              <a:ext cx="763524" cy="1272214"/>
            </a:xfrm>
            <a:prstGeom prst="trapezoid">
              <a:avLst>
                <a:gd name="adj" fmla="val 0"/>
              </a:avLst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CNN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6C6C3A5-EEFE-B2F0-6FDE-B774BC7AF3A2}"/>
              </a:ext>
            </a:extLst>
          </p:cNvPr>
          <p:cNvGrpSpPr/>
          <p:nvPr/>
        </p:nvGrpSpPr>
        <p:grpSpPr>
          <a:xfrm>
            <a:off x="507164" y="1845687"/>
            <a:ext cx="3517961" cy="1401374"/>
            <a:chOff x="575719" y="1687562"/>
            <a:chExt cx="3517961" cy="1401374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71178718-1578-A917-ACD1-BCF826AB6117}"/>
                </a:ext>
              </a:extLst>
            </p:cNvPr>
            <p:cNvGrpSpPr/>
            <p:nvPr/>
          </p:nvGrpSpPr>
          <p:grpSpPr>
            <a:xfrm>
              <a:off x="1041266" y="1687562"/>
              <a:ext cx="2785497" cy="737354"/>
              <a:chOff x="690294" y="1645439"/>
              <a:chExt cx="2785497" cy="737354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ACAD636F-6DEA-EE35-9BC3-B9CF1C5938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0294" y="1695220"/>
                <a:ext cx="642067" cy="642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98EFE763-CDF3-1DD4-8C3C-DDB849D928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0991" y="1645439"/>
                <a:ext cx="737354" cy="7373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EFBDF956-F48A-9B88-DA90-0A03338C1F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5062" y="1648751"/>
                <a:ext cx="730729" cy="7307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0DBBF21-E7BC-BB02-D46B-37539050B0AF}"/>
                </a:ext>
              </a:extLst>
            </p:cNvPr>
            <p:cNvSpPr txBox="1"/>
            <p:nvPr/>
          </p:nvSpPr>
          <p:spPr>
            <a:xfrm>
              <a:off x="575719" y="2504161"/>
              <a:ext cx="35179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 Images</a:t>
              </a:r>
              <a:b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</a:br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(Normal Class)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96" name="화살표: 아래쪽 95">
            <a:extLst>
              <a:ext uri="{FF2B5EF4-FFF2-40B4-BE49-F238E27FC236}">
                <a16:creationId xmlns:a16="http://schemas.microsoft.com/office/drawing/2014/main" id="{ADCF7FE7-1D71-3132-A2D2-0A7A16EC6487}"/>
              </a:ext>
            </a:extLst>
          </p:cNvPr>
          <p:cNvSpPr/>
          <p:nvPr/>
        </p:nvSpPr>
        <p:spPr>
          <a:xfrm>
            <a:off x="1986706" y="3344110"/>
            <a:ext cx="345091" cy="570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E586248-EFD9-0438-6C40-503A7D695C5D}"/>
              </a:ext>
            </a:extLst>
          </p:cNvPr>
          <p:cNvSpPr txBox="1"/>
          <p:nvPr/>
        </p:nvSpPr>
        <p:spPr>
          <a:xfrm>
            <a:off x="465944" y="5909441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Simplified normal class distribution 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before training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72B31C-0C2C-074F-CD26-45AD493DC32E}"/>
              </a:ext>
            </a:extLst>
          </p:cNvPr>
          <p:cNvSpPr txBox="1"/>
          <p:nvPr/>
        </p:nvSpPr>
        <p:spPr>
          <a:xfrm>
            <a:off x="4874860" y="5913395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Simplified normal class distribution 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after training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3978367-6D88-5C5A-FBE6-9589878FBA06}"/>
              </a:ext>
            </a:extLst>
          </p:cNvPr>
          <p:cNvSpPr txBox="1"/>
          <p:nvPr/>
        </p:nvSpPr>
        <p:spPr>
          <a:xfrm>
            <a:off x="2350297" y="3734913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1. Contrastive Loss</a:t>
            </a:r>
          </a:p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(Only with positive labels)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341D3F-0D21-81CF-D3EC-F9C4B08ACB05}"/>
              </a:ext>
            </a:extLst>
          </p:cNvPr>
          <p:cNvSpPr txBox="1"/>
          <p:nvPr/>
        </p:nvSpPr>
        <p:spPr>
          <a:xfrm>
            <a:off x="2206433" y="1967341"/>
            <a:ext cx="1207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…..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AD9BB053-E286-4CBE-9CD3-E05F85417377}"/>
              </a:ext>
            </a:extLst>
          </p:cNvPr>
          <p:cNvSpPr/>
          <p:nvPr/>
        </p:nvSpPr>
        <p:spPr>
          <a:xfrm>
            <a:off x="394186" y="1665058"/>
            <a:ext cx="3756758" cy="1566117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BDBAEBF-09BE-2DF9-0C81-8B1826D9DCDA}"/>
              </a:ext>
            </a:extLst>
          </p:cNvPr>
          <p:cNvSpPr txBox="1"/>
          <p:nvPr/>
        </p:nvSpPr>
        <p:spPr>
          <a:xfrm>
            <a:off x="394185" y="1528689"/>
            <a:ext cx="143104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Training Set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0048D21-0CE7-08CB-BBAE-BEB28338277D}"/>
              </a:ext>
            </a:extLst>
          </p:cNvPr>
          <p:cNvSpPr txBox="1"/>
          <p:nvPr/>
        </p:nvSpPr>
        <p:spPr>
          <a:xfrm>
            <a:off x="5994138" y="2965521"/>
            <a:ext cx="2922058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2. (Optional) after-training data distribution clustering</a:t>
            </a:r>
            <a:b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(</a:t>
            </a:r>
            <a:r>
              <a:rPr lang="en-US" altLang="ko-KR" sz="16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K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-means clustering)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BCDDBE4-AA98-13D4-D545-9BF35AF985E5}"/>
              </a:ext>
            </a:extLst>
          </p:cNvPr>
          <p:cNvGrpSpPr/>
          <p:nvPr/>
        </p:nvGrpSpPr>
        <p:grpSpPr>
          <a:xfrm>
            <a:off x="823206" y="3534157"/>
            <a:ext cx="2491861" cy="2383992"/>
            <a:chOff x="823206" y="3534157"/>
            <a:chExt cx="2491861" cy="2383992"/>
          </a:xfrm>
        </p:grpSpPr>
        <p:cxnSp>
          <p:nvCxnSpPr>
            <p:cNvPr id="84" name="Straight Arrow Connector 14">
              <a:extLst>
                <a:ext uri="{FF2B5EF4-FFF2-40B4-BE49-F238E27FC236}">
                  <a16:creationId xmlns:a16="http://schemas.microsoft.com/office/drawing/2014/main" id="{EAD0E145-77A2-FB47-2C7E-209E98EFA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862" y="3534157"/>
              <a:ext cx="0" cy="2383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15">
              <a:extLst>
                <a:ext uri="{FF2B5EF4-FFF2-40B4-BE49-F238E27FC236}">
                  <a16:creationId xmlns:a16="http://schemas.microsoft.com/office/drawing/2014/main" id="{38E41F93-5BF2-70BB-542B-479EFDEA2F62}"/>
                </a:ext>
              </a:extLst>
            </p:cNvPr>
            <p:cNvCxnSpPr>
              <a:cxnSpLocks/>
            </p:cNvCxnSpPr>
            <p:nvPr/>
          </p:nvCxnSpPr>
          <p:spPr>
            <a:xfrm>
              <a:off x="1065732" y="5677171"/>
              <a:ext cx="22493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16">
              <a:extLst>
                <a:ext uri="{FF2B5EF4-FFF2-40B4-BE49-F238E27FC236}">
                  <a16:creationId xmlns:a16="http://schemas.microsoft.com/office/drawing/2014/main" id="{A318A53E-AFEC-66CD-A64B-2D3DD451E619}"/>
                </a:ext>
              </a:extLst>
            </p:cNvPr>
            <p:cNvSpPr/>
            <p:nvPr/>
          </p:nvSpPr>
          <p:spPr>
            <a:xfrm>
              <a:off x="1535927" y="434822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Oval 17">
              <a:extLst>
                <a:ext uri="{FF2B5EF4-FFF2-40B4-BE49-F238E27FC236}">
                  <a16:creationId xmlns:a16="http://schemas.microsoft.com/office/drawing/2014/main" id="{2D43E74E-9E2F-F80E-180D-88D51A61D6F0}"/>
                </a:ext>
              </a:extLst>
            </p:cNvPr>
            <p:cNvSpPr/>
            <p:nvPr/>
          </p:nvSpPr>
          <p:spPr>
            <a:xfrm>
              <a:off x="1736061" y="471888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Oval 18">
              <a:extLst>
                <a:ext uri="{FF2B5EF4-FFF2-40B4-BE49-F238E27FC236}">
                  <a16:creationId xmlns:a16="http://schemas.microsoft.com/office/drawing/2014/main" id="{25BA8C32-BEB4-68B1-3D8E-8859E6A91535}"/>
                </a:ext>
              </a:extLst>
            </p:cNvPr>
            <p:cNvSpPr/>
            <p:nvPr/>
          </p:nvSpPr>
          <p:spPr>
            <a:xfrm>
              <a:off x="1818500" y="48750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Oval 19">
              <a:extLst>
                <a:ext uri="{FF2B5EF4-FFF2-40B4-BE49-F238E27FC236}">
                  <a16:creationId xmlns:a16="http://schemas.microsoft.com/office/drawing/2014/main" id="{C6EE139D-AE0A-1708-650C-74E023524FB1}"/>
                </a:ext>
              </a:extLst>
            </p:cNvPr>
            <p:cNvSpPr/>
            <p:nvPr/>
          </p:nvSpPr>
          <p:spPr>
            <a:xfrm>
              <a:off x="1878390" y="509743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Oval 21">
              <a:extLst>
                <a:ext uri="{FF2B5EF4-FFF2-40B4-BE49-F238E27FC236}">
                  <a16:creationId xmlns:a16="http://schemas.microsoft.com/office/drawing/2014/main" id="{62896430-9D33-700A-CE24-8EB9695E4E6D}"/>
                </a:ext>
              </a:extLst>
            </p:cNvPr>
            <p:cNvSpPr/>
            <p:nvPr/>
          </p:nvSpPr>
          <p:spPr>
            <a:xfrm>
              <a:off x="2025521" y="51687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Oval 22">
              <a:extLst>
                <a:ext uri="{FF2B5EF4-FFF2-40B4-BE49-F238E27FC236}">
                  <a16:creationId xmlns:a16="http://schemas.microsoft.com/office/drawing/2014/main" id="{C40CDD3C-19D3-56B0-63A6-308DF466D5CE}"/>
                </a:ext>
              </a:extLst>
            </p:cNvPr>
            <p:cNvSpPr/>
            <p:nvPr/>
          </p:nvSpPr>
          <p:spPr>
            <a:xfrm>
              <a:off x="2183706" y="509339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Oval 23">
              <a:extLst>
                <a:ext uri="{FF2B5EF4-FFF2-40B4-BE49-F238E27FC236}">
                  <a16:creationId xmlns:a16="http://schemas.microsoft.com/office/drawing/2014/main" id="{F1DBDA1C-676C-539A-C009-582CA0E62662}"/>
                </a:ext>
              </a:extLst>
            </p:cNvPr>
            <p:cNvSpPr/>
            <p:nvPr/>
          </p:nvSpPr>
          <p:spPr>
            <a:xfrm>
              <a:off x="2273494" y="519147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Oval 24">
              <a:extLst>
                <a:ext uri="{FF2B5EF4-FFF2-40B4-BE49-F238E27FC236}">
                  <a16:creationId xmlns:a16="http://schemas.microsoft.com/office/drawing/2014/main" id="{4DC91B6F-9A43-F415-0B54-02EE8C704DD1}"/>
                </a:ext>
              </a:extLst>
            </p:cNvPr>
            <p:cNvSpPr/>
            <p:nvPr/>
          </p:nvSpPr>
          <p:spPr>
            <a:xfrm>
              <a:off x="2392868" y="504512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Oval 25">
              <a:extLst>
                <a:ext uri="{FF2B5EF4-FFF2-40B4-BE49-F238E27FC236}">
                  <a16:creationId xmlns:a16="http://schemas.microsoft.com/office/drawing/2014/main" id="{C9A77924-CE15-507F-23E4-E1B66BAEE836}"/>
                </a:ext>
              </a:extLst>
            </p:cNvPr>
            <p:cNvSpPr/>
            <p:nvPr/>
          </p:nvSpPr>
          <p:spPr>
            <a:xfrm>
              <a:off x="2560825" y="514027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Oval 26">
              <a:extLst>
                <a:ext uri="{FF2B5EF4-FFF2-40B4-BE49-F238E27FC236}">
                  <a16:creationId xmlns:a16="http://schemas.microsoft.com/office/drawing/2014/main" id="{A2F3E736-B65E-27FE-0E6A-4DFDC5554DED}"/>
                </a:ext>
              </a:extLst>
            </p:cNvPr>
            <p:cNvSpPr/>
            <p:nvPr/>
          </p:nvSpPr>
          <p:spPr>
            <a:xfrm>
              <a:off x="2698183" y="500351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Oval 27">
              <a:extLst>
                <a:ext uri="{FF2B5EF4-FFF2-40B4-BE49-F238E27FC236}">
                  <a16:creationId xmlns:a16="http://schemas.microsoft.com/office/drawing/2014/main" id="{6DB320DF-D240-3415-88AA-6630C38D7744}"/>
                </a:ext>
              </a:extLst>
            </p:cNvPr>
            <p:cNvSpPr/>
            <p:nvPr/>
          </p:nvSpPr>
          <p:spPr>
            <a:xfrm>
              <a:off x="2862618" y="508797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Oval 28">
              <a:extLst>
                <a:ext uri="{FF2B5EF4-FFF2-40B4-BE49-F238E27FC236}">
                  <a16:creationId xmlns:a16="http://schemas.microsoft.com/office/drawing/2014/main" id="{F118A9DC-F810-C6F3-E651-FA26B25E8167}"/>
                </a:ext>
              </a:extLst>
            </p:cNvPr>
            <p:cNvSpPr/>
            <p:nvPr/>
          </p:nvSpPr>
          <p:spPr>
            <a:xfrm>
              <a:off x="2867638" y="48839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Oval 29">
              <a:extLst>
                <a:ext uri="{FF2B5EF4-FFF2-40B4-BE49-F238E27FC236}">
                  <a16:creationId xmlns:a16="http://schemas.microsoft.com/office/drawing/2014/main" id="{D08C02F9-8F44-BAFF-C388-96B5F7FC0F41}"/>
                </a:ext>
              </a:extLst>
            </p:cNvPr>
            <p:cNvSpPr/>
            <p:nvPr/>
          </p:nvSpPr>
          <p:spPr>
            <a:xfrm>
              <a:off x="2711721" y="520814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Oval 30">
              <a:extLst>
                <a:ext uri="{FF2B5EF4-FFF2-40B4-BE49-F238E27FC236}">
                  <a16:creationId xmlns:a16="http://schemas.microsoft.com/office/drawing/2014/main" id="{E3655C36-A463-DC59-96B7-3FACAD219426}"/>
                </a:ext>
              </a:extLst>
            </p:cNvPr>
            <p:cNvSpPr/>
            <p:nvPr/>
          </p:nvSpPr>
          <p:spPr>
            <a:xfrm>
              <a:off x="2492608" y="528719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Oval 31">
              <a:extLst>
                <a:ext uri="{FF2B5EF4-FFF2-40B4-BE49-F238E27FC236}">
                  <a16:creationId xmlns:a16="http://schemas.microsoft.com/office/drawing/2014/main" id="{65F545FF-B21E-B452-9491-E8928FE2BC1A}"/>
                </a:ext>
              </a:extLst>
            </p:cNvPr>
            <p:cNvSpPr/>
            <p:nvPr/>
          </p:nvSpPr>
          <p:spPr>
            <a:xfrm>
              <a:off x="2310750" y="536790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Oval 32">
              <a:extLst>
                <a:ext uri="{FF2B5EF4-FFF2-40B4-BE49-F238E27FC236}">
                  <a16:creationId xmlns:a16="http://schemas.microsoft.com/office/drawing/2014/main" id="{6E88A335-0EF1-5984-2EC9-69706C0094E9}"/>
                </a:ext>
              </a:extLst>
            </p:cNvPr>
            <p:cNvSpPr/>
            <p:nvPr/>
          </p:nvSpPr>
          <p:spPr>
            <a:xfrm>
              <a:off x="2107960" y="532709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Oval 33">
              <a:extLst>
                <a:ext uri="{FF2B5EF4-FFF2-40B4-BE49-F238E27FC236}">
                  <a16:creationId xmlns:a16="http://schemas.microsoft.com/office/drawing/2014/main" id="{90337B04-E978-80A1-438A-2BD7A2ABD20D}"/>
                </a:ext>
              </a:extLst>
            </p:cNvPr>
            <p:cNvSpPr/>
            <p:nvPr/>
          </p:nvSpPr>
          <p:spPr>
            <a:xfrm>
              <a:off x="1912980" y="5319172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Oval 34">
              <a:extLst>
                <a:ext uri="{FF2B5EF4-FFF2-40B4-BE49-F238E27FC236}">
                  <a16:creationId xmlns:a16="http://schemas.microsoft.com/office/drawing/2014/main" id="{6D128307-3616-75F6-ACF3-192599BA9CBA}"/>
                </a:ext>
              </a:extLst>
            </p:cNvPr>
            <p:cNvSpPr/>
            <p:nvPr/>
          </p:nvSpPr>
          <p:spPr>
            <a:xfrm>
              <a:off x="1661682" y="512245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Oval 35">
              <a:extLst>
                <a:ext uri="{FF2B5EF4-FFF2-40B4-BE49-F238E27FC236}">
                  <a16:creationId xmlns:a16="http://schemas.microsoft.com/office/drawing/2014/main" id="{1D6A823B-9225-07C4-0360-0BA0D37DA8B0}"/>
                </a:ext>
              </a:extLst>
            </p:cNvPr>
            <p:cNvSpPr/>
            <p:nvPr/>
          </p:nvSpPr>
          <p:spPr>
            <a:xfrm>
              <a:off x="1706368" y="502217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Oval 36">
              <a:extLst>
                <a:ext uri="{FF2B5EF4-FFF2-40B4-BE49-F238E27FC236}">
                  <a16:creationId xmlns:a16="http://schemas.microsoft.com/office/drawing/2014/main" id="{3C9E17BB-05DF-8CB4-0518-6F2CF83CE8BA}"/>
                </a:ext>
              </a:extLst>
            </p:cNvPr>
            <p:cNvSpPr/>
            <p:nvPr/>
          </p:nvSpPr>
          <p:spPr>
            <a:xfrm>
              <a:off x="1509482" y="495943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Oval 37">
              <a:extLst>
                <a:ext uri="{FF2B5EF4-FFF2-40B4-BE49-F238E27FC236}">
                  <a16:creationId xmlns:a16="http://schemas.microsoft.com/office/drawing/2014/main" id="{751C0219-3B79-5F71-3A83-4FF80013B803}"/>
                </a:ext>
              </a:extLst>
            </p:cNvPr>
            <p:cNvSpPr/>
            <p:nvPr/>
          </p:nvSpPr>
          <p:spPr>
            <a:xfrm>
              <a:off x="1591921" y="485462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Oval 38">
              <a:extLst>
                <a:ext uri="{FF2B5EF4-FFF2-40B4-BE49-F238E27FC236}">
                  <a16:creationId xmlns:a16="http://schemas.microsoft.com/office/drawing/2014/main" id="{68A85985-6C54-E7A8-0C13-295F089CE1EE}"/>
                </a:ext>
              </a:extLst>
            </p:cNvPr>
            <p:cNvSpPr/>
            <p:nvPr/>
          </p:nvSpPr>
          <p:spPr>
            <a:xfrm>
              <a:off x="1427042" y="475814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Oval 39">
              <a:extLst>
                <a:ext uri="{FF2B5EF4-FFF2-40B4-BE49-F238E27FC236}">
                  <a16:creationId xmlns:a16="http://schemas.microsoft.com/office/drawing/2014/main" id="{6C9121B1-59D7-5B54-9932-05DAA185A2E3}"/>
                </a:ext>
              </a:extLst>
            </p:cNvPr>
            <p:cNvSpPr/>
            <p:nvPr/>
          </p:nvSpPr>
          <p:spPr>
            <a:xfrm>
              <a:off x="1579243" y="465715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Oval 40">
              <a:extLst>
                <a:ext uri="{FF2B5EF4-FFF2-40B4-BE49-F238E27FC236}">
                  <a16:creationId xmlns:a16="http://schemas.microsoft.com/office/drawing/2014/main" id="{138FAC2B-4ADD-65F8-82F9-6A1D8C29D097}"/>
                </a:ext>
              </a:extLst>
            </p:cNvPr>
            <p:cNvSpPr/>
            <p:nvPr/>
          </p:nvSpPr>
          <p:spPr>
            <a:xfrm>
              <a:off x="1674360" y="4511975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Oval 41">
              <a:extLst>
                <a:ext uri="{FF2B5EF4-FFF2-40B4-BE49-F238E27FC236}">
                  <a16:creationId xmlns:a16="http://schemas.microsoft.com/office/drawing/2014/main" id="{9E691117-A8EF-85F4-64C8-410D2256A624}"/>
                </a:ext>
              </a:extLst>
            </p:cNvPr>
            <p:cNvSpPr/>
            <p:nvPr/>
          </p:nvSpPr>
          <p:spPr>
            <a:xfrm>
              <a:off x="1509482" y="454538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DBEF891-0004-FF0B-76E3-4A244E244DD6}"/>
                    </a:ext>
                  </a:extLst>
                </p:cNvPr>
                <p:cNvSpPr txBox="1"/>
                <p:nvPr/>
              </p:nvSpPr>
              <p:spPr>
                <a:xfrm>
                  <a:off x="823206" y="3534157"/>
                  <a:ext cx="345091" cy="2532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DBEF891-0004-FF0B-76E3-4A244E244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206" y="3534157"/>
                  <a:ext cx="345091" cy="253297"/>
                </a:xfrm>
                <a:prstGeom prst="rect">
                  <a:avLst/>
                </a:prstGeom>
                <a:blipFill>
                  <a:blip r:embed="rId5"/>
                  <a:stretch>
                    <a:fillRect l="-14035" r="-28070" b="-121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213893D-9300-0589-4227-84EF773B5C4A}"/>
                    </a:ext>
                  </a:extLst>
                </p:cNvPr>
                <p:cNvSpPr txBox="1"/>
                <p:nvPr/>
              </p:nvSpPr>
              <p:spPr>
                <a:xfrm>
                  <a:off x="3027479" y="5625139"/>
                  <a:ext cx="2623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213893D-9300-0589-4227-84EF773B5C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7479" y="5625139"/>
                  <a:ext cx="26238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1628" r="-232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Oval 20">
              <a:extLst>
                <a:ext uri="{FF2B5EF4-FFF2-40B4-BE49-F238E27FC236}">
                  <a16:creationId xmlns:a16="http://schemas.microsoft.com/office/drawing/2014/main" id="{E3B01998-EB0E-6772-52F0-5C2504B4D928}"/>
                </a:ext>
              </a:extLst>
            </p:cNvPr>
            <p:cNvSpPr/>
            <p:nvPr/>
          </p:nvSpPr>
          <p:spPr>
            <a:xfrm>
              <a:off x="2159251" y="434170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Oval 21">
              <a:extLst>
                <a:ext uri="{FF2B5EF4-FFF2-40B4-BE49-F238E27FC236}">
                  <a16:creationId xmlns:a16="http://schemas.microsoft.com/office/drawing/2014/main" id="{FF307735-38B1-7DFE-6F55-10C8CD658E41}"/>
                </a:ext>
              </a:extLst>
            </p:cNvPr>
            <p:cNvSpPr/>
            <p:nvPr/>
          </p:nvSpPr>
          <p:spPr>
            <a:xfrm>
              <a:off x="2177921" y="4583332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Oval 22">
              <a:extLst>
                <a:ext uri="{FF2B5EF4-FFF2-40B4-BE49-F238E27FC236}">
                  <a16:creationId xmlns:a16="http://schemas.microsoft.com/office/drawing/2014/main" id="{8302ED8A-4F26-47F7-9A33-CB48007C91D0}"/>
                </a:ext>
              </a:extLst>
            </p:cNvPr>
            <p:cNvSpPr/>
            <p:nvPr/>
          </p:nvSpPr>
          <p:spPr>
            <a:xfrm>
              <a:off x="2336106" y="450796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Oval 23">
              <a:extLst>
                <a:ext uri="{FF2B5EF4-FFF2-40B4-BE49-F238E27FC236}">
                  <a16:creationId xmlns:a16="http://schemas.microsoft.com/office/drawing/2014/main" id="{D4C7E309-B695-EFEC-5A63-2BB718E4F62F}"/>
                </a:ext>
              </a:extLst>
            </p:cNvPr>
            <p:cNvSpPr/>
            <p:nvPr/>
          </p:nvSpPr>
          <p:spPr>
            <a:xfrm>
              <a:off x="2425894" y="460604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Oval 24">
              <a:extLst>
                <a:ext uri="{FF2B5EF4-FFF2-40B4-BE49-F238E27FC236}">
                  <a16:creationId xmlns:a16="http://schemas.microsoft.com/office/drawing/2014/main" id="{BE9F9104-FEE7-48FF-9DC9-4AC877A6E8D4}"/>
                </a:ext>
              </a:extLst>
            </p:cNvPr>
            <p:cNvSpPr/>
            <p:nvPr/>
          </p:nvSpPr>
          <p:spPr>
            <a:xfrm>
              <a:off x="2545268" y="445969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Oval 25">
              <a:extLst>
                <a:ext uri="{FF2B5EF4-FFF2-40B4-BE49-F238E27FC236}">
                  <a16:creationId xmlns:a16="http://schemas.microsoft.com/office/drawing/2014/main" id="{599DAB3E-28BF-B8E1-C421-2EEA59B98A90}"/>
                </a:ext>
              </a:extLst>
            </p:cNvPr>
            <p:cNvSpPr/>
            <p:nvPr/>
          </p:nvSpPr>
          <p:spPr>
            <a:xfrm>
              <a:off x="2713225" y="45548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Oval 30">
              <a:extLst>
                <a:ext uri="{FF2B5EF4-FFF2-40B4-BE49-F238E27FC236}">
                  <a16:creationId xmlns:a16="http://schemas.microsoft.com/office/drawing/2014/main" id="{F69CD77E-AEA9-B15F-DA2C-19C0C48488F2}"/>
                </a:ext>
              </a:extLst>
            </p:cNvPr>
            <p:cNvSpPr/>
            <p:nvPr/>
          </p:nvSpPr>
          <p:spPr>
            <a:xfrm>
              <a:off x="2645008" y="47017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Oval 18">
              <a:extLst>
                <a:ext uri="{FF2B5EF4-FFF2-40B4-BE49-F238E27FC236}">
                  <a16:creationId xmlns:a16="http://schemas.microsoft.com/office/drawing/2014/main" id="{205CED02-34F7-C703-E67D-B8E208EAF795}"/>
                </a:ext>
              </a:extLst>
            </p:cNvPr>
            <p:cNvSpPr/>
            <p:nvPr/>
          </p:nvSpPr>
          <p:spPr>
            <a:xfrm>
              <a:off x="1703870" y="397227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Oval 19">
              <a:extLst>
                <a:ext uri="{FF2B5EF4-FFF2-40B4-BE49-F238E27FC236}">
                  <a16:creationId xmlns:a16="http://schemas.microsoft.com/office/drawing/2014/main" id="{6781247C-E413-AD8C-7CF2-85CED729F03C}"/>
                </a:ext>
              </a:extLst>
            </p:cNvPr>
            <p:cNvSpPr/>
            <p:nvPr/>
          </p:nvSpPr>
          <p:spPr>
            <a:xfrm>
              <a:off x="1763760" y="419464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Oval 20">
              <a:extLst>
                <a:ext uri="{FF2B5EF4-FFF2-40B4-BE49-F238E27FC236}">
                  <a16:creationId xmlns:a16="http://schemas.microsoft.com/office/drawing/2014/main" id="{D9D17D4C-E894-67F1-F3E4-3AF335CC2571}"/>
                </a:ext>
              </a:extLst>
            </p:cNvPr>
            <p:cNvSpPr/>
            <p:nvPr/>
          </p:nvSpPr>
          <p:spPr>
            <a:xfrm>
              <a:off x="1892221" y="40243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Oval 21">
              <a:extLst>
                <a:ext uri="{FF2B5EF4-FFF2-40B4-BE49-F238E27FC236}">
                  <a16:creationId xmlns:a16="http://schemas.microsoft.com/office/drawing/2014/main" id="{2380C622-6764-764D-4C33-D98D2D43C456}"/>
                </a:ext>
              </a:extLst>
            </p:cNvPr>
            <p:cNvSpPr/>
            <p:nvPr/>
          </p:nvSpPr>
          <p:spPr>
            <a:xfrm>
              <a:off x="1910891" y="426597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Oval 22">
              <a:extLst>
                <a:ext uri="{FF2B5EF4-FFF2-40B4-BE49-F238E27FC236}">
                  <a16:creationId xmlns:a16="http://schemas.microsoft.com/office/drawing/2014/main" id="{99F99A7B-CA10-2B08-6232-A0FDE1200223}"/>
                </a:ext>
              </a:extLst>
            </p:cNvPr>
            <p:cNvSpPr/>
            <p:nvPr/>
          </p:nvSpPr>
          <p:spPr>
            <a:xfrm>
              <a:off x="2069076" y="419060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Oval 24">
              <a:extLst>
                <a:ext uri="{FF2B5EF4-FFF2-40B4-BE49-F238E27FC236}">
                  <a16:creationId xmlns:a16="http://schemas.microsoft.com/office/drawing/2014/main" id="{CD268047-9608-4822-6426-C6A79B93C791}"/>
                </a:ext>
              </a:extLst>
            </p:cNvPr>
            <p:cNvSpPr/>
            <p:nvPr/>
          </p:nvSpPr>
          <p:spPr>
            <a:xfrm>
              <a:off x="2278238" y="414234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Oval 25">
              <a:extLst>
                <a:ext uri="{FF2B5EF4-FFF2-40B4-BE49-F238E27FC236}">
                  <a16:creationId xmlns:a16="http://schemas.microsoft.com/office/drawing/2014/main" id="{D594077C-FEA9-62D9-EFFB-858BA4010BB2}"/>
                </a:ext>
              </a:extLst>
            </p:cNvPr>
            <p:cNvSpPr/>
            <p:nvPr/>
          </p:nvSpPr>
          <p:spPr>
            <a:xfrm>
              <a:off x="2446195" y="423749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Oval 30">
              <a:extLst>
                <a:ext uri="{FF2B5EF4-FFF2-40B4-BE49-F238E27FC236}">
                  <a16:creationId xmlns:a16="http://schemas.microsoft.com/office/drawing/2014/main" id="{30A45DC3-BA43-36C9-BEF2-583158F9F67F}"/>
                </a:ext>
              </a:extLst>
            </p:cNvPr>
            <p:cNvSpPr/>
            <p:nvPr/>
          </p:nvSpPr>
          <p:spPr>
            <a:xfrm>
              <a:off x="2377978" y="438441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Oval 32">
              <a:extLst>
                <a:ext uri="{FF2B5EF4-FFF2-40B4-BE49-F238E27FC236}">
                  <a16:creationId xmlns:a16="http://schemas.microsoft.com/office/drawing/2014/main" id="{29BF5C5F-0756-EC85-6DE8-D6B0BD8EE0C1}"/>
                </a:ext>
              </a:extLst>
            </p:cNvPr>
            <p:cNvSpPr/>
            <p:nvPr/>
          </p:nvSpPr>
          <p:spPr>
            <a:xfrm>
              <a:off x="1993330" y="442430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Oval 33">
              <a:extLst>
                <a:ext uri="{FF2B5EF4-FFF2-40B4-BE49-F238E27FC236}">
                  <a16:creationId xmlns:a16="http://schemas.microsoft.com/office/drawing/2014/main" id="{2B0F041D-4BC9-DB4A-6893-2862E52E6B67}"/>
                </a:ext>
              </a:extLst>
            </p:cNvPr>
            <p:cNvSpPr/>
            <p:nvPr/>
          </p:nvSpPr>
          <p:spPr>
            <a:xfrm>
              <a:off x="1798350" y="441638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Oval 18">
              <a:extLst>
                <a:ext uri="{FF2B5EF4-FFF2-40B4-BE49-F238E27FC236}">
                  <a16:creationId xmlns:a16="http://schemas.microsoft.com/office/drawing/2014/main" id="{12FA01FE-F8A7-2BF4-4CF3-48C6825EDCFA}"/>
                </a:ext>
              </a:extLst>
            </p:cNvPr>
            <p:cNvSpPr/>
            <p:nvPr/>
          </p:nvSpPr>
          <p:spPr>
            <a:xfrm>
              <a:off x="1840012" y="45029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Oval 19">
              <a:extLst>
                <a:ext uri="{FF2B5EF4-FFF2-40B4-BE49-F238E27FC236}">
                  <a16:creationId xmlns:a16="http://schemas.microsoft.com/office/drawing/2014/main" id="{EA1DBF7D-1551-A2FE-70BF-E111809980F7}"/>
                </a:ext>
              </a:extLst>
            </p:cNvPr>
            <p:cNvSpPr/>
            <p:nvPr/>
          </p:nvSpPr>
          <p:spPr>
            <a:xfrm>
              <a:off x="1899902" y="472530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Oval 20">
              <a:extLst>
                <a:ext uri="{FF2B5EF4-FFF2-40B4-BE49-F238E27FC236}">
                  <a16:creationId xmlns:a16="http://schemas.microsoft.com/office/drawing/2014/main" id="{AAE50D56-2AA4-ED58-3669-BBCBF091C9D7}"/>
                </a:ext>
              </a:extLst>
            </p:cNvPr>
            <p:cNvSpPr/>
            <p:nvPr/>
          </p:nvSpPr>
          <p:spPr>
            <a:xfrm>
              <a:off x="2053339" y="457146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Oval 21">
              <a:extLst>
                <a:ext uri="{FF2B5EF4-FFF2-40B4-BE49-F238E27FC236}">
                  <a16:creationId xmlns:a16="http://schemas.microsoft.com/office/drawing/2014/main" id="{DF24DDF9-2CD1-7A55-AC6B-FB216DB1E668}"/>
                </a:ext>
              </a:extLst>
            </p:cNvPr>
            <p:cNvSpPr/>
            <p:nvPr/>
          </p:nvSpPr>
          <p:spPr>
            <a:xfrm>
              <a:off x="2047033" y="47966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Oval 22">
              <a:extLst>
                <a:ext uri="{FF2B5EF4-FFF2-40B4-BE49-F238E27FC236}">
                  <a16:creationId xmlns:a16="http://schemas.microsoft.com/office/drawing/2014/main" id="{E488B0B8-37C1-1B70-D226-68DE90A1EF78}"/>
                </a:ext>
              </a:extLst>
            </p:cNvPr>
            <p:cNvSpPr/>
            <p:nvPr/>
          </p:nvSpPr>
          <p:spPr>
            <a:xfrm>
              <a:off x="2205218" y="472126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Oval 23">
              <a:extLst>
                <a:ext uri="{FF2B5EF4-FFF2-40B4-BE49-F238E27FC236}">
                  <a16:creationId xmlns:a16="http://schemas.microsoft.com/office/drawing/2014/main" id="{106047EF-1A45-7B48-3E2D-65181AE8B88C}"/>
                </a:ext>
              </a:extLst>
            </p:cNvPr>
            <p:cNvSpPr/>
            <p:nvPr/>
          </p:nvSpPr>
          <p:spPr>
            <a:xfrm>
              <a:off x="2295006" y="481934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Oval 25">
              <a:extLst>
                <a:ext uri="{FF2B5EF4-FFF2-40B4-BE49-F238E27FC236}">
                  <a16:creationId xmlns:a16="http://schemas.microsoft.com/office/drawing/2014/main" id="{1A855407-55E7-05C9-0654-18E67E117AC9}"/>
                </a:ext>
              </a:extLst>
            </p:cNvPr>
            <p:cNvSpPr/>
            <p:nvPr/>
          </p:nvSpPr>
          <p:spPr>
            <a:xfrm>
              <a:off x="2582337" y="476815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Oval 30">
              <a:extLst>
                <a:ext uri="{FF2B5EF4-FFF2-40B4-BE49-F238E27FC236}">
                  <a16:creationId xmlns:a16="http://schemas.microsoft.com/office/drawing/2014/main" id="{9E0E921C-2F69-578A-93F1-8F9E472017A7}"/>
                </a:ext>
              </a:extLst>
            </p:cNvPr>
            <p:cNvSpPr/>
            <p:nvPr/>
          </p:nvSpPr>
          <p:spPr>
            <a:xfrm>
              <a:off x="2514120" y="491506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Oval 32">
              <a:extLst>
                <a:ext uri="{FF2B5EF4-FFF2-40B4-BE49-F238E27FC236}">
                  <a16:creationId xmlns:a16="http://schemas.microsoft.com/office/drawing/2014/main" id="{2E20E082-ECEA-DDCF-3F61-70F459DB49FD}"/>
                </a:ext>
              </a:extLst>
            </p:cNvPr>
            <p:cNvSpPr/>
            <p:nvPr/>
          </p:nvSpPr>
          <p:spPr>
            <a:xfrm>
              <a:off x="2129472" y="495496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Oval 33">
              <a:extLst>
                <a:ext uri="{FF2B5EF4-FFF2-40B4-BE49-F238E27FC236}">
                  <a16:creationId xmlns:a16="http://schemas.microsoft.com/office/drawing/2014/main" id="{F708BE42-F95C-B4E2-002B-5617D10242E2}"/>
                </a:ext>
              </a:extLst>
            </p:cNvPr>
            <p:cNvSpPr/>
            <p:nvPr/>
          </p:nvSpPr>
          <p:spPr>
            <a:xfrm>
              <a:off x="1934492" y="49470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FA728C5-F885-92A4-1DDC-FF1BA6220E49}"/>
              </a:ext>
            </a:extLst>
          </p:cNvPr>
          <p:cNvGrpSpPr/>
          <p:nvPr/>
        </p:nvGrpSpPr>
        <p:grpSpPr>
          <a:xfrm>
            <a:off x="5134008" y="3418812"/>
            <a:ext cx="2541371" cy="2383992"/>
            <a:chOff x="5134008" y="3418812"/>
            <a:chExt cx="2541371" cy="2383992"/>
          </a:xfrm>
        </p:grpSpPr>
        <p:sp>
          <p:nvSpPr>
            <p:cNvPr id="156" name="Oval 49">
              <a:extLst>
                <a:ext uri="{FF2B5EF4-FFF2-40B4-BE49-F238E27FC236}">
                  <a16:creationId xmlns:a16="http://schemas.microsoft.com/office/drawing/2014/main" id="{E18E13E2-BA98-FE6F-A48F-EA1779867EEC}"/>
                </a:ext>
              </a:extLst>
            </p:cNvPr>
            <p:cNvSpPr/>
            <p:nvPr/>
          </p:nvSpPr>
          <p:spPr>
            <a:xfrm>
              <a:off x="6188260" y="4546451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Oval 50">
              <a:extLst>
                <a:ext uri="{FF2B5EF4-FFF2-40B4-BE49-F238E27FC236}">
                  <a16:creationId xmlns:a16="http://schemas.microsoft.com/office/drawing/2014/main" id="{81FA1984-49FE-0557-8610-D9C19FE06556}"/>
                </a:ext>
              </a:extLst>
            </p:cNvPr>
            <p:cNvSpPr/>
            <p:nvPr/>
          </p:nvSpPr>
          <p:spPr>
            <a:xfrm>
              <a:off x="6589155" y="5186240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Oval 51">
              <a:extLst>
                <a:ext uri="{FF2B5EF4-FFF2-40B4-BE49-F238E27FC236}">
                  <a16:creationId xmlns:a16="http://schemas.microsoft.com/office/drawing/2014/main" id="{5C033A8E-E27E-A28A-21B3-CAF568A212BD}"/>
                </a:ext>
              </a:extLst>
            </p:cNvPr>
            <p:cNvSpPr/>
            <p:nvPr/>
          </p:nvSpPr>
          <p:spPr>
            <a:xfrm>
              <a:off x="6170762" y="4912710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Oval 52">
              <a:extLst>
                <a:ext uri="{FF2B5EF4-FFF2-40B4-BE49-F238E27FC236}">
                  <a16:creationId xmlns:a16="http://schemas.microsoft.com/office/drawing/2014/main" id="{E83D7045-87A2-7C20-139D-731C2E5E3E6E}"/>
                </a:ext>
              </a:extLst>
            </p:cNvPr>
            <p:cNvSpPr/>
            <p:nvPr/>
          </p:nvSpPr>
          <p:spPr>
            <a:xfrm>
              <a:off x="7108815" y="4335302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Oval 53">
              <a:extLst>
                <a:ext uri="{FF2B5EF4-FFF2-40B4-BE49-F238E27FC236}">
                  <a16:creationId xmlns:a16="http://schemas.microsoft.com/office/drawing/2014/main" id="{A5AC5C5C-3606-CB48-FFAE-307C1AEF4D6C}"/>
                </a:ext>
              </a:extLst>
            </p:cNvPr>
            <p:cNvSpPr/>
            <p:nvPr/>
          </p:nvSpPr>
          <p:spPr>
            <a:xfrm>
              <a:off x="6559875" y="5233912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Oval 54">
              <a:extLst>
                <a:ext uri="{FF2B5EF4-FFF2-40B4-BE49-F238E27FC236}">
                  <a16:creationId xmlns:a16="http://schemas.microsoft.com/office/drawing/2014/main" id="{8F68B59E-F7C9-1083-CFF7-45ECE7E2BFCD}"/>
                </a:ext>
              </a:extLst>
            </p:cNvPr>
            <p:cNvSpPr/>
            <p:nvPr/>
          </p:nvSpPr>
          <p:spPr>
            <a:xfrm>
              <a:off x="6611290" y="4820136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Oval 55">
              <a:extLst>
                <a:ext uri="{FF2B5EF4-FFF2-40B4-BE49-F238E27FC236}">
                  <a16:creationId xmlns:a16="http://schemas.microsoft.com/office/drawing/2014/main" id="{7021E0CF-8323-252C-3EF3-2533EBCF8BF5}"/>
                </a:ext>
              </a:extLst>
            </p:cNvPr>
            <p:cNvSpPr/>
            <p:nvPr/>
          </p:nvSpPr>
          <p:spPr>
            <a:xfrm>
              <a:off x="7120251" y="4280391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Oval 56">
              <a:extLst>
                <a:ext uri="{FF2B5EF4-FFF2-40B4-BE49-F238E27FC236}">
                  <a16:creationId xmlns:a16="http://schemas.microsoft.com/office/drawing/2014/main" id="{9B6BAD72-E681-2929-1D43-0E5B2D890042}"/>
                </a:ext>
              </a:extLst>
            </p:cNvPr>
            <p:cNvSpPr/>
            <p:nvPr/>
          </p:nvSpPr>
          <p:spPr>
            <a:xfrm>
              <a:off x="7210038" y="4378471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Oval 57">
              <a:extLst>
                <a:ext uri="{FF2B5EF4-FFF2-40B4-BE49-F238E27FC236}">
                  <a16:creationId xmlns:a16="http://schemas.microsoft.com/office/drawing/2014/main" id="{AB7AC00D-9832-5167-59A9-4A1F8AEF0D88}"/>
                </a:ext>
              </a:extLst>
            </p:cNvPr>
            <p:cNvSpPr/>
            <p:nvPr/>
          </p:nvSpPr>
          <p:spPr>
            <a:xfrm>
              <a:off x="6664922" y="5148592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Oval 58">
              <a:extLst>
                <a:ext uri="{FF2B5EF4-FFF2-40B4-BE49-F238E27FC236}">
                  <a16:creationId xmlns:a16="http://schemas.microsoft.com/office/drawing/2014/main" id="{415928A1-04E1-62B6-2253-FF776A2F9D98}"/>
                </a:ext>
              </a:extLst>
            </p:cNvPr>
            <p:cNvSpPr/>
            <p:nvPr/>
          </p:nvSpPr>
          <p:spPr>
            <a:xfrm>
              <a:off x="6322720" y="542368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Oval 59">
              <a:extLst>
                <a:ext uri="{FF2B5EF4-FFF2-40B4-BE49-F238E27FC236}">
                  <a16:creationId xmlns:a16="http://schemas.microsoft.com/office/drawing/2014/main" id="{CA5F2BB3-7B3A-EC4A-60C6-84B156146102}"/>
                </a:ext>
              </a:extLst>
            </p:cNvPr>
            <p:cNvSpPr/>
            <p:nvPr/>
          </p:nvSpPr>
          <p:spPr>
            <a:xfrm>
              <a:off x="7114061" y="4263763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Oval 60">
              <a:extLst>
                <a:ext uri="{FF2B5EF4-FFF2-40B4-BE49-F238E27FC236}">
                  <a16:creationId xmlns:a16="http://schemas.microsoft.com/office/drawing/2014/main" id="{E23B6355-2CF6-733E-9408-3409DEAA99B0}"/>
                </a:ext>
              </a:extLst>
            </p:cNvPr>
            <p:cNvSpPr/>
            <p:nvPr/>
          </p:nvSpPr>
          <p:spPr>
            <a:xfrm>
              <a:off x="7278495" y="4348225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Oval 61">
              <a:extLst>
                <a:ext uri="{FF2B5EF4-FFF2-40B4-BE49-F238E27FC236}">
                  <a16:creationId xmlns:a16="http://schemas.microsoft.com/office/drawing/2014/main" id="{BB262871-9533-0F57-8991-4A6694AD1079}"/>
                </a:ext>
              </a:extLst>
            </p:cNvPr>
            <p:cNvSpPr/>
            <p:nvPr/>
          </p:nvSpPr>
          <p:spPr>
            <a:xfrm>
              <a:off x="6344981" y="4506824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Oval 62">
              <a:extLst>
                <a:ext uri="{FF2B5EF4-FFF2-40B4-BE49-F238E27FC236}">
                  <a16:creationId xmlns:a16="http://schemas.microsoft.com/office/drawing/2014/main" id="{E528C48B-B9DA-7BE6-AF49-71E3D0148F10}"/>
                </a:ext>
              </a:extLst>
            </p:cNvPr>
            <p:cNvSpPr/>
            <p:nvPr/>
          </p:nvSpPr>
          <p:spPr>
            <a:xfrm>
              <a:off x="6683705" y="5151037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Oval 63">
              <a:extLst>
                <a:ext uri="{FF2B5EF4-FFF2-40B4-BE49-F238E27FC236}">
                  <a16:creationId xmlns:a16="http://schemas.microsoft.com/office/drawing/2014/main" id="{B4DD22B6-BBA5-7CED-E379-1E909B194F45}"/>
                </a:ext>
              </a:extLst>
            </p:cNvPr>
            <p:cNvSpPr/>
            <p:nvPr/>
          </p:nvSpPr>
          <p:spPr>
            <a:xfrm>
              <a:off x="6263831" y="4960949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Oval 64">
              <a:extLst>
                <a:ext uri="{FF2B5EF4-FFF2-40B4-BE49-F238E27FC236}">
                  <a16:creationId xmlns:a16="http://schemas.microsoft.com/office/drawing/2014/main" id="{6ECB8BE9-E8AE-B2F0-15DF-3BFDA022FD98}"/>
                </a:ext>
              </a:extLst>
            </p:cNvPr>
            <p:cNvSpPr/>
            <p:nvPr/>
          </p:nvSpPr>
          <p:spPr>
            <a:xfrm>
              <a:off x="6162045" y="5046641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Oval 65">
              <a:extLst>
                <a:ext uri="{FF2B5EF4-FFF2-40B4-BE49-F238E27FC236}">
                  <a16:creationId xmlns:a16="http://schemas.microsoft.com/office/drawing/2014/main" id="{1C448947-CBA1-48A0-5DF7-B9BD96B167A2}"/>
                </a:ext>
              </a:extLst>
            </p:cNvPr>
            <p:cNvSpPr/>
            <p:nvPr/>
          </p:nvSpPr>
          <p:spPr>
            <a:xfrm>
              <a:off x="6600610" y="5196727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Oval 66">
              <a:extLst>
                <a:ext uri="{FF2B5EF4-FFF2-40B4-BE49-F238E27FC236}">
                  <a16:creationId xmlns:a16="http://schemas.microsoft.com/office/drawing/2014/main" id="{249D0DC0-D128-21F9-C87A-75F70D0EC665}"/>
                </a:ext>
              </a:extLst>
            </p:cNvPr>
            <p:cNvSpPr/>
            <p:nvPr/>
          </p:nvSpPr>
          <p:spPr>
            <a:xfrm>
              <a:off x="6699511" y="5239677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Oval 67">
              <a:extLst>
                <a:ext uri="{FF2B5EF4-FFF2-40B4-BE49-F238E27FC236}">
                  <a16:creationId xmlns:a16="http://schemas.microsoft.com/office/drawing/2014/main" id="{EE367E51-6051-FB33-C6BD-1BA1D6367D86}"/>
                </a:ext>
              </a:extLst>
            </p:cNvPr>
            <p:cNvSpPr/>
            <p:nvPr/>
          </p:nvSpPr>
          <p:spPr>
            <a:xfrm>
              <a:off x="6181391" y="4453791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Oval 68">
              <a:extLst>
                <a:ext uri="{FF2B5EF4-FFF2-40B4-BE49-F238E27FC236}">
                  <a16:creationId xmlns:a16="http://schemas.microsoft.com/office/drawing/2014/main" id="{AB96CCE4-A1CB-BAB4-F6EF-B33625DBEFFB}"/>
                </a:ext>
              </a:extLst>
            </p:cNvPr>
            <p:cNvSpPr/>
            <p:nvPr/>
          </p:nvSpPr>
          <p:spPr>
            <a:xfrm>
              <a:off x="6282810" y="528320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Oval 69">
              <a:extLst>
                <a:ext uri="{FF2B5EF4-FFF2-40B4-BE49-F238E27FC236}">
                  <a16:creationId xmlns:a16="http://schemas.microsoft.com/office/drawing/2014/main" id="{0E545BB6-20DE-06EE-0A50-BDBCEDCDC2AF}"/>
                </a:ext>
              </a:extLst>
            </p:cNvPr>
            <p:cNvSpPr/>
            <p:nvPr/>
          </p:nvSpPr>
          <p:spPr>
            <a:xfrm>
              <a:off x="6095251" y="4610809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Oval 70">
              <a:extLst>
                <a:ext uri="{FF2B5EF4-FFF2-40B4-BE49-F238E27FC236}">
                  <a16:creationId xmlns:a16="http://schemas.microsoft.com/office/drawing/2014/main" id="{72FBD612-8D45-99D6-AA3C-803F8F6A763B}"/>
                </a:ext>
              </a:extLst>
            </p:cNvPr>
            <p:cNvSpPr/>
            <p:nvPr/>
          </p:nvSpPr>
          <p:spPr>
            <a:xfrm>
              <a:off x="6177690" y="4505993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71">
              <a:extLst>
                <a:ext uri="{FF2B5EF4-FFF2-40B4-BE49-F238E27FC236}">
                  <a16:creationId xmlns:a16="http://schemas.microsoft.com/office/drawing/2014/main" id="{DC9D0AC6-2EA7-708D-3864-289570C93BC7}"/>
                </a:ext>
              </a:extLst>
            </p:cNvPr>
            <p:cNvSpPr/>
            <p:nvPr/>
          </p:nvSpPr>
          <p:spPr>
            <a:xfrm>
              <a:off x="6079375" y="4956369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72">
              <a:extLst>
                <a:ext uri="{FF2B5EF4-FFF2-40B4-BE49-F238E27FC236}">
                  <a16:creationId xmlns:a16="http://schemas.microsoft.com/office/drawing/2014/main" id="{DC04B206-9F2D-D428-B10A-282EA06AE130}"/>
                </a:ext>
              </a:extLst>
            </p:cNvPr>
            <p:cNvSpPr/>
            <p:nvPr/>
          </p:nvSpPr>
          <p:spPr>
            <a:xfrm>
              <a:off x="6231576" y="4855382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73">
              <a:extLst>
                <a:ext uri="{FF2B5EF4-FFF2-40B4-BE49-F238E27FC236}">
                  <a16:creationId xmlns:a16="http://schemas.microsoft.com/office/drawing/2014/main" id="{2EFF2A5C-8E98-DE9E-B3D8-E248ACE69305}"/>
                </a:ext>
              </a:extLst>
            </p:cNvPr>
            <p:cNvSpPr/>
            <p:nvPr/>
          </p:nvSpPr>
          <p:spPr>
            <a:xfrm>
              <a:off x="6317367" y="531985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74">
              <a:extLst>
                <a:ext uri="{FF2B5EF4-FFF2-40B4-BE49-F238E27FC236}">
                  <a16:creationId xmlns:a16="http://schemas.microsoft.com/office/drawing/2014/main" id="{9C502536-77F1-A911-E8D3-29093076A3B5}"/>
                </a:ext>
              </a:extLst>
            </p:cNvPr>
            <p:cNvSpPr/>
            <p:nvPr/>
          </p:nvSpPr>
          <p:spPr>
            <a:xfrm>
              <a:off x="6167014" y="4926783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2" name="Straight Arrow Connector 76">
              <a:extLst>
                <a:ext uri="{FF2B5EF4-FFF2-40B4-BE49-F238E27FC236}">
                  <a16:creationId xmlns:a16="http://schemas.microsoft.com/office/drawing/2014/main" id="{EF39527E-3FED-C7BC-331F-49AE82CBD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174" y="3418812"/>
              <a:ext cx="0" cy="2383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77">
              <a:extLst>
                <a:ext uri="{FF2B5EF4-FFF2-40B4-BE49-F238E27FC236}">
                  <a16:creationId xmlns:a16="http://schemas.microsoft.com/office/drawing/2014/main" id="{36610263-DD2C-30D1-703A-E6D6E37DE67D}"/>
                </a:ext>
              </a:extLst>
            </p:cNvPr>
            <p:cNvCxnSpPr>
              <a:cxnSpLocks/>
            </p:cNvCxnSpPr>
            <p:nvPr/>
          </p:nvCxnSpPr>
          <p:spPr>
            <a:xfrm>
              <a:off x="5426045" y="5561825"/>
              <a:ext cx="224933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FAE9C574-749D-94FF-B2C1-FE65D8E55CFA}"/>
                    </a:ext>
                  </a:extLst>
                </p:cNvPr>
                <p:cNvSpPr txBox="1"/>
                <p:nvPr/>
              </p:nvSpPr>
              <p:spPr>
                <a:xfrm>
                  <a:off x="5134008" y="3441089"/>
                  <a:ext cx="4579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FAE9C574-749D-94FF-B2C1-FE65D8E55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4008" y="3441089"/>
                  <a:ext cx="457946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5333" r="-2667" b="-121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246A36BD-A233-56A6-984E-B210A95241EC}"/>
                    </a:ext>
                  </a:extLst>
                </p:cNvPr>
                <p:cNvSpPr txBox="1"/>
                <p:nvPr/>
              </p:nvSpPr>
              <p:spPr>
                <a:xfrm>
                  <a:off x="7387792" y="5509795"/>
                  <a:ext cx="2623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246A36BD-A233-56A6-984E-B210A9524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792" y="5509795"/>
                  <a:ext cx="26238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11628" r="-232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6" name="Oval 49">
              <a:extLst>
                <a:ext uri="{FF2B5EF4-FFF2-40B4-BE49-F238E27FC236}">
                  <a16:creationId xmlns:a16="http://schemas.microsoft.com/office/drawing/2014/main" id="{AE9BBED8-D88C-4726-5874-CC25CFB34186}"/>
                </a:ext>
              </a:extLst>
            </p:cNvPr>
            <p:cNvSpPr/>
            <p:nvPr/>
          </p:nvSpPr>
          <p:spPr>
            <a:xfrm>
              <a:off x="6016870" y="4011906"/>
              <a:ext cx="82440" cy="85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61">
              <a:extLst>
                <a:ext uri="{FF2B5EF4-FFF2-40B4-BE49-F238E27FC236}">
                  <a16:creationId xmlns:a16="http://schemas.microsoft.com/office/drawing/2014/main" id="{DAF56CEA-ED93-4176-FC43-2AA8164D50D1}"/>
                </a:ext>
              </a:extLst>
            </p:cNvPr>
            <p:cNvSpPr/>
            <p:nvPr/>
          </p:nvSpPr>
          <p:spPr>
            <a:xfrm>
              <a:off x="6173591" y="3972279"/>
              <a:ext cx="82440" cy="85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Oval 70">
              <a:extLst>
                <a:ext uri="{FF2B5EF4-FFF2-40B4-BE49-F238E27FC236}">
                  <a16:creationId xmlns:a16="http://schemas.microsoft.com/office/drawing/2014/main" id="{33BC07F6-C77E-78DF-A6CC-67BEC7C2C719}"/>
                </a:ext>
              </a:extLst>
            </p:cNvPr>
            <p:cNvSpPr/>
            <p:nvPr/>
          </p:nvSpPr>
          <p:spPr>
            <a:xfrm>
              <a:off x="6006300" y="3971448"/>
              <a:ext cx="82440" cy="85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Oval 54">
              <a:extLst>
                <a:ext uri="{FF2B5EF4-FFF2-40B4-BE49-F238E27FC236}">
                  <a16:creationId xmlns:a16="http://schemas.microsoft.com/office/drawing/2014/main" id="{7D1C869A-A697-F9B8-5703-602E5102704A}"/>
                </a:ext>
              </a:extLst>
            </p:cNvPr>
            <p:cNvSpPr/>
            <p:nvPr/>
          </p:nvSpPr>
          <p:spPr>
            <a:xfrm>
              <a:off x="5900385" y="4313385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56">
              <a:extLst>
                <a:ext uri="{FF2B5EF4-FFF2-40B4-BE49-F238E27FC236}">
                  <a16:creationId xmlns:a16="http://schemas.microsoft.com/office/drawing/2014/main" id="{B9B11395-FB15-479F-AF1B-BED02AAB2CEC}"/>
                </a:ext>
              </a:extLst>
            </p:cNvPr>
            <p:cNvSpPr/>
            <p:nvPr/>
          </p:nvSpPr>
          <p:spPr>
            <a:xfrm>
              <a:off x="5854479" y="4285223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60">
              <a:extLst>
                <a:ext uri="{FF2B5EF4-FFF2-40B4-BE49-F238E27FC236}">
                  <a16:creationId xmlns:a16="http://schemas.microsoft.com/office/drawing/2014/main" id="{ED423B9B-3112-918D-D0C1-1A55A7EE5A20}"/>
                </a:ext>
              </a:extLst>
            </p:cNvPr>
            <p:cNvSpPr/>
            <p:nvPr/>
          </p:nvSpPr>
          <p:spPr>
            <a:xfrm>
              <a:off x="5922936" y="4254977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56">
              <a:extLst>
                <a:ext uri="{FF2B5EF4-FFF2-40B4-BE49-F238E27FC236}">
                  <a16:creationId xmlns:a16="http://schemas.microsoft.com/office/drawing/2014/main" id="{618E83D8-FA0F-17D7-7C01-FD400CE6986D}"/>
                </a:ext>
              </a:extLst>
            </p:cNvPr>
            <p:cNvSpPr/>
            <p:nvPr/>
          </p:nvSpPr>
          <p:spPr>
            <a:xfrm>
              <a:off x="6437043" y="423311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60">
              <a:extLst>
                <a:ext uri="{FF2B5EF4-FFF2-40B4-BE49-F238E27FC236}">
                  <a16:creationId xmlns:a16="http://schemas.microsoft.com/office/drawing/2014/main" id="{CFBA9F45-C4CB-D699-5D19-742CDFA84975}"/>
                </a:ext>
              </a:extLst>
            </p:cNvPr>
            <p:cNvSpPr/>
            <p:nvPr/>
          </p:nvSpPr>
          <p:spPr>
            <a:xfrm>
              <a:off x="6505500" y="420286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Oval 51">
              <a:extLst>
                <a:ext uri="{FF2B5EF4-FFF2-40B4-BE49-F238E27FC236}">
                  <a16:creationId xmlns:a16="http://schemas.microsoft.com/office/drawing/2014/main" id="{13B983FA-0FB2-EBA5-6F29-07D8661F4938}"/>
                </a:ext>
              </a:extLst>
            </p:cNvPr>
            <p:cNvSpPr/>
            <p:nvPr/>
          </p:nvSpPr>
          <p:spPr>
            <a:xfrm>
              <a:off x="5859849" y="4739882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Oval 63">
              <a:extLst>
                <a:ext uri="{FF2B5EF4-FFF2-40B4-BE49-F238E27FC236}">
                  <a16:creationId xmlns:a16="http://schemas.microsoft.com/office/drawing/2014/main" id="{ECC7A4CB-3DF0-B3D8-0D80-94CDD9CEEC9E}"/>
                </a:ext>
              </a:extLst>
            </p:cNvPr>
            <p:cNvSpPr/>
            <p:nvPr/>
          </p:nvSpPr>
          <p:spPr>
            <a:xfrm>
              <a:off x="5952918" y="4788121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71">
              <a:extLst>
                <a:ext uri="{FF2B5EF4-FFF2-40B4-BE49-F238E27FC236}">
                  <a16:creationId xmlns:a16="http://schemas.microsoft.com/office/drawing/2014/main" id="{8C85EAF4-A6B1-21A8-22F1-FE6AADE8FD7F}"/>
                </a:ext>
              </a:extLst>
            </p:cNvPr>
            <p:cNvSpPr/>
            <p:nvPr/>
          </p:nvSpPr>
          <p:spPr>
            <a:xfrm>
              <a:off x="5768462" y="4783541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52">
              <a:extLst>
                <a:ext uri="{FF2B5EF4-FFF2-40B4-BE49-F238E27FC236}">
                  <a16:creationId xmlns:a16="http://schemas.microsoft.com/office/drawing/2014/main" id="{05088B21-FCC9-4AE5-EB44-C48FFE13AD6F}"/>
                </a:ext>
              </a:extLst>
            </p:cNvPr>
            <p:cNvSpPr/>
            <p:nvPr/>
          </p:nvSpPr>
          <p:spPr>
            <a:xfrm>
              <a:off x="5793315" y="5241120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Oval 54">
              <a:extLst>
                <a:ext uri="{FF2B5EF4-FFF2-40B4-BE49-F238E27FC236}">
                  <a16:creationId xmlns:a16="http://schemas.microsoft.com/office/drawing/2014/main" id="{23EBA2C8-14DF-E901-E485-4F13327083D4}"/>
                </a:ext>
              </a:extLst>
            </p:cNvPr>
            <p:cNvSpPr/>
            <p:nvPr/>
          </p:nvSpPr>
          <p:spPr>
            <a:xfrm>
              <a:off x="5940444" y="5312451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Oval 55">
              <a:extLst>
                <a:ext uri="{FF2B5EF4-FFF2-40B4-BE49-F238E27FC236}">
                  <a16:creationId xmlns:a16="http://schemas.microsoft.com/office/drawing/2014/main" id="{7493FD4A-6B5D-DE72-E862-82260989065B}"/>
                </a:ext>
              </a:extLst>
            </p:cNvPr>
            <p:cNvSpPr/>
            <p:nvPr/>
          </p:nvSpPr>
          <p:spPr>
            <a:xfrm>
              <a:off x="5804751" y="5186209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Oval 56">
              <a:extLst>
                <a:ext uri="{FF2B5EF4-FFF2-40B4-BE49-F238E27FC236}">
                  <a16:creationId xmlns:a16="http://schemas.microsoft.com/office/drawing/2014/main" id="{7012CADB-01FD-29BF-F0A5-CCCB4D392D37}"/>
                </a:ext>
              </a:extLst>
            </p:cNvPr>
            <p:cNvSpPr/>
            <p:nvPr/>
          </p:nvSpPr>
          <p:spPr>
            <a:xfrm>
              <a:off x="5894538" y="5284289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Oval 57">
              <a:extLst>
                <a:ext uri="{FF2B5EF4-FFF2-40B4-BE49-F238E27FC236}">
                  <a16:creationId xmlns:a16="http://schemas.microsoft.com/office/drawing/2014/main" id="{8543E9F6-32B4-7757-A044-6D6E52FBAC2C}"/>
                </a:ext>
              </a:extLst>
            </p:cNvPr>
            <p:cNvSpPr/>
            <p:nvPr/>
          </p:nvSpPr>
          <p:spPr>
            <a:xfrm>
              <a:off x="5793315" y="5371774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Oval 59">
              <a:extLst>
                <a:ext uri="{FF2B5EF4-FFF2-40B4-BE49-F238E27FC236}">
                  <a16:creationId xmlns:a16="http://schemas.microsoft.com/office/drawing/2014/main" id="{D0C89DBF-5CA9-C2B0-71A9-C3170CE1A29A}"/>
                </a:ext>
              </a:extLst>
            </p:cNvPr>
            <p:cNvSpPr/>
            <p:nvPr/>
          </p:nvSpPr>
          <p:spPr>
            <a:xfrm>
              <a:off x="5798561" y="5169581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60">
              <a:extLst>
                <a:ext uri="{FF2B5EF4-FFF2-40B4-BE49-F238E27FC236}">
                  <a16:creationId xmlns:a16="http://schemas.microsoft.com/office/drawing/2014/main" id="{AE2F4AE0-44AE-7432-6964-CB2D158F278E}"/>
                </a:ext>
              </a:extLst>
            </p:cNvPr>
            <p:cNvSpPr/>
            <p:nvPr/>
          </p:nvSpPr>
          <p:spPr>
            <a:xfrm>
              <a:off x="5962995" y="5254043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62">
              <a:extLst>
                <a:ext uri="{FF2B5EF4-FFF2-40B4-BE49-F238E27FC236}">
                  <a16:creationId xmlns:a16="http://schemas.microsoft.com/office/drawing/2014/main" id="{2256BF00-BA9B-E485-ADA3-61FA08F326A5}"/>
                </a:ext>
              </a:extLst>
            </p:cNvPr>
            <p:cNvSpPr/>
            <p:nvPr/>
          </p:nvSpPr>
          <p:spPr>
            <a:xfrm>
              <a:off x="5812098" y="5374219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51">
              <a:extLst>
                <a:ext uri="{FF2B5EF4-FFF2-40B4-BE49-F238E27FC236}">
                  <a16:creationId xmlns:a16="http://schemas.microsoft.com/office/drawing/2014/main" id="{E6CD9FC4-1810-5085-A8FC-4039CBBE30B7}"/>
                </a:ext>
              </a:extLst>
            </p:cNvPr>
            <p:cNvSpPr/>
            <p:nvPr/>
          </p:nvSpPr>
          <p:spPr>
            <a:xfrm>
              <a:off x="6531859" y="4882543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Oval 63">
              <a:extLst>
                <a:ext uri="{FF2B5EF4-FFF2-40B4-BE49-F238E27FC236}">
                  <a16:creationId xmlns:a16="http://schemas.microsoft.com/office/drawing/2014/main" id="{77B10190-E427-A89C-9CF3-73968F88DE55}"/>
                </a:ext>
              </a:extLst>
            </p:cNvPr>
            <p:cNvSpPr/>
            <p:nvPr/>
          </p:nvSpPr>
          <p:spPr>
            <a:xfrm>
              <a:off x="6624928" y="4930782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Oval 72">
              <a:extLst>
                <a:ext uri="{FF2B5EF4-FFF2-40B4-BE49-F238E27FC236}">
                  <a16:creationId xmlns:a16="http://schemas.microsoft.com/office/drawing/2014/main" id="{D06C5641-B00B-C07C-2217-AEC22960A5EC}"/>
                </a:ext>
              </a:extLst>
            </p:cNvPr>
            <p:cNvSpPr/>
            <p:nvPr/>
          </p:nvSpPr>
          <p:spPr>
            <a:xfrm>
              <a:off x="6592673" y="4825215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49">
              <a:extLst>
                <a:ext uri="{FF2B5EF4-FFF2-40B4-BE49-F238E27FC236}">
                  <a16:creationId xmlns:a16="http://schemas.microsoft.com/office/drawing/2014/main" id="{10919D61-B82D-45E1-8A5E-4D19D90FB915}"/>
                </a:ext>
              </a:extLst>
            </p:cNvPr>
            <p:cNvSpPr/>
            <p:nvPr/>
          </p:nvSpPr>
          <p:spPr>
            <a:xfrm>
              <a:off x="6619107" y="3978282"/>
              <a:ext cx="82440" cy="856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61">
              <a:extLst>
                <a:ext uri="{FF2B5EF4-FFF2-40B4-BE49-F238E27FC236}">
                  <a16:creationId xmlns:a16="http://schemas.microsoft.com/office/drawing/2014/main" id="{3D54560C-59FA-0978-E45F-8FB232ADDD0A}"/>
                </a:ext>
              </a:extLst>
            </p:cNvPr>
            <p:cNvSpPr/>
            <p:nvPr/>
          </p:nvSpPr>
          <p:spPr>
            <a:xfrm>
              <a:off x="6775828" y="3938655"/>
              <a:ext cx="82440" cy="856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70">
              <a:extLst>
                <a:ext uri="{FF2B5EF4-FFF2-40B4-BE49-F238E27FC236}">
                  <a16:creationId xmlns:a16="http://schemas.microsoft.com/office/drawing/2014/main" id="{D514224E-FF90-4292-85EF-438528C128C0}"/>
                </a:ext>
              </a:extLst>
            </p:cNvPr>
            <p:cNvSpPr/>
            <p:nvPr/>
          </p:nvSpPr>
          <p:spPr>
            <a:xfrm>
              <a:off x="6608537" y="3937824"/>
              <a:ext cx="82440" cy="856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63">
              <a:extLst>
                <a:ext uri="{FF2B5EF4-FFF2-40B4-BE49-F238E27FC236}">
                  <a16:creationId xmlns:a16="http://schemas.microsoft.com/office/drawing/2014/main" id="{3DB46DB4-DB33-91D4-B653-FAB1EDFBF5EA}"/>
                </a:ext>
              </a:extLst>
            </p:cNvPr>
            <p:cNvSpPr/>
            <p:nvPr/>
          </p:nvSpPr>
          <p:spPr>
            <a:xfrm>
              <a:off x="5852566" y="4839221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Oval 72">
              <a:extLst>
                <a:ext uri="{FF2B5EF4-FFF2-40B4-BE49-F238E27FC236}">
                  <a16:creationId xmlns:a16="http://schemas.microsoft.com/office/drawing/2014/main" id="{2E33ABF6-B1B4-9483-E0B8-187783A58BD1}"/>
                </a:ext>
              </a:extLst>
            </p:cNvPr>
            <p:cNvSpPr/>
            <p:nvPr/>
          </p:nvSpPr>
          <p:spPr>
            <a:xfrm>
              <a:off x="5820311" y="4733654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Oval 52">
              <a:extLst>
                <a:ext uri="{FF2B5EF4-FFF2-40B4-BE49-F238E27FC236}">
                  <a16:creationId xmlns:a16="http://schemas.microsoft.com/office/drawing/2014/main" id="{7B238B05-1BD1-944B-3FED-FBD84188990E}"/>
                </a:ext>
              </a:extLst>
            </p:cNvPr>
            <p:cNvSpPr/>
            <p:nvPr/>
          </p:nvSpPr>
          <p:spPr>
            <a:xfrm>
              <a:off x="6673815" y="4464728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Oval 55">
              <a:extLst>
                <a:ext uri="{FF2B5EF4-FFF2-40B4-BE49-F238E27FC236}">
                  <a16:creationId xmlns:a16="http://schemas.microsoft.com/office/drawing/2014/main" id="{876589A9-F49D-8EB3-0A07-971523E5F59E}"/>
                </a:ext>
              </a:extLst>
            </p:cNvPr>
            <p:cNvSpPr/>
            <p:nvPr/>
          </p:nvSpPr>
          <p:spPr>
            <a:xfrm>
              <a:off x="6685251" y="4409817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Oval 56">
              <a:extLst>
                <a:ext uri="{FF2B5EF4-FFF2-40B4-BE49-F238E27FC236}">
                  <a16:creationId xmlns:a16="http://schemas.microsoft.com/office/drawing/2014/main" id="{014B95A7-7141-47AC-3FF4-DFB6939DFF22}"/>
                </a:ext>
              </a:extLst>
            </p:cNvPr>
            <p:cNvSpPr/>
            <p:nvPr/>
          </p:nvSpPr>
          <p:spPr>
            <a:xfrm>
              <a:off x="6775038" y="4507897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Oval 59">
              <a:extLst>
                <a:ext uri="{FF2B5EF4-FFF2-40B4-BE49-F238E27FC236}">
                  <a16:creationId xmlns:a16="http://schemas.microsoft.com/office/drawing/2014/main" id="{78C9FB29-A686-CA32-A4EA-867D1E13085A}"/>
                </a:ext>
              </a:extLst>
            </p:cNvPr>
            <p:cNvSpPr/>
            <p:nvPr/>
          </p:nvSpPr>
          <p:spPr>
            <a:xfrm>
              <a:off x="6679061" y="4393189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Oval 60">
              <a:extLst>
                <a:ext uri="{FF2B5EF4-FFF2-40B4-BE49-F238E27FC236}">
                  <a16:creationId xmlns:a16="http://schemas.microsoft.com/office/drawing/2014/main" id="{AC29CB6D-726B-8D5A-4C76-C929A34FE566}"/>
                </a:ext>
              </a:extLst>
            </p:cNvPr>
            <p:cNvSpPr/>
            <p:nvPr/>
          </p:nvSpPr>
          <p:spPr>
            <a:xfrm>
              <a:off x="6843495" y="4477651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Oval 50">
              <a:extLst>
                <a:ext uri="{FF2B5EF4-FFF2-40B4-BE49-F238E27FC236}">
                  <a16:creationId xmlns:a16="http://schemas.microsoft.com/office/drawing/2014/main" id="{1FA922A9-E86A-2228-5A98-3F3B62B112D4}"/>
                </a:ext>
              </a:extLst>
            </p:cNvPr>
            <p:cNvSpPr/>
            <p:nvPr/>
          </p:nvSpPr>
          <p:spPr>
            <a:xfrm>
              <a:off x="7074505" y="4820376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Oval 53">
              <a:extLst>
                <a:ext uri="{FF2B5EF4-FFF2-40B4-BE49-F238E27FC236}">
                  <a16:creationId xmlns:a16="http://schemas.microsoft.com/office/drawing/2014/main" id="{0746E21B-E327-DE44-8D46-A4F65974BB75}"/>
                </a:ext>
              </a:extLst>
            </p:cNvPr>
            <p:cNvSpPr/>
            <p:nvPr/>
          </p:nvSpPr>
          <p:spPr>
            <a:xfrm>
              <a:off x="7045225" y="4868048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57">
              <a:extLst>
                <a:ext uri="{FF2B5EF4-FFF2-40B4-BE49-F238E27FC236}">
                  <a16:creationId xmlns:a16="http://schemas.microsoft.com/office/drawing/2014/main" id="{CC8A0478-E7AD-B148-EF6B-9AE441ABDE79}"/>
                </a:ext>
              </a:extLst>
            </p:cNvPr>
            <p:cNvSpPr/>
            <p:nvPr/>
          </p:nvSpPr>
          <p:spPr>
            <a:xfrm>
              <a:off x="7150272" y="4782728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62">
              <a:extLst>
                <a:ext uri="{FF2B5EF4-FFF2-40B4-BE49-F238E27FC236}">
                  <a16:creationId xmlns:a16="http://schemas.microsoft.com/office/drawing/2014/main" id="{ADF041AE-178A-C035-C462-C1EE50FD9AC5}"/>
                </a:ext>
              </a:extLst>
            </p:cNvPr>
            <p:cNvSpPr/>
            <p:nvPr/>
          </p:nvSpPr>
          <p:spPr>
            <a:xfrm>
              <a:off x="7169055" y="4785173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65">
              <a:extLst>
                <a:ext uri="{FF2B5EF4-FFF2-40B4-BE49-F238E27FC236}">
                  <a16:creationId xmlns:a16="http://schemas.microsoft.com/office/drawing/2014/main" id="{B5C0A405-4652-F084-7673-B6CB2DFC1011}"/>
                </a:ext>
              </a:extLst>
            </p:cNvPr>
            <p:cNvSpPr/>
            <p:nvPr/>
          </p:nvSpPr>
          <p:spPr>
            <a:xfrm>
              <a:off x="7085960" y="4830863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66">
              <a:extLst>
                <a:ext uri="{FF2B5EF4-FFF2-40B4-BE49-F238E27FC236}">
                  <a16:creationId xmlns:a16="http://schemas.microsoft.com/office/drawing/2014/main" id="{9CDD537E-53BD-BD0A-6CD4-B4E8CE8D2001}"/>
                </a:ext>
              </a:extLst>
            </p:cNvPr>
            <p:cNvSpPr/>
            <p:nvPr/>
          </p:nvSpPr>
          <p:spPr>
            <a:xfrm>
              <a:off x="7184861" y="4873813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Oval 54">
              <a:extLst>
                <a:ext uri="{FF2B5EF4-FFF2-40B4-BE49-F238E27FC236}">
                  <a16:creationId xmlns:a16="http://schemas.microsoft.com/office/drawing/2014/main" id="{D2DE46BA-912F-8FE0-3ADA-DA4A94B2757C}"/>
                </a:ext>
              </a:extLst>
            </p:cNvPr>
            <p:cNvSpPr/>
            <p:nvPr/>
          </p:nvSpPr>
          <p:spPr>
            <a:xfrm>
              <a:off x="7063357" y="5224007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Oval 51">
              <a:extLst>
                <a:ext uri="{FF2B5EF4-FFF2-40B4-BE49-F238E27FC236}">
                  <a16:creationId xmlns:a16="http://schemas.microsoft.com/office/drawing/2014/main" id="{53DC6563-121F-3802-2053-742EB0717B95}"/>
                </a:ext>
              </a:extLst>
            </p:cNvPr>
            <p:cNvSpPr/>
            <p:nvPr/>
          </p:nvSpPr>
          <p:spPr>
            <a:xfrm>
              <a:off x="6983926" y="5286414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Oval 63">
              <a:extLst>
                <a:ext uri="{FF2B5EF4-FFF2-40B4-BE49-F238E27FC236}">
                  <a16:creationId xmlns:a16="http://schemas.microsoft.com/office/drawing/2014/main" id="{2745A4FC-E5E8-2547-7C01-A77E5FDD517F}"/>
                </a:ext>
              </a:extLst>
            </p:cNvPr>
            <p:cNvSpPr/>
            <p:nvPr/>
          </p:nvSpPr>
          <p:spPr>
            <a:xfrm>
              <a:off x="7076995" y="5334653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Oval 72">
              <a:extLst>
                <a:ext uri="{FF2B5EF4-FFF2-40B4-BE49-F238E27FC236}">
                  <a16:creationId xmlns:a16="http://schemas.microsoft.com/office/drawing/2014/main" id="{B936E204-9011-8DFE-DE36-4AED6DEC0E85}"/>
                </a:ext>
              </a:extLst>
            </p:cNvPr>
            <p:cNvSpPr/>
            <p:nvPr/>
          </p:nvSpPr>
          <p:spPr>
            <a:xfrm>
              <a:off x="7044740" y="5229086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90388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D5182-7D88-66AF-A8A3-48F33CBE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SSD:</a:t>
            </a:r>
            <a:r>
              <a:rPr lang="ko-KR" altLang="en-US" dirty="0"/>
              <a:t> </a:t>
            </a:r>
            <a:r>
              <a:rPr lang="en-US" altLang="ko-KR" dirty="0"/>
              <a:t>Self-Supervised Outlier Detection</a:t>
            </a:r>
            <a:endParaRPr lang="ko-KR" altLang="en-US" dirty="0"/>
          </a:p>
        </p:txBody>
      </p:sp>
      <p:sp>
        <p:nvSpPr>
          <p:cNvPr id="88" name="내용 개체 틀 87">
            <a:extLst>
              <a:ext uri="{FF2B5EF4-FFF2-40B4-BE49-F238E27FC236}">
                <a16:creationId xmlns:a16="http://schemas.microsoft.com/office/drawing/2014/main" id="{A78FBA39-2611-D885-D7B5-07508C445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53766"/>
          </a:xfrm>
        </p:spPr>
        <p:txBody>
          <a:bodyPr/>
          <a:lstStyle/>
          <a:p>
            <a:r>
              <a:rPr lang="en-US" altLang="ko-KR" dirty="0"/>
              <a:t>Overall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r>
              <a:rPr lang="ko-KR" altLang="en-US" dirty="0"/>
              <a:t> </a:t>
            </a:r>
            <a:r>
              <a:rPr lang="en-US" altLang="ko-KR" dirty="0"/>
              <a:t>of SSD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50987-EBC5-0E29-D4B7-67563D1DD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74AC9FC-4CF8-6194-79B1-893718EF0EB6}"/>
              </a:ext>
            </a:extLst>
          </p:cNvPr>
          <p:cNvGrpSpPr/>
          <p:nvPr/>
        </p:nvGrpSpPr>
        <p:grpSpPr>
          <a:xfrm>
            <a:off x="3184856" y="4401777"/>
            <a:ext cx="2055353" cy="763524"/>
            <a:chOff x="2856299" y="4444623"/>
            <a:chExt cx="2055353" cy="763524"/>
          </a:xfrm>
        </p:grpSpPr>
        <p:sp>
          <p:nvSpPr>
            <p:cNvPr id="45" name="Arrow: Right 87">
              <a:extLst>
                <a:ext uri="{FF2B5EF4-FFF2-40B4-BE49-F238E27FC236}">
                  <a16:creationId xmlns:a16="http://schemas.microsoft.com/office/drawing/2014/main" id="{05F67181-AD9F-D3D1-94C4-78F445587713}"/>
                </a:ext>
              </a:extLst>
            </p:cNvPr>
            <p:cNvSpPr/>
            <p:nvPr/>
          </p:nvSpPr>
          <p:spPr>
            <a:xfrm>
              <a:off x="2856299" y="4723395"/>
              <a:ext cx="2055353" cy="263653"/>
            </a:xfrm>
            <a:prstGeom prst="rightArrow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89" name="사다리꼴 26">
              <a:extLst>
                <a:ext uri="{FF2B5EF4-FFF2-40B4-BE49-F238E27FC236}">
                  <a16:creationId xmlns:a16="http://schemas.microsoft.com/office/drawing/2014/main" id="{7426193E-9256-368A-237A-545DC2B40588}"/>
                </a:ext>
              </a:extLst>
            </p:cNvPr>
            <p:cNvSpPr/>
            <p:nvPr/>
          </p:nvSpPr>
          <p:spPr>
            <a:xfrm rot="5400000">
              <a:off x="3463731" y="4190278"/>
              <a:ext cx="763524" cy="1272214"/>
            </a:xfrm>
            <a:prstGeom prst="trapezoid">
              <a:avLst>
                <a:gd name="adj" fmla="val 0"/>
              </a:avLst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+mj-ea"/>
                  <a:ea typeface="+mj-ea"/>
                </a:rPr>
                <a:t>CNN</a:t>
              </a:r>
              <a:endParaRPr lang="ko-KR" altLang="en-US" sz="20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E6C6C3A5-EEFE-B2F0-6FDE-B774BC7AF3A2}"/>
              </a:ext>
            </a:extLst>
          </p:cNvPr>
          <p:cNvGrpSpPr/>
          <p:nvPr/>
        </p:nvGrpSpPr>
        <p:grpSpPr>
          <a:xfrm>
            <a:off x="507164" y="1845687"/>
            <a:ext cx="3517961" cy="1401374"/>
            <a:chOff x="575719" y="1687562"/>
            <a:chExt cx="3517961" cy="1401374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71178718-1578-A917-ACD1-BCF826AB6117}"/>
                </a:ext>
              </a:extLst>
            </p:cNvPr>
            <p:cNvGrpSpPr/>
            <p:nvPr/>
          </p:nvGrpSpPr>
          <p:grpSpPr>
            <a:xfrm>
              <a:off x="1041266" y="1687562"/>
              <a:ext cx="2785497" cy="737354"/>
              <a:chOff x="690294" y="1645439"/>
              <a:chExt cx="2785497" cy="737354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ACAD636F-6DEA-EE35-9BC3-B9CF1C5938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0294" y="1695220"/>
                <a:ext cx="642067" cy="642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98EFE763-CDF3-1DD4-8C3C-DDB849D928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0991" y="1645439"/>
                <a:ext cx="737354" cy="7373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EFBDF956-F48A-9B88-DA90-0A03338C1F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5062" y="1648751"/>
                <a:ext cx="730729" cy="7307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0DBBF21-E7BC-BB02-D46B-37539050B0AF}"/>
                </a:ext>
              </a:extLst>
            </p:cNvPr>
            <p:cNvSpPr txBox="1"/>
            <p:nvPr/>
          </p:nvSpPr>
          <p:spPr>
            <a:xfrm>
              <a:off x="575719" y="2504161"/>
              <a:ext cx="35179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 Images</a:t>
              </a:r>
              <a:b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</a:br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(Normal Class)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96" name="화살표: 아래쪽 95">
            <a:extLst>
              <a:ext uri="{FF2B5EF4-FFF2-40B4-BE49-F238E27FC236}">
                <a16:creationId xmlns:a16="http://schemas.microsoft.com/office/drawing/2014/main" id="{ADCF7FE7-1D71-3132-A2D2-0A7A16EC6487}"/>
              </a:ext>
            </a:extLst>
          </p:cNvPr>
          <p:cNvSpPr/>
          <p:nvPr/>
        </p:nvSpPr>
        <p:spPr>
          <a:xfrm>
            <a:off x="1986706" y="3344110"/>
            <a:ext cx="345091" cy="570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E586248-EFD9-0438-6C40-503A7D695C5D}"/>
              </a:ext>
            </a:extLst>
          </p:cNvPr>
          <p:cNvSpPr txBox="1"/>
          <p:nvPr/>
        </p:nvSpPr>
        <p:spPr>
          <a:xfrm>
            <a:off x="465944" y="5909441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Simplified normal class distribution 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before training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72B31C-0C2C-074F-CD26-45AD493DC32E}"/>
              </a:ext>
            </a:extLst>
          </p:cNvPr>
          <p:cNvSpPr txBox="1"/>
          <p:nvPr/>
        </p:nvSpPr>
        <p:spPr>
          <a:xfrm>
            <a:off x="4874860" y="5913395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Simplified normal class distribution 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after training 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341D3F-0D21-81CF-D3EC-F9C4B08ACB05}"/>
              </a:ext>
            </a:extLst>
          </p:cNvPr>
          <p:cNvSpPr txBox="1"/>
          <p:nvPr/>
        </p:nvSpPr>
        <p:spPr>
          <a:xfrm>
            <a:off x="2206433" y="1967341"/>
            <a:ext cx="1207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…..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6" name="Oval 70">
            <a:extLst>
              <a:ext uri="{FF2B5EF4-FFF2-40B4-BE49-F238E27FC236}">
                <a16:creationId xmlns:a16="http://schemas.microsoft.com/office/drawing/2014/main" id="{7A994302-3ED1-8206-CCC7-74E341B5954A}"/>
              </a:ext>
            </a:extLst>
          </p:cNvPr>
          <p:cNvSpPr/>
          <p:nvPr/>
        </p:nvSpPr>
        <p:spPr>
          <a:xfrm>
            <a:off x="8186852" y="3989080"/>
            <a:ext cx="82440" cy="856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Oval 70">
            <a:extLst>
              <a:ext uri="{FF2B5EF4-FFF2-40B4-BE49-F238E27FC236}">
                <a16:creationId xmlns:a16="http://schemas.microsoft.com/office/drawing/2014/main" id="{0BF0E37E-464D-2262-B92E-91E6BC564A88}"/>
              </a:ext>
            </a:extLst>
          </p:cNvPr>
          <p:cNvSpPr/>
          <p:nvPr/>
        </p:nvSpPr>
        <p:spPr>
          <a:xfrm>
            <a:off x="6167014" y="3671053"/>
            <a:ext cx="82440" cy="856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DC0293C4-CB22-2CBB-F04B-7C6BF657FB59}"/>
              </a:ext>
            </a:extLst>
          </p:cNvPr>
          <p:cNvCxnSpPr>
            <a:cxnSpLocks/>
            <a:stCxn id="204" idx="7"/>
          </p:cNvCxnSpPr>
          <p:nvPr/>
        </p:nvCxnSpPr>
        <p:spPr>
          <a:xfrm flipV="1">
            <a:off x="6076667" y="3740121"/>
            <a:ext cx="139840" cy="24387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56A5CFF8-3B7D-E723-F8ED-CD1E8334E149}"/>
              </a:ext>
            </a:extLst>
          </p:cNvPr>
          <p:cNvCxnSpPr>
            <a:cxnSpLocks/>
          </p:cNvCxnSpPr>
          <p:nvPr/>
        </p:nvCxnSpPr>
        <p:spPr>
          <a:xfrm flipH="1">
            <a:off x="7292478" y="4049475"/>
            <a:ext cx="908650" cy="25222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>
            <a:extLst>
              <a:ext uri="{FF2B5EF4-FFF2-40B4-BE49-F238E27FC236}">
                <a16:creationId xmlns:a16="http://schemas.microsoft.com/office/drawing/2014/main" id="{1CCDA557-5E3C-EF8B-5DC3-C30C3345D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747" y="1980704"/>
            <a:ext cx="621818" cy="62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1D3EE-B7EB-FC2B-1A37-41636F0B8BCB}"/>
              </a:ext>
            </a:extLst>
          </p:cNvPr>
          <p:cNvSpPr txBox="1"/>
          <p:nvPr/>
        </p:nvSpPr>
        <p:spPr>
          <a:xfrm>
            <a:off x="4256965" y="2613825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 Image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(Normal Class)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AF74C24D-9FC9-0342-A84D-7F7AAAFF6F20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6015946" y="3198600"/>
            <a:ext cx="172314" cy="481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>
            <a:extLst>
              <a:ext uri="{FF2B5EF4-FFF2-40B4-BE49-F238E27FC236}">
                <a16:creationId xmlns:a16="http://schemas.microsoft.com/office/drawing/2014/main" id="{FC4FFDE6-A646-9B0C-E8D9-BFECD6B7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906" y="1817035"/>
            <a:ext cx="730730" cy="73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3D01AEC9-36F1-F5BB-6996-CA588A9BD14A}"/>
              </a:ext>
            </a:extLst>
          </p:cNvPr>
          <p:cNvSpPr txBox="1"/>
          <p:nvPr/>
        </p:nvSpPr>
        <p:spPr>
          <a:xfrm>
            <a:off x="6015946" y="2591559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 Image</a:t>
            </a:r>
            <a:b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(Outlier Class)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4FADC9C0-8F21-8BCF-F3B6-E5F28F44DFDE}"/>
              </a:ext>
            </a:extLst>
          </p:cNvPr>
          <p:cNvCxnSpPr>
            <a:cxnSpLocks/>
          </p:cNvCxnSpPr>
          <p:nvPr/>
        </p:nvCxnSpPr>
        <p:spPr>
          <a:xfrm>
            <a:off x="7745329" y="3097829"/>
            <a:ext cx="445118" cy="896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AD9BB053-E286-4CBE-9CD3-E05F85417377}"/>
              </a:ext>
            </a:extLst>
          </p:cNvPr>
          <p:cNvSpPr/>
          <p:nvPr/>
        </p:nvSpPr>
        <p:spPr>
          <a:xfrm>
            <a:off x="394186" y="1665058"/>
            <a:ext cx="3756758" cy="1566117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BDBAEBF-09BE-2DF9-0C81-8B1826D9DCDA}"/>
              </a:ext>
            </a:extLst>
          </p:cNvPr>
          <p:cNvSpPr txBox="1"/>
          <p:nvPr/>
        </p:nvSpPr>
        <p:spPr>
          <a:xfrm>
            <a:off x="394185" y="1528689"/>
            <a:ext cx="143104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Training Set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BF880DC8-AACF-46F8-BEEB-5D60E5A0344A}"/>
              </a:ext>
            </a:extLst>
          </p:cNvPr>
          <p:cNvSpPr/>
          <p:nvPr/>
        </p:nvSpPr>
        <p:spPr>
          <a:xfrm>
            <a:off x="4949327" y="1727487"/>
            <a:ext cx="3594385" cy="152628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5B3A1F3-C5BD-A19B-34A3-6AD353ADB7F9}"/>
              </a:ext>
            </a:extLst>
          </p:cNvPr>
          <p:cNvSpPr txBox="1"/>
          <p:nvPr/>
        </p:nvSpPr>
        <p:spPr>
          <a:xfrm>
            <a:off x="4958338" y="1551285"/>
            <a:ext cx="143104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Test Set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F36F13-A58B-A142-5323-2E9AE08CD144}"/>
              </a:ext>
            </a:extLst>
          </p:cNvPr>
          <p:cNvSpPr txBox="1"/>
          <p:nvPr/>
        </p:nvSpPr>
        <p:spPr>
          <a:xfrm>
            <a:off x="6136471" y="3340442"/>
            <a:ext cx="351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3. Anomaly Detection </a:t>
            </a:r>
          </a:p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</a:t>
            </a:r>
            <a:r>
              <a:rPr lang="en-US" altLang="ko-KR" sz="1600" dirty="0" err="1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Mahalanobis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Distance)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0D21437-9527-8DAB-F64B-C2764C4DC9C6}"/>
              </a:ext>
            </a:extLst>
          </p:cNvPr>
          <p:cNvCxnSpPr>
            <a:cxnSpLocks/>
          </p:cNvCxnSpPr>
          <p:nvPr/>
        </p:nvCxnSpPr>
        <p:spPr>
          <a:xfrm>
            <a:off x="6890320" y="1867243"/>
            <a:ext cx="0" cy="1231259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2279E29-842E-2679-80A9-22F8A2B94CC0}"/>
              </a:ext>
            </a:extLst>
          </p:cNvPr>
          <p:cNvGrpSpPr/>
          <p:nvPr/>
        </p:nvGrpSpPr>
        <p:grpSpPr>
          <a:xfrm>
            <a:off x="823206" y="3534157"/>
            <a:ext cx="2491861" cy="2383992"/>
            <a:chOff x="823206" y="3534157"/>
            <a:chExt cx="2491861" cy="2383992"/>
          </a:xfrm>
        </p:grpSpPr>
        <p:cxnSp>
          <p:nvCxnSpPr>
            <p:cNvPr id="103" name="Straight Arrow Connector 14">
              <a:extLst>
                <a:ext uri="{FF2B5EF4-FFF2-40B4-BE49-F238E27FC236}">
                  <a16:creationId xmlns:a16="http://schemas.microsoft.com/office/drawing/2014/main" id="{5079CAE3-F1B4-6989-FCA7-EFCA29D5D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0862" y="3534157"/>
              <a:ext cx="0" cy="2383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5">
              <a:extLst>
                <a:ext uri="{FF2B5EF4-FFF2-40B4-BE49-F238E27FC236}">
                  <a16:creationId xmlns:a16="http://schemas.microsoft.com/office/drawing/2014/main" id="{449D731B-18F3-B742-BCA7-16BC61F6C42A}"/>
                </a:ext>
              </a:extLst>
            </p:cNvPr>
            <p:cNvCxnSpPr>
              <a:cxnSpLocks/>
            </p:cNvCxnSpPr>
            <p:nvPr/>
          </p:nvCxnSpPr>
          <p:spPr>
            <a:xfrm>
              <a:off x="1065732" y="5677171"/>
              <a:ext cx="22493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7B8035E0-03FC-9B75-AA7F-F2AEABC1F493}"/>
                </a:ext>
              </a:extLst>
            </p:cNvPr>
            <p:cNvSpPr/>
            <p:nvPr/>
          </p:nvSpPr>
          <p:spPr>
            <a:xfrm>
              <a:off x="1535927" y="434822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Oval 17">
              <a:extLst>
                <a:ext uri="{FF2B5EF4-FFF2-40B4-BE49-F238E27FC236}">
                  <a16:creationId xmlns:a16="http://schemas.microsoft.com/office/drawing/2014/main" id="{490338F4-4CFD-82E0-135A-3C537B84A7AB}"/>
                </a:ext>
              </a:extLst>
            </p:cNvPr>
            <p:cNvSpPr/>
            <p:nvPr/>
          </p:nvSpPr>
          <p:spPr>
            <a:xfrm>
              <a:off x="1736061" y="471888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Oval 18">
              <a:extLst>
                <a:ext uri="{FF2B5EF4-FFF2-40B4-BE49-F238E27FC236}">
                  <a16:creationId xmlns:a16="http://schemas.microsoft.com/office/drawing/2014/main" id="{463A0D42-F3D2-BB9D-A6C5-8846962200D4}"/>
                </a:ext>
              </a:extLst>
            </p:cNvPr>
            <p:cNvSpPr/>
            <p:nvPr/>
          </p:nvSpPr>
          <p:spPr>
            <a:xfrm>
              <a:off x="1818500" y="48750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Oval 19">
              <a:extLst>
                <a:ext uri="{FF2B5EF4-FFF2-40B4-BE49-F238E27FC236}">
                  <a16:creationId xmlns:a16="http://schemas.microsoft.com/office/drawing/2014/main" id="{7F58409B-89F8-35D5-BCF1-B24256A10633}"/>
                </a:ext>
              </a:extLst>
            </p:cNvPr>
            <p:cNvSpPr/>
            <p:nvPr/>
          </p:nvSpPr>
          <p:spPr>
            <a:xfrm>
              <a:off x="1878390" y="509743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Oval 21">
              <a:extLst>
                <a:ext uri="{FF2B5EF4-FFF2-40B4-BE49-F238E27FC236}">
                  <a16:creationId xmlns:a16="http://schemas.microsoft.com/office/drawing/2014/main" id="{6848738A-D869-A897-AFCC-8A06A201B499}"/>
                </a:ext>
              </a:extLst>
            </p:cNvPr>
            <p:cNvSpPr/>
            <p:nvPr/>
          </p:nvSpPr>
          <p:spPr>
            <a:xfrm>
              <a:off x="2025521" y="51687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Oval 22">
              <a:extLst>
                <a:ext uri="{FF2B5EF4-FFF2-40B4-BE49-F238E27FC236}">
                  <a16:creationId xmlns:a16="http://schemas.microsoft.com/office/drawing/2014/main" id="{620DAFE2-3D73-241A-FDB3-CAF205A6785A}"/>
                </a:ext>
              </a:extLst>
            </p:cNvPr>
            <p:cNvSpPr/>
            <p:nvPr/>
          </p:nvSpPr>
          <p:spPr>
            <a:xfrm>
              <a:off x="2183706" y="509339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Oval 23">
              <a:extLst>
                <a:ext uri="{FF2B5EF4-FFF2-40B4-BE49-F238E27FC236}">
                  <a16:creationId xmlns:a16="http://schemas.microsoft.com/office/drawing/2014/main" id="{D8B33A3A-4B1A-132A-9A2F-A0ACEEA40662}"/>
                </a:ext>
              </a:extLst>
            </p:cNvPr>
            <p:cNvSpPr/>
            <p:nvPr/>
          </p:nvSpPr>
          <p:spPr>
            <a:xfrm>
              <a:off x="2273494" y="519147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Oval 24">
              <a:extLst>
                <a:ext uri="{FF2B5EF4-FFF2-40B4-BE49-F238E27FC236}">
                  <a16:creationId xmlns:a16="http://schemas.microsoft.com/office/drawing/2014/main" id="{A4354B9D-39B8-82D2-F2FC-384FBBD695D3}"/>
                </a:ext>
              </a:extLst>
            </p:cNvPr>
            <p:cNvSpPr/>
            <p:nvPr/>
          </p:nvSpPr>
          <p:spPr>
            <a:xfrm>
              <a:off x="2392868" y="504512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Oval 25">
              <a:extLst>
                <a:ext uri="{FF2B5EF4-FFF2-40B4-BE49-F238E27FC236}">
                  <a16:creationId xmlns:a16="http://schemas.microsoft.com/office/drawing/2014/main" id="{432E5B3B-347C-9523-3F06-30FF5464B936}"/>
                </a:ext>
              </a:extLst>
            </p:cNvPr>
            <p:cNvSpPr/>
            <p:nvPr/>
          </p:nvSpPr>
          <p:spPr>
            <a:xfrm>
              <a:off x="2560825" y="514027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Oval 26">
              <a:extLst>
                <a:ext uri="{FF2B5EF4-FFF2-40B4-BE49-F238E27FC236}">
                  <a16:creationId xmlns:a16="http://schemas.microsoft.com/office/drawing/2014/main" id="{6EDB01CA-C3AE-5843-CA70-6D30CE2C73A3}"/>
                </a:ext>
              </a:extLst>
            </p:cNvPr>
            <p:cNvSpPr/>
            <p:nvPr/>
          </p:nvSpPr>
          <p:spPr>
            <a:xfrm>
              <a:off x="2698183" y="500351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Oval 27">
              <a:extLst>
                <a:ext uri="{FF2B5EF4-FFF2-40B4-BE49-F238E27FC236}">
                  <a16:creationId xmlns:a16="http://schemas.microsoft.com/office/drawing/2014/main" id="{3E7DF14A-BDD1-4887-56D3-9F285C535B88}"/>
                </a:ext>
              </a:extLst>
            </p:cNvPr>
            <p:cNvSpPr/>
            <p:nvPr/>
          </p:nvSpPr>
          <p:spPr>
            <a:xfrm>
              <a:off x="2862618" y="508797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Oval 28">
              <a:extLst>
                <a:ext uri="{FF2B5EF4-FFF2-40B4-BE49-F238E27FC236}">
                  <a16:creationId xmlns:a16="http://schemas.microsoft.com/office/drawing/2014/main" id="{A01D337A-1CA7-A63D-11B0-E9C8CFFBD0EE}"/>
                </a:ext>
              </a:extLst>
            </p:cNvPr>
            <p:cNvSpPr/>
            <p:nvPr/>
          </p:nvSpPr>
          <p:spPr>
            <a:xfrm>
              <a:off x="2867638" y="48839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Oval 29">
              <a:extLst>
                <a:ext uri="{FF2B5EF4-FFF2-40B4-BE49-F238E27FC236}">
                  <a16:creationId xmlns:a16="http://schemas.microsoft.com/office/drawing/2014/main" id="{3A2F8343-5FC0-93F7-B106-230658B78E98}"/>
                </a:ext>
              </a:extLst>
            </p:cNvPr>
            <p:cNvSpPr/>
            <p:nvPr/>
          </p:nvSpPr>
          <p:spPr>
            <a:xfrm>
              <a:off x="2711721" y="520814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Oval 30">
              <a:extLst>
                <a:ext uri="{FF2B5EF4-FFF2-40B4-BE49-F238E27FC236}">
                  <a16:creationId xmlns:a16="http://schemas.microsoft.com/office/drawing/2014/main" id="{4D9ADC50-BF09-B63C-7B4B-B46AD78D625D}"/>
                </a:ext>
              </a:extLst>
            </p:cNvPr>
            <p:cNvSpPr/>
            <p:nvPr/>
          </p:nvSpPr>
          <p:spPr>
            <a:xfrm>
              <a:off x="2492608" y="528719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Oval 31">
              <a:extLst>
                <a:ext uri="{FF2B5EF4-FFF2-40B4-BE49-F238E27FC236}">
                  <a16:creationId xmlns:a16="http://schemas.microsoft.com/office/drawing/2014/main" id="{E0172019-B070-E45E-174D-DB2323EC043E}"/>
                </a:ext>
              </a:extLst>
            </p:cNvPr>
            <p:cNvSpPr/>
            <p:nvPr/>
          </p:nvSpPr>
          <p:spPr>
            <a:xfrm>
              <a:off x="2310750" y="536790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Oval 32">
              <a:extLst>
                <a:ext uri="{FF2B5EF4-FFF2-40B4-BE49-F238E27FC236}">
                  <a16:creationId xmlns:a16="http://schemas.microsoft.com/office/drawing/2014/main" id="{274D3D10-4ADE-A92D-0FB4-5D3668B027E1}"/>
                </a:ext>
              </a:extLst>
            </p:cNvPr>
            <p:cNvSpPr/>
            <p:nvPr/>
          </p:nvSpPr>
          <p:spPr>
            <a:xfrm>
              <a:off x="2107960" y="532709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Oval 33">
              <a:extLst>
                <a:ext uri="{FF2B5EF4-FFF2-40B4-BE49-F238E27FC236}">
                  <a16:creationId xmlns:a16="http://schemas.microsoft.com/office/drawing/2014/main" id="{8BE219D0-E2E1-D293-2100-EEC6412F6A8C}"/>
                </a:ext>
              </a:extLst>
            </p:cNvPr>
            <p:cNvSpPr/>
            <p:nvPr/>
          </p:nvSpPr>
          <p:spPr>
            <a:xfrm>
              <a:off x="1912980" y="5319172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Oval 34">
              <a:extLst>
                <a:ext uri="{FF2B5EF4-FFF2-40B4-BE49-F238E27FC236}">
                  <a16:creationId xmlns:a16="http://schemas.microsoft.com/office/drawing/2014/main" id="{FF67E905-DCB8-FD78-2847-C4CD7EBEC7BC}"/>
                </a:ext>
              </a:extLst>
            </p:cNvPr>
            <p:cNvSpPr/>
            <p:nvPr/>
          </p:nvSpPr>
          <p:spPr>
            <a:xfrm>
              <a:off x="1661682" y="512245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Oval 35">
              <a:extLst>
                <a:ext uri="{FF2B5EF4-FFF2-40B4-BE49-F238E27FC236}">
                  <a16:creationId xmlns:a16="http://schemas.microsoft.com/office/drawing/2014/main" id="{3FC28980-CA76-B87F-DEB3-CC4F91A35270}"/>
                </a:ext>
              </a:extLst>
            </p:cNvPr>
            <p:cNvSpPr/>
            <p:nvPr/>
          </p:nvSpPr>
          <p:spPr>
            <a:xfrm>
              <a:off x="1706368" y="502217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Oval 36">
              <a:extLst>
                <a:ext uri="{FF2B5EF4-FFF2-40B4-BE49-F238E27FC236}">
                  <a16:creationId xmlns:a16="http://schemas.microsoft.com/office/drawing/2014/main" id="{035AEA9E-C21F-D144-302F-B956BF251223}"/>
                </a:ext>
              </a:extLst>
            </p:cNvPr>
            <p:cNvSpPr/>
            <p:nvPr/>
          </p:nvSpPr>
          <p:spPr>
            <a:xfrm>
              <a:off x="1509482" y="495943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Oval 37">
              <a:extLst>
                <a:ext uri="{FF2B5EF4-FFF2-40B4-BE49-F238E27FC236}">
                  <a16:creationId xmlns:a16="http://schemas.microsoft.com/office/drawing/2014/main" id="{6A48F0C9-D551-237B-6494-925FA181A777}"/>
                </a:ext>
              </a:extLst>
            </p:cNvPr>
            <p:cNvSpPr/>
            <p:nvPr/>
          </p:nvSpPr>
          <p:spPr>
            <a:xfrm>
              <a:off x="1591921" y="4854621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Oval 38">
              <a:extLst>
                <a:ext uri="{FF2B5EF4-FFF2-40B4-BE49-F238E27FC236}">
                  <a16:creationId xmlns:a16="http://schemas.microsoft.com/office/drawing/2014/main" id="{787C03EA-6F24-7195-76F1-267B83ED6A82}"/>
                </a:ext>
              </a:extLst>
            </p:cNvPr>
            <p:cNvSpPr/>
            <p:nvPr/>
          </p:nvSpPr>
          <p:spPr>
            <a:xfrm>
              <a:off x="1427042" y="475814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Oval 39">
              <a:extLst>
                <a:ext uri="{FF2B5EF4-FFF2-40B4-BE49-F238E27FC236}">
                  <a16:creationId xmlns:a16="http://schemas.microsoft.com/office/drawing/2014/main" id="{E58F3F54-CA62-2DDA-AEDC-B441391132E3}"/>
                </a:ext>
              </a:extLst>
            </p:cNvPr>
            <p:cNvSpPr/>
            <p:nvPr/>
          </p:nvSpPr>
          <p:spPr>
            <a:xfrm>
              <a:off x="1579243" y="465715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Oval 40">
              <a:extLst>
                <a:ext uri="{FF2B5EF4-FFF2-40B4-BE49-F238E27FC236}">
                  <a16:creationId xmlns:a16="http://schemas.microsoft.com/office/drawing/2014/main" id="{BAE15F94-3D3F-35F8-80CF-8C17F500DB55}"/>
                </a:ext>
              </a:extLst>
            </p:cNvPr>
            <p:cNvSpPr/>
            <p:nvPr/>
          </p:nvSpPr>
          <p:spPr>
            <a:xfrm>
              <a:off x="1674360" y="4511975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Oval 41">
              <a:extLst>
                <a:ext uri="{FF2B5EF4-FFF2-40B4-BE49-F238E27FC236}">
                  <a16:creationId xmlns:a16="http://schemas.microsoft.com/office/drawing/2014/main" id="{1C681AFB-D3F7-529E-F07A-203689BCCCD5}"/>
                </a:ext>
              </a:extLst>
            </p:cNvPr>
            <p:cNvSpPr/>
            <p:nvPr/>
          </p:nvSpPr>
          <p:spPr>
            <a:xfrm>
              <a:off x="1509482" y="454538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3E772FFB-2E6E-C795-AF2D-1244B4FB0CB8}"/>
                    </a:ext>
                  </a:extLst>
                </p:cNvPr>
                <p:cNvSpPr txBox="1"/>
                <p:nvPr/>
              </p:nvSpPr>
              <p:spPr>
                <a:xfrm>
                  <a:off x="823206" y="3534157"/>
                  <a:ext cx="345091" cy="2532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3E772FFB-2E6E-C795-AF2D-1244B4FB0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206" y="3534157"/>
                  <a:ext cx="345091" cy="253297"/>
                </a:xfrm>
                <a:prstGeom prst="rect">
                  <a:avLst/>
                </a:prstGeom>
                <a:blipFill>
                  <a:blip r:embed="rId7"/>
                  <a:stretch>
                    <a:fillRect l="-14035" r="-28070" b="-121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BC08852F-3530-0B03-77A3-43130AD9850D}"/>
                    </a:ext>
                  </a:extLst>
                </p:cNvPr>
                <p:cNvSpPr txBox="1"/>
                <p:nvPr/>
              </p:nvSpPr>
              <p:spPr>
                <a:xfrm>
                  <a:off x="3027479" y="5625139"/>
                  <a:ext cx="2623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BC08852F-3530-0B03-77A3-43130AD98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7479" y="5625139"/>
                  <a:ext cx="26238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11628" r="-232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Oval 20">
              <a:extLst>
                <a:ext uri="{FF2B5EF4-FFF2-40B4-BE49-F238E27FC236}">
                  <a16:creationId xmlns:a16="http://schemas.microsoft.com/office/drawing/2014/main" id="{8ACE640C-BB12-06A3-D481-78EB7D5DF2DF}"/>
                </a:ext>
              </a:extLst>
            </p:cNvPr>
            <p:cNvSpPr/>
            <p:nvPr/>
          </p:nvSpPr>
          <p:spPr>
            <a:xfrm>
              <a:off x="2159251" y="434170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Oval 21">
              <a:extLst>
                <a:ext uri="{FF2B5EF4-FFF2-40B4-BE49-F238E27FC236}">
                  <a16:creationId xmlns:a16="http://schemas.microsoft.com/office/drawing/2014/main" id="{ABBBF2B5-993C-E1B0-2038-5F42D7C759DE}"/>
                </a:ext>
              </a:extLst>
            </p:cNvPr>
            <p:cNvSpPr/>
            <p:nvPr/>
          </p:nvSpPr>
          <p:spPr>
            <a:xfrm>
              <a:off x="2177921" y="4583332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Oval 22">
              <a:extLst>
                <a:ext uri="{FF2B5EF4-FFF2-40B4-BE49-F238E27FC236}">
                  <a16:creationId xmlns:a16="http://schemas.microsoft.com/office/drawing/2014/main" id="{C7099DB7-5DFA-CE56-2861-A92F3B5921B9}"/>
                </a:ext>
              </a:extLst>
            </p:cNvPr>
            <p:cNvSpPr/>
            <p:nvPr/>
          </p:nvSpPr>
          <p:spPr>
            <a:xfrm>
              <a:off x="2336106" y="450796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Oval 23">
              <a:extLst>
                <a:ext uri="{FF2B5EF4-FFF2-40B4-BE49-F238E27FC236}">
                  <a16:creationId xmlns:a16="http://schemas.microsoft.com/office/drawing/2014/main" id="{A24D6BD5-BF3E-A227-9F6D-80510F940F6F}"/>
                </a:ext>
              </a:extLst>
            </p:cNvPr>
            <p:cNvSpPr/>
            <p:nvPr/>
          </p:nvSpPr>
          <p:spPr>
            <a:xfrm>
              <a:off x="2425894" y="460604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Oval 24">
              <a:extLst>
                <a:ext uri="{FF2B5EF4-FFF2-40B4-BE49-F238E27FC236}">
                  <a16:creationId xmlns:a16="http://schemas.microsoft.com/office/drawing/2014/main" id="{DA6E8007-E69F-9AAA-6D66-A54323F92AA3}"/>
                </a:ext>
              </a:extLst>
            </p:cNvPr>
            <p:cNvSpPr/>
            <p:nvPr/>
          </p:nvSpPr>
          <p:spPr>
            <a:xfrm>
              <a:off x="2545268" y="445969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Oval 25">
              <a:extLst>
                <a:ext uri="{FF2B5EF4-FFF2-40B4-BE49-F238E27FC236}">
                  <a16:creationId xmlns:a16="http://schemas.microsoft.com/office/drawing/2014/main" id="{FA5BA89F-75E9-CE50-93F1-69F179D2CFB0}"/>
                </a:ext>
              </a:extLst>
            </p:cNvPr>
            <p:cNvSpPr/>
            <p:nvPr/>
          </p:nvSpPr>
          <p:spPr>
            <a:xfrm>
              <a:off x="2713225" y="45548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Oval 30">
              <a:extLst>
                <a:ext uri="{FF2B5EF4-FFF2-40B4-BE49-F238E27FC236}">
                  <a16:creationId xmlns:a16="http://schemas.microsoft.com/office/drawing/2014/main" id="{B70606F6-1AC7-2718-83BF-2F22CF954900}"/>
                </a:ext>
              </a:extLst>
            </p:cNvPr>
            <p:cNvSpPr/>
            <p:nvPr/>
          </p:nvSpPr>
          <p:spPr>
            <a:xfrm>
              <a:off x="2645008" y="470176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Oval 18">
              <a:extLst>
                <a:ext uri="{FF2B5EF4-FFF2-40B4-BE49-F238E27FC236}">
                  <a16:creationId xmlns:a16="http://schemas.microsoft.com/office/drawing/2014/main" id="{185D94D8-3D08-E8E5-F632-00698EB6DCF8}"/>
                </a:ext>
              </a:extLst>
            </p:cNvPr>
            <p:cNvSpPr/>
            <p:nvPr/>
          </p:nvSpPr>
          <p:spPr>
            <a:xfrm>
              <a:off x="1703870" y="397227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Oval 19">
              <a:extLst>
                <a:ext uri="{FF2B5EF4-FFF2-40B4-BE49-F238E27FC236}">
                  <a16:creationId xmlns:a16="http://schemas.microsoft.com/office/drawing/2014/main" id="{BF615BD7-A198-DB07-48C2-E763C2DCC74C}"/>
                </a:ext>
              </a:extLst>
            </p:cNvPr>
            <p:cNvSpPr/>
            <p:nvPr/>
          </p:nvSpPr>
          <p:spPr>
            <a:xfrm>
              <a:off x="1763760" y="419464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Oval 20">
              <a:extLst>
                <a:ext uri="{FF2B5EF4-FFF2-40B4-BE49-F238E27FC236}">
                  <a16:creationId xmlns:a16="http://schemas.microsoft.com/office/drawing/2014/main" id="{8DB18BAC-C168-E5DA-F5A7-B5C8268EB82B}"/>
                </a:ext>
              </a:extLst>
            </p:cNvPr>
            <p:cNvSpPr/>
            <p:nvPr/>
          </p:nvSpPr>
          <p:spPr>
            <a:xfrm>
              <a:off x="1892221" y="40243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Oval 21">
              <a:extLst>
                <a:ext uri="{FF2B5EF4-FFF2-40B4-BE49-F238E27FC236}">
                  <a16:creationId xmlns:a16="http://schemas.microsoft.com/office/drawing/2014/main" id="{294FD3FE-BD11-67F3-C3EC-9FBAFFC44BAF}"/>
                </a:ext>
              </a:extLst>
            </p:cNvPr>
            <p:cNvSpPr/>
            <p:nvPr/>
          </p:nvSpPr>
          <p:spPr>
            <a:xfrm>
              <a:off x="1910891" y="426597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Oval 22">
              <a:extLst>
                <a:ext uri="{FF2B5EF4-FFF2-40B4-BE49-F238E27FC236}">
                  <a16:creationId xmlns:a16="http://schemas.microsoft.com/office/drawing/2014/main" id="{5BCBB195-A9E2-3E86-7E3B-10C5C7B03409}"/>
                </a:ext>
              </a:extLst>
            </p:cNvPr>
            <p:cNvSpPr/>
            <p:nvPr/>
          </p:nvSpPr>
          <p:spPr>
            <a:xfrm>
              <a:off x="2069076" y="419060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Oval 24">
              <a:extLst>
                <a:ext uri="{FF2B5EF4-FFF2-40B4-BE49-F238E27FC236}">
                  <a16:creationId xmlns:a16="http://schemas.microsoft.com/office/drawing/2014/main" id="{C3F6C0BC-FDAE-E524-E5B2-E0D5A57854B8}"/>
                </a:ext>
              </a:extLst>
            </p:cNvPr>
            <p:cNvSpPr/>
            <p:nvPr/>
          </p:nvSpPr>
          <p:spPr>
            <a:xfrm>
              <a:off x="2278238" y="414234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Oval 25">
              <a:extLst>
                <a:ext uri="{FF2B5EF4-FFF2-40B4-BE49-F238E27FC236}">
                  <a16:creationId xmlns:a16="http://schemas.microsoft.com/office/drawing/2014/main" id="{A273DB1E-0E11-6741-E085-18397F3D9E03}"/>
                </a:ext>
              </a:extLst>
            </p:cNvPr>
            <p:cNvSpPr/>
            <p:nvPr/>
          </p:nvSpPr>
          <p:spPr>
            <a:xfrm>
              <a:off x="2446195" y="4237494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Oval 30">
              <a:extLst>
                <a:ext uri="{FF2B5EF4-FFF2-40B4-BE49-F238E27FC236}">
                  <a16:creationId xmlns:a16="http://schemas.microsoft.com/office/drawing/2014/main" id="{E08EC160-A014-7483-E78D-6B6FDA7705C2}"/>
                </a:ext>
              </a:extLst>
            </p:cNvPr>
            <p:cNvSpPr/>
            <p:nvPr/>
          </p:nvSpPr>
          <p:spPr>
            <a:xfrm>
              <a:off x="2377978" y="4384410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Oval 32">
              <a:extLst>
                <a:ext uri="{FF2B5EF4-FFF2-40B4-BE49-F238E27FC236}">
                  <a16:creationId xmlns:a16="http://schemas.microsoft.com/office/drawing/2014/main" id="{EC33B04F-6AB8-B6AF-CCF9-99194967632A}"/>
                </a:ext>
              </a:extLst>
            </p:cNvPr>
            <p:cNvSpPr/>
            <p:nvPr/>
          </p:nvSpPr>
          <p:spPr>
            <a:xfrm>
              <a:off x="1993330" y="442430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Oval 33">
              <a:extLst>
                <a:ext uri="{FF2B5EF4-FFF2-40B4-BE49-F238E27FC236}">
                  <a16:creationId xmlns:a16="http://schemas.microsoft.com/office/drawing/2014/main" id="{986F6EE9-BACA-A6C1-05E8-192811B8A00D}"/>
                </a:ext>
              </a:extLst>
            </p:cNvPr>
            <p:cNvSpPr/>
            <p:nvPr/>
          </p:nvSpPr>
          <p:spPr>
            <a:xfrm>
              <a:off x="1798350" y="441638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Oval 18">
              <a:extLst>
                <a:ext uri="{FF2B5EF4-FFF2-40B4-BE49-F238E27FC236}">
                  <a16:creationId xmlns:a16="http://schemas.microsoft.com/office/drawing/2014/main" id="{039EFD4C-1C69-AB8D-B3FB-7295BBC51BEA}"/>
                </a:ext>
              </a:extLst>
            </p:cNvPr>
            <p:cNvSpPr/>
            <p:nvPr/>
          </p:nvSpPr>
          <p:spPr>
            <a:xfrm>
              <a:off x="1840012" y="45029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Oval 19">
              <a:extLst>
                <a:ext uri="{FF2B5EF4-FFF2-40B4-BE49-F238E27FC236}">
                  <a16:creationId xmlns:a16="http://schemas.microsoft.com/office/drawing/2014/main" id="{7CF8AC15-CA3E-36DE-BAE0-8CBF0AFBB1D5}"/>
                </a:ext>
              </a:extLst>
            </p:cNvPr>
            <p:cNvSpPr/>
            <p:nvPr/>
          </p:nvSpPr>
          <p:spPr>
            <a:xfrm>
              <a:off x="1899902" y="472530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Oval 20">
              <a:extLst>
                <a:ext uri="{FF2B5EF4-FFF2-40B4-BE49-F238E27FC236}">
                  <a16:creationId xmlns:a16="http://schemas.microsoft.com/office/drawing/2014/main" id="{B8F61EC7-1916-C442-E016-6E54697EA76B}"/>
                </a:ext>
              </a:extLst>
            </p:cNvPr>
            <p:cNvSpPr/>
            <p:nvPr/>
          </p:nvSpPr>
          <p:spPr>
            <a:xfrm>
              <a:off x="2053339" y="457146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Oval 21">
              <a:extLst>
                <a:ext uri="{FF2B5EF4-FFF2-40B4-BE49-F238E27FC236}">
                  <a16:creationId xmlns:a16="http://schemas.microsoft.com/office/drawing/2014/main" id="{8FD1FCCE-F74F-F1D3-6DED-F433FB862D60}"/>
                </a:ext>
              </a:extLst>
            </p:cNvPr>
            <p:cNvSpPr/>
            <p:nvPr/>
          </p:nvSpPr>
          <p:spPr>
            <a:xfrm>
              <a:off x="2047033" y="4796638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Oval 22">
              <a:extLst>
                <a:ext uri="{FF2B5EF4-FFF2-40B4-BE49-F238E27FC236}">
                  <a16:creationId xmlns:a16="http://schemas.microsoft.com/office/drawing/2014/main" id="{9714FA99-2320-4CBB-69E5-40D33B0FE39E}"/>
                </a:ext>
              </a:extLst>
            </p:cNvPr>
            <p:cNvSpPr/>
            <p:nvPr/>
          </p:nvSpPr>
          <p:spPr>
            <a:xfrm>
              <a:off x="2205218" y="472126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Oval 23">
              <a:extLst>
                <a:ext uri="{FF2B5EF4-FFF2-40B4-BE49-F238E27FC236}">
                  <a16:creationId xmlns:a16="http://schemas.microsoft.com/office/drawing/2014/main" id="{D8464E6A-4FAC-1A31-E58C-1F2715B54E2E}"/>
                </a:ext>
              </a:extLst>
            </p:cNvPr>
            <p:cNvSpPr/>
            <p:nvPr/>
          </p:nvSpPr>
          <p:spPr>
            <a:xfrm>
              <a:off x="2295006" y="481934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Oval 25">
              <a:extLst>
                <a:ext uri="{FF2B5EF4-FFF2-40B4-BE49-F238E27FC236}">
                  <a16:creationId xmlns:a16="http://schemas.microsoft.com/office/drawing/2014/main" id="{00E9DCD8-5435-5953-E7D4-0899009BDDD2}"/>
                </a:ext>
              </a:extLst>
            </p:cNvPr>
            <p:cNvSpPr/>
            <p:nvPr/>
          </p:nvSpPr>
          <p:spPr>
            <a:xfrm>
              <a:off x="2582337" y="4768153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Oval 30">
              <a:extLst>
                <a:ext uri="{FF2B5EF4-FFF2-40B4-BE49-F238E27FC236}">
                  <a16:creationId xmlns:a16="http://schemas.microsoft.com/office/drawing/2014/main" id="{11CEED39-5EA8-87DB-D489-D5434188D8CF}"/>
                </a:ext>
              </a:extLst>
            </p:cNvPr>
            <p:cNvSpPr/>
            <p:nvPr/>
          </p:nvSpPr>
          <p:spPr>
            <a:xfrm>
              <a:off x="2514120" y="4915069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Oval 32">
              <a:extLst>
                <a:ext uri="{FF2B5EF4-FFF2-40B4-BE49-F238E27FC236}">
                  <a16:creationId xmlns:a16="http://schemas.microsoft.com/office/drawing/2014/main" id="{7BB8156E-4EF0-0A07-AA8E-69940FD017F9}"/>
                </a:ext>
              </a:extLst>
            </p:cNvPr>
            <p:cNvSpPr/>
            <p:nvPr/>
          </p:nvSpPr>
          <p:spPr>
            <a:xfrm>
              <a:off x="2129472" y="4954966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Oval 33">
              <a:extLst>
                <a:ext uri="{FF2B5EF4-FFF2-40B4-BE49-F238E27FC236}">
                  <a16:creationId xmlns:a16="http://schemas.microsoft.com/office/drawing/2014/main" id="{377BA40C-3D24-7301-DBA7-6608C9B9EF9D}"/>
                </a:ext>
              </a:extLst>
            </p:cNvPr>
            <p:cNvSpPr/>
            <p:nvPr/>
          </p:nvSpPr>
          <p:spPr>
            <a:xfrm>
              <a:off x="1934492" y="4947047"/>
              <a:ext cx="82439" cy="85691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E621120E-27AD-A7F1-4C82-346212D66715}"/>
              </a:ext>
            </a:extLst>
          </p:cNvPr>
          <p:cNvGrpSpPr/>
          <p:nvPr/>
        </p:nvGrpSpPr>
        <p:grpSpPr>
          <a:xfrm>
            <a:off x="5134008" y="3418812"/>
            <a:ext cx="2541371" cy="2383992"/>
            <a:chOff x="5134008" y="3418812"/>
            <a:chExt cx="2541371" cy="2383992"/>
          </a:xfrm>
        </p:grpSpPr>
        <p:sp>
          <p:nvSpPr>
            <p:cNvPr id="172" name="Oval 49">
              <a:extLst>
                <a:ext uri="{FF2B5EF4-FFF2-40B4-BE49-F238E27FC236}">
                  <a16:creationId xmlns:a16="http://schemas.microsoft.com/office/drawing/2014/main" id="{E5B7EFD2-BF32-1E4D-59A7-86CA9E54AA58}"/>
                </a:ext>
              </a:extLst>
            </p:cNvPr>
            <p:cNvSpPr/>
            <p:nvPr/>
          </p:nvSpPr>
          <p:spPr>
            <a:xfrm>
              <a:off x="6188260" y="4546451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Oval 50">
              <a:extLst>
                <a:ext uri="{FF2B5EF4-FFF2-40B4-BE49-F238E27FC236}">
                  <a16:creationId xmlns:a16="http://schemas.microsoft.com/office/drawing/2014/main" id="{A3EB6E8F-1F6D-97EA-50D4-B3E686659D28}"/>
                </a:ext>
              </a:extLst>
            </p:cNvPr>
            <p:cNvSpPr/>
            <p:nvPr/>
          </p:nvSpPr>
          <p:spPr>
            <a:xfrm>
              <a:off x="6589155" y="5186240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Oval 51">
              <a:extLst>
                <a:ext uri="{FF2B5EF4-FFF2-40B4-BE49-F238E27FC236}">
                  <a16:creationId xmlns:a16="http://schemas.microsoft.com/office/drawing/2014/main" id="{C53785AD-6C71-2BB9-70B9-10274BBCA8BE}"/>
                </a:ext>
              </a:extLst>
            </p:cNvPr>
            <p:cNvSpPr/>
            <p:nvPr/>
          </p:nvSpPr>
          <p:spPr>
            <a:xfrm>
              <a:off x="6170762" y="4912710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Oval 52">
              <a:extLst>
                <a:ext uri="{FF2B5EF4-FFF2-40B4-BE49-F238E27FC236}">
                  <a16:creationId xmlns:a16="http://schemas.microsoft.com/office/drawing/2014/main" id="{F277D528-B253-EB9C-6A72-E2B0E7DF7FD8}"/>
                </a:ext>
              </a:extLst>
            </p:cNvPr>
            <p:cNvSpPr/>
            <p:nvPr/>
          </p:nvSpPr>
          <p:spPr>
            <a:xfrm>
              <a:off x="7108815" y="4335302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Oval 53">
              <a:extLst>
                <a:ext uri="{FF2B5EF4-FFF2-40B4-BE49-F238E27FC236}">
                  <a16:creationId xmlns:a16="http://schemas.microsoft.com/office/drawing/2014/main" id="{0DF3879A-D5B2-1182-6F8E-86F86164D913}"/>
                </a:ext>
              </a:extLst>
            </p:cNvPr>
            <p:cNvSpPr/>
            <p:nvPr/>
          </p:nvSpPr>
          <p:spPr>
            <a:xfrm>
              <a:off x="6559875" y="5233912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Oval 54">
              <a:extLst>
                <a:ext uri="{FF2B5EF4-FFF2-40B4-BE49-F238E27FC236}">
                  <a16:creationId xmlns:a16="http://schemas.microsoft.com/office/drawing/2014/main" id="{A556C320-B4CA-35FF-D8D4-073608CE2B02}"/>
                </a:ext>
              </a:extLst>
            </p:cNvPr>
            <p:cNvSpPr/>
            <p:nvPr/>
          </p:nvSpPr>
          <p:spPr>
            <a:xfrm>
              <a:off x="6611290" y="4820136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Oval 55">
              <a:extLst>
                <a:ext uri="{FF2B5EF4-FFF2-40B4-BE49-F238E27FC236}">
                  <a16:creationId xmlns:a16="http://schemas.microsoft.com/office/drawing/2014/main" id="{3818FB39-07DC-D45A-9612-66034BB41270}"/>
                </a:ext>
              </a:extLst>
            </p:cNvPr>
            <p:cNvSpPr/>
            <p:nvPr/>
          </p:nvSpPr>
          <p:spPr>
            <a:xfrm>
              <a:off x="7120251" y="4280391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Oval 56">
              <a:extLst>
                <a:ext uri="{FF2B5EF4-FFF2-40B4-BE49-F238E27FC236}">
                  <a16:creationId xmlns:a16="http://schemas.microsoft.com/office/drawing/2014/main" id="{D15304AC-E474-574D-796F-09AE0C450340}"/>
                </a:ext>
              </a:extLst>
            </p:cNvPr>
            <p:cNvSpPr/>
            <p:nvPr/>
          </p:nvSpPr>
          <p:spPr>
            <a:xfrm>
              <a:off x="7210038" y="4378471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Oval 57">
              <a:extLst>
                <a:ext uri="{FF2B5EF4-FFF2-40B4-BE49-F238E27FC236}">
                  <a16:creationId xmlns:a16="http://schemas.microsoft.com/office/drawing/2014/main" id="{F6794C52-6E94-BF21-0BFB-A354AA6FD713}"/>
                </a:ext>
              </a:extLst>
            </p:cNvPr>
            <p:cNvSpPr/>
            <p:nvPr/>
          </p:nvSpPr>
          <p:spPr>
            <a:xfrm>
              <a:off x="6664922" y="5148592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Oval 58">
              <a:extLst>
                <a:ext uri="{FF2B5EF4-FFF2-40B4-BE49-F238E27FC236}">
                  <a16:creationId xmlns:a16="http://schemas.microsoft.com/office/drawing/2014/main" id="{AC83A741-24F4-15B5-3D87-223B6C120D13}"/>
                </a:ext>
              </a:extLst>
            </p:cNvPr>
            <p:cNvSpPr/>
            <p:nvPr/>
          </p:nvSpPr>
          <p:spPr>
            <a:xfrm>
              <a:off x="6322720" y="5423688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Oval 59">
              <a:extLst>
                <a:ext uri="{FF2B5EF4-FFF2-40B4-BE49-F238E27FC236}">
                  <a16:creationId xmlns:a16="http://schemas.microsoft.com/office/drawing/2014/main" id="{B778A802-72AA-0031-8384-2D50F28F2F2B}"/>
                </a:ext>
              </a:extLst>
            </p:cNvPr>
            <p:cNvSpPr/>
            <p:nvPr/>
          </p:nvSpPr>
          <p:spPr>
            <a:xfrm>
              <a:off x="7114061" y="4263763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Oval 60">
              <a:extLst>
                <a:ext uri="{FF2B5EF4-FFF2-40B4-BE49-F238E27FC236}">
                  <a16:creationId xmlns:a16="http://schemas.microsoft.com/office/drawing/2014/main" id="{433329C5-87C6-6E41-40A1-B658FC779283}"/>
                </a:ext>
              </a:extLst>
            </p:cNvPr>
            <p:cNvSpPr/>
            <p:nvPr/>
          </p:nvSpPr>
          <p:spPr>
            <a:xfrm>
              <a:off x="7278495" y="4348225"/>
              <a:ext cx="82440" cy="8569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Oval 61">
              <a:extLst>
                <a:ext uri="{FF2B5EF4-FFF2-40B4-BE49-F238E27FC236}">
                  <a16:creationId xmlns:a16="http://schemas.microsoft.com/office/drawing/2014/main" id="{0E2AAE8D-6EAD-8502-9CC2-25EC82838F3E}"/>
                </a:ext>
              </a:extLst>
            </p:cNvPr>
            <p:cNvSpPr/>
            <p:nvPr/>
          </p:nvSpPr>
          <p:spPr>
            <a:xfrm>
              <a:off x="6344981" y="4506824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Oval 62">
              <a:extLst>
                <a:ext uri="{FF2B5EF4-FFF2-40B4-BE49-F238E27FC236}">
                  <a16:creationId xmlns:a16="http://schemas.microsoft.com/office/drawing/2014/main" id="{A5321E1C-3B2C-792A-B1D4-320B07B2ABE9}"/>
                </a:ext>
              </a:extLst>
            </p:cNvPr>
            <p:cNvSpPr/>
            <p:nvPr/>
          </p:nvSpPr>
          <p:spPr>
            <a:xfrm>
              <a:off x="6683705" y="5151037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Oval 63">
              <a:extLst>
                <a:ext uri="{FF2B5EF4-FFF2-40B4-BE49-F238E27FC236}">
                  <a16:creationId xmlns:a16="http://schemas.microsoft.com/office/drawing/2014/main" id="{D0A34574-188E-6A1B-B34A-0ED8F3AACA07}"/>
                </a:ext>
              </a:extLst>
            </p:cNvPr>
            <p:cNvSpPr/>
            <p:nvPr/>
          </p:nvSpPr>
          <p:spPr>
            <a:xfrm>
              <a:off x="6263831" y="4960949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Oval 64">
              <a:extLst>
                <a:ext uri="{FF2B5EF4-FFF2-40B4-BE49-F238E27FC236}">
                  <a16:creationId xmlns:a16="http://schemas.microsoft.com/office/drawing/2014/main" id="{43763E02-7A2C-285B-8BBD-EB07AF28665F}"/>
                </a:ext>
              </a:extLst>
            </p:cNvPr>
            <p:cNvSpPr/>
            <p:nvPr/>
          </p:nvSpPr>
          <p:spPr>
            <a:xfrm>
              <a:off x="6162045" y="5046641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Oval 65">
              <a:extLst>
                <a:ext uri="{FF2B5EF4-FFF2-40B4-BE49-F238E27FC236}">
                  <a16:creationId xmlns:a16="http://schemas.microsoft.com/office/drawing/2014/main" id="{F704F571-456D-9B0F-5FCD-F3E0975E92C7}"/>
                </a:ext>
              </a:extLst>
            </p:cNvPr>
            <p:cNvSpPr/>
            <p:nvPr/>
          </p:nvSpPr>
          <p:spPr>
            <a:xfrm>
              <a:off x="6600610" y="5196727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Oval 66">
              <a:extLst>
                <a:ext uri="{FF2B5EF4-FFF2-40B4-BE49-F238E27FC236}">
                  <a16:creationId xmlns:a16="http://schemas.microsoft.com/office/drawing/2014/main" id="{DB1A8DC7-592F-820D-95EC-1C2485DE5926}"/>
                </a:ext>
              </a:extLst>
            </p:cNvPr>
            <p:cNvSpPr/>
            <p:nvPr/>
          </p:nvSpPr>
          <p:spPr>
            <a:xfrm>
              <a:off x="6699511" y="5239677"/>
              <a:ext cx="82440" cy="85692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Oval 67">
              <a:extLst>
                <a:ext uri="{FF2B5EF4-FFF2-40B4-BE49-F238E27FC236}">
                  <a16:creationId xmlns:a16="http://schemas.microsoft.com/office/drawing/2014/main" id="{A5D67619-7DEF-CB9F-6F8C-0C2662872B4F}"/>
                </a:ext>
              </a:extLst>
            </p:cNvPr>
            <p:cNvSpPr/>
            <p:nvPr/>
          </p:nvSpPr>
          <p:spPr>
            <a:xfrm>
              <a:off x="6181391" y="4453791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Oval 68">
              <a:extLst>
                <a:ext uri="{FF2B5EF4-FFF2-40B4-BE49-F238E27FC236}">
                  <a16:creationId xmlns:a16="http://schemas.microsoft.com/office/drawing/2014/main" id="{A3B95BC8-C885-F4F7-5274-08841B08A678}"/>
                </a:ext>
              </a:extLst>
            </p:cNvPr>
            <p:cNvSpPr/>
            <p:nvPr/>
          </p:nvSpPr>
          <p:spPr>
            <a:xfrm>
              <a:off x="6282810" y="5283205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Oval 69">
              <a:extLst>
                <a:ext uri="{FF2B5EF4-FFF2-40B4-BE49-F238E27FC236}">
                  <a16:creationId xmlns:a16="http://schemas.microsoft.com/office/drawing/2014/main" id="{A862C7E8-CFF7-7132-DF0B-1C9C335EDCC6}"/>
                </a:ext>
              </a:extLst>
            </p:cNvPr>
            <p:cNvSpPr/>
            <p:nvPr/>
          </p:nvSpPr>
          <p:spPr>
            <a:xfrm>
              <a:off x="6095251" y="4610809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Oval 70">
              <a:extLst>
                <a:ext uri="{FF2B5EF4-FFF2-40B4-BE49-F238E27FC236}">
                  <a16:creationId xmlns:a16="http://schemas.microsoft.com/office/drawing/2014/main" id="{66AF2056-55E0-A22F-2457-CC99189AA61F}"/>
                </a:ext>
              </a:extLst>
            </p:cNvPr>
            <p:cNvSpPr/>
            <p:nvPr/>
          </p:nvSpPr>
          <p:spPr>
            <a:xfrm>
              <a:off x="6177690" y="4505993"/>
              <a:ext cx="82440" cy="8569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Oval 71">
              <a:extLst>
                <a:ext uri="{FF2B5EF4-FFF2-40B4-BE49-F238E27FC236}">
                  <a16:creationId xmlns:a16="http://schemas.microsoft.com/office/drawing/2014/main" id="{DC6E74E8-F48C-92DC-50D5-E76DE13CE0CC}"/>
                </a:ext>
              </a:extLst>
            </p:cNvPr>
            <p:cNvSpPr/>
            <p:nvPr/>
          </p:nvSpPr>
          <p:spPr>
            <a:xfrm>
              <a:off x="6079375" y="4956369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Oval 72">
              <a:extLst>
                <a:ext uri="{FF2B5EF4-FFF2-40B4-BE49-F238E27FC236}">
                  <a16:creationId xmlns:a16="http://schemas.microsoft.com/office/drawing/2014/main" id="{300A64E7-BFDD-D620-BFA5-9C1532F87610}"/>
                </a:ext>
              </a:extLst>
            </p:cNvPr>
            <p:cNvSpPr/>
            <p:nvPr/>
          </p:nvSpPr>
          <p:spPr>
            <a:xfrm>
              <a:off x="6231576" y="4855382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Oval 73">
              <a:extLst>
                <a:ext uri="{FF2B5EF4-FFF2-40B4-BE49-F238E27FC236}">
                  <a16:creationId xmlns:a16="http://schemas.microsoft.com/office/drawing/2014/main" id="{6F68F1B5-666C-12A0-56D6-CE7DB0F425F1}"/>
                </a:ext>
              </a:extLst>
            </p:cNvPr>
            <p:cNvSpPr/>
            <p:nvPr/>
          </p:nvSpPr>
          <p:spPr>
            <a:xfrm>
              <a:off x="6317367" y="5319854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Oval 74">
              <a:extLst>
                <a:ext uri="{FF2B5EF4-FFF2-40B4-BE49-F238E27FC236}">
                  <a16:creationId xmlns:a16="http://schemas.microsoft.com/office/drawing/2014/main" id="{0C50B473-FF8B-4178-DD81-9225B24850CA}"/>
                </a:ext>
              </a:extLst>
            </p:cNvPr>
            <p:cNvSpPr/>
            <p:nvPr/>
          </p:nvSpPr>
          <p:spPr>
            <a:xfrm>
              <a:off x="6167014" y="4926783"/>
              <a:ext cx="82440" cy="8569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8" name="Straight Arrow Connector 76">
              <a:extLst>
                <a:ext uri="{FF2B5EF4-FFF2-40B4-BE49-F238E27FC236}">
                  <a16:creationId xmlns:a16="http://schemas.microsoft.com/office/drawing/2014/main" id="{EDFB9C36-BC3B-DEEF-CACD-75FF0115D6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1174" y="3418812"/>
              <a:ext cx="0" cy="2383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77">
              <a:extLst>
                <a:ext uri="{FF2B5EF4-FFF2-40B4-BE49-F238E27FC236}">
                  <a16:creationId xmlns:a16="http://schemas.microsoft.com/office/drawing/2014/main" id="{E2DEDA6A-3B23-B9EF-0628-C4C1918021C9}"/>
                </a:ext>
              </a:extLst>
            </p:cNvPr>
            <p:cNvCxnSpPr>
              <a:cxnSpLocks/>
            </p:cNvCxnSpPr>
            <p:nvPr/>
          </p:nvCxnSpPr>
          <p:spPr>
            <a:xfrm>
              <a:off x="5426045" y="5561825"/>
              <a:ext cx="224933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B3D88EFF-5F59-8E39-8E56-A5F8D956251F}"/>
                    </a:ext>
                  </a:extLst>
                </p:cNvPr>
                <p:cNvSpPr txBox="1"/>
                <p:nvPr/>
              </p:nvSpPr>
              <p:spPr>
                <a:xfrm>
                  <a:off x="5134008" y="3441089"/>
                  <a:ext cx="457946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B3D88EFF-5F59-8E39-8E56-A5F8D9562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4008" y="3441089"/>
                  <a:ext cx="457946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5333" r="-2667" b="-1219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17B5CA24-FEF5-15BD-EC07-2524195582CC}"/>
                    </a:ext>
                  </a:extLst>
                </p:cNvPr>
                <p:cNvSpPr txBox="1"/>
                <p:nvPr/>
              </p:nvSpPr>
              <p:spPr>
                <a:xfrm>
                  <a:off x="7387792" y="5509795"/>
                  <a:ext cx="26238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08서울남산체 B" panose="02020603020101020101" pitchFamily="18" charset="-127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17B5CA24-FEF5-15BD-EC07-252419558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792" y="5509795"/>
                  <a:ext cx="262380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1628" r="-232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2" name="Oval 49">
              <a:extLst>
                <a:ext uri="{FF2B5EF4-FFF2-40B4-BE49-F238E27FC236}">
                  <a16:creationId xmlns:a16="http://schemas.microsoft.com/office/drawing/2014/main" id="{6C94D110-F491-B985-E033-2A63047A3E04}"/>
                </a:ext>
              </a:extLst>
            </p:cNvPr>
            <p:cNvSpPr/>
            <p:nvPr/>
          </p:nvSpPr>
          <p:spPr>
            <a:xfrm>
              <a:off x="6016870" y="4011906"/>
              <a:ext cx="82440" cy="85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Oval 61">
              <a:extLst>
                <a:ext uri="{FF2B5EF4-FFF2-40B4-BE49-F238E27FC236}">
                  <a16:creationId xmlns:a16="http://schemas.microsoft.com/office/drawing/2014/main" id="{1C0124DE-94BB-1E30-3211-D8EE0454A469}"/>
                </a:ext>
              </a:extLst>
            </p:cNvPr>
            <p:cNvSpPr/>
            <p:nvPr/>
          </p:nvSpPr>
          <p:spPr>
            <a:xfrm>
              <a:off x="6173591" y="3972279"/>
              <a:ext cx="82440" cy="85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Oval 70">
              <a:extLst>
                <a:ext uri="{FF2B5EF4-FFF2-40B4-BE49-F238E27FC236}">
                  <a16:creationId xmlns:a16="http://schemas.microsoft.com/office/drawing/2014/main" id="{D6583CA5-3A27-35EB-05E6-A5B59B09449E}"/>
                </a:ext>
              </a:extLst>
            </p:cNvPr>
            <p:cNvSpPr/>
            <p:nvPr/>
          </p:nvSpPr>
          <p:spPr>
            <a:xfrm>
              <a:off x="6006300" y="3971448"/>
              <a:ext cx="82440" cy="85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Oval 54">
              <a:extLst>
                <a:ext uri="{FF2B5EF4-FFF2-40B4-BE49-F238E27FC236}">
                  <a16:creationId xmlns:a16="http://schemas.microsoft.com/office/drawing/2014/main" id="{1644E125-2011-F0E7-323C-A47C238A5624}"/>
                </a:ext>
              </a:extLst>
            </p:cNvPr>
            <p:cNvSpPr/>
            <p:nvPr/>
          </p:nvSpPr>
          <p:spPr>
            <a:xfrm>
              <a:off x="5900385" y="4313385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Oval 56">
              <a:extLst>
                <a:ext uri="{FF2B5EF4-FFF2-40B4-BE49-F238E27FC236}">
                  <a16:creationId xmlns:a16="http://schemas.microsoft.com/office/drawing/2014/main" id="{6D6D583B-95FB-7155-02B9-4E27F6665D48}"/>
                </a:ext>
              </a:extLst>
            </p:cNvPr>
            <p:cNvSpPr/>
            <p:nvPr/>
          </p:nvSpPr>
          <p:spPr>
            <a:xfrm>
              <a:off x="5854479" y="4285223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Oval 60">
              <a:extLst>
                <a:ext uri="{FF2B5EF4-FFF2-40B4-BE49-F238E27FC236}">
                  <a16:creationId xmlns:a16="http://schemas.microsoft.com/office/drawing/2014/main" id="{397DA965-4134-9E91-C1A1-43F438CF6F59}"/>
                </a:ext>
              </a:extLst>
            </p:cNvPr>
            <p:cNvSpPr/>
            <p:nvPr/>
          </p:nvSpPr>
          <p:spPr>
            <a:xfrm>
              <a:off x="5922936" y="4254977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Oval 56">
              <a:extLst>
                <a:ext uri="{FF2B5EF4-FFF2-40B4-BE49-F238E27FC236}">
                  <a16:creationId xmlns:a16="http://schemas.microsoft.com/office/drawing/2014/main" id="{EDF614D1-119D-967F-C072-48382EE8636A}"/>
                </a:ext>
              </a:extLst>
            </p:cNvPr>
            <p:cNvSpPr/>
            <p:nvPr/>
          </p:nvSpPr>
          <p:spPr>
            <a:xfrm>
              <a:off x="6437043" y="4233113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Oval 60">
              <a:extLst>
                <a:ext uri="{FF2B5EF4-FFF2-40B4-BE49-F238E27FC236}">
                  <a16:creationId xmlns:a16="http://schemas.microsoft.com/office/drawing/2014/main" id="{986C4739-CFAA-BA01-AA61-54DE113AE5B9}"/>
                </a:ext>
              </a:extLst>
            </p:cNvPr>
            <p:cNvSpPr/>
            <p:nvPr/>
          </p:nvSpPr>
          <p:spPr>
            <a:xfrm>
              <a:off x="6505500" y="4202867"/>
              <a:ext cx="82440" cy="85692"/>
            </a:xfrm>
            <a:prstGeom prst="ellipse">
              <a:avLst/>
            </a:prstGeom>
            <a:solidFill>
              <a:srgbClr val="04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Oval 51">
              <a:extLst>
                <a:ext uri="{FF2B5EF4-FFF2-40B4-BE49-F238E27FC236}">
                  <a16:creationId xmlns:a16="http://schemas.microsoft.com/office/drawing/2014/main" id="{51EE0E2C-2843-8A89-63BC-C71F5486457C}"/>
                </a:ext>
              </a:extLst>
            </p:cNvPr>
            <p:cNvSpPr/>
            <p:nvPr/>
          </p:nvSpPr>
          <p:spPr>
            <a:xfrm>
              <a:off x="5859849" y="4739882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Oval 63">
              <a:extLst>
                <a:ext uri="{FF2B5EF4-FFF2-40B4-BE49-F238E27FC236}">
                  <a16:creationId xmlns:a16="http://schemas.microsoft.com/office/drawing/2014/main" id="{BC573D74-AFCD-E88C-4F98-91E6BBF2B414}"/>
                </a:ext>
              </a:extLst>
            </p:cNvPr>
            <p:cNvSpPr/>
            <p:nvPr/>
          </p:nvSpPr>
          <p:spPr>
            <a:xfrm>
              <a:off x="5952918" y="4788121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Oval 71">
              <a:extLst>
                <a:ext uri="{FF2B5EF4-FFF2-40B4-BE49-F238E27FC236}">
                  <a16:creationId xmlns:a16="http://schemas.microsoft.com/office/drawing/2014/main" id="{56BCEAF1-C6FF-F3C2-DE55-6914C4918345}"/>
                </a:ext>
              </a:extLst>
            </p:cNvPr>
            <p:cNvSpPr/>
            <p:nvPr/>
          </p:nvSpPr>
          <p:spPr>
            <a:xfrm>
              <a:off x="5768462" y="4783541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Oval 52">
              <a:extLst>
                <a:ext uri="{FF2B5EF4-FFF2-40B4-BE49-F238E27FC236}">
                  <a16:creationId xmlns:a16="http://schemas.microsoft.com/office/drawing/2014/main" id="{25F53C3E-C5D2-6739-D220-AE77DD271690}"/>
                </a:ext>
              </a:extLst>
            </p:cNvPr>
            <p:cNvSpPr/>
            <p:nvPr/>
          </p:nvSpPr>
          <p:spPr>
            <a:xfrm>
              <a:off x="5793315" y="5241120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Oval 54">
              <a:extLst>
                <a:ext uri="{FF2B5EF4-FFF2-40B4-BE49-F238E27FC236}">
                  <a16:creationId xmlns:a16="http://schemas.microsoft.com/office/drawing/2014/main" id="{C09469F3-0748-2435-770E-6B525B2122AB}"/>
                </a:ext>
              </a:extLst>
            </p:cNvPr>
            <p:cNvSpPr/>
            <p:nvPr/>
          </p:nvSpPr>
          <p:spPr>
            <a:xfrm>
              <a:off x="5940444" y="5312451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Oval 55">
              <a:extLst>
                <a:ext uri="{FF2B5EF4-FFF2-40B4-BE49-F238E27FC236}">
                  <a16:creationId xmlns:a16="http://schemas.microsoft.com/office/drawing/2014/main" id="{1855B4FC-AF95-EF6E-2DED-ED75ED3814C0}"/>
                </a:ext>
              </a:extLst>
            </p:cNvPr>
            <p:cNvSpPr/>
            <p:nvPr/>
          </p:nvSpPr>
          <p:spPr>
            <a:xfrm>
              <a:off x="5804751" y="5186209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Oval 56">
              <a:extLst>
                <a:ext uri="{FF2B5EF4-FFF2-40B4-BE49-F238E27FC236}">
                  <a16:creationId xmlns:a16="http://schemas.microsoft.com/office/drawing/2014/main" id="{430B37AB-22E2-41CD-B08E-1F580F05A0F9}"/>
                </a:ext>
              </a:extLst>
            </p:cNvPr>
            <p:cNvSpPr/>
            <p:nvPr/>
          </p:nvSpPr>
          <p:spPr>
            <a:xfrm>
              <a:off x="5894538" y="5284289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Oval 57">
              <a:extLst>
                <a:ext uri="{FF2B5EF4-FFF2-40B4-BE49-F238E27FC236}">
                  <a16:creationId xmlns:a16="http://schemas.microsoft.com/office/drawing/2014/main" id="{A77EBA7B-E7B7-9333-5558-FD31C39D4289}"/>
                </a:ext>
              </a:extLst>
            </p:cNvPr>
            <p:cNvSpPr/>
            <p:nvPr/>
          </p:nvSpPr>
          <p:spPr>
            <a:xfrm>
              <a:off x="5793315" y="5371774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Oval 59">
              <a:extLst>
                <a:ext uri="{FF2B5EF4-FFF2-40B4-BE49-F238E27FC236}">
                  <a16:creationId xmlns:a16="http://schemas.microsoft.com/office/drawing/2014/main" id="{EA76D666-84F9-22CA-EFC4-10C7DD0987A2}"/>
                </a:ext>
              </a:extLst>
            </p:cNvPr>
            <p:cNvSpPr/>
            <p:nvPr/>
          </p:nvSpPr>
          <p:spPr>
            <a:xfrm>
              <a:off x="5798561" y="5169581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Oval 60">
              <a:extLst>
                <a:ext uri="{FF2B5EF4-FFF2-40B4-BE49-F238E27FC236}">
                  <a16:creationId xmlns:a16="http://schemas.microsoft.com/office/drawing/2014/main" id="{A697D313-7F67-EABA-FE1A-E553C523E6FB}"/>
                </a:ext>
              </a:extLst>
            </p:cNvPr>
            <p:cNvSpPr/>
            <p:nvPr/>
          </p:nvSpPr>
          <p:spPr>
            <a:xfrm>
              <a:off x="5962995" y="5254043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Oval 62">
              <a:extLst>
                <a:ext uri="{FF2B5EF4-FFF2-40B4-BE49-F238E27FC236}">
                  <a16:creationId xmlns:a16="http://schemas.microsoft.com/office/drawing/2014/main" id="{C8EDAC5F-F798-DD10-FA8E-6A7B0D1A22C3}"/>
                </a:ext>
              </a:extLst>
            </p:cNvPr>
            <p:cNvSpPr/>
            <p:nvPr/>
          </p:nvSpPr>
          <p:spPr>
            <a:xfrm>
              <a:off x="5812098" y="5374219"/>
              <a:ext cx="82440" cy="8569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Oval 51">
              <a:extLst>
                <a:ext uri="{FF2B5EF4-FFF2-40B4-BE49-F238E27FC236}">
                  <a16:creationId xmlns:a16="http://schemas.microsoft.com/office/drawing/2014/main" id="{D3DBBF1C-7379-A70A-E6F6-3D38446D757B}"/>
                </a:ext>
              </a:extLst>
            </p:cNvPr>
            <p:cNvSpPr/>
            <p:nvPr/>
          </p:nvSpPr>
          <p:spPr>
            <a:xfrm>
              <a:off x="6531859" y="4882543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Oval 63">
              <a:extLst>
                <a:ext uri="{FF2B5EF4-FFF2-40B4-BE49-F238E27FC236}">
                  <a16:creationId xmlns:a16="http://schemas.microsoft.com/office/drawing/2014/main" id="{0BBDE15D-1E66-98EA-6E11-53D9584D79FA}"/>
                </a:ext>
              </a:extLst>
            </p:cNvPr>
            <p:cNvSpPr/>
            <p:nvPr/>
          </p:nvSpPr>
          <p:spPr>
            <a:xfrm>
              <a:off x="6624928" y="4930782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Oval 72">
              <a:extLst>
                <a:ext uri="{FF2B5EF4-FFF2-40B4-BE49-F238E27FC236}">
                  <a16:creationId xmlns:a16="http://schemas.microsoft.com/office/drawing/2014/main" id="{93460132-617B-0453-7CD5-EDA81A39F111}"/>
                </a:ext>
              </a:extLst>
            </p:cNvPr>
            <p:cNvSpPr/>
            <p:nvPr/>
          </p:nvSpPr>
          <p:spPr>
            <a:xfrm>
              <a:off x="6592673" y="4825215"/>
              <a:ext cx="82440" cy="8569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Oval 49">
              <a:extLst>
                <a:ext uri="{FF2B5EF4-FFF2-40B4-BE49-F238E27FC236}">
                  <a16:creationId xmlns:a16="http://schemas.microsoft.com/office/drawing/2014/main" id="{9024FF5B-7796-C9E5-8749-E40DA77DA5A4}"/>
                </a:ext>
              </a:extLst>
            </p:cNvPr>
            <p:cNvSpPr/>
            <p:nvPr/>
          </p:nvSpPr>
          <p:spPr>
            <a:xfrm>
              <a:off x="6619107" y="3978282"/>
              <a:ext cx="82440" cy="856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Oval 61">
              <a:extLst>
                <a:ext uri="{FF2B5EF4-FFF2-40B4-BE49-F238E27FC236}">
                  <a16:creationId xmlns:a16="http://schemas.microsoft.com/office/drawing/2014/main" id="{D8F4EA2B-0A91-0F40-2A08-6E7776F70F10}"/>
                </a:ext>
              </a:extLst>
            </p:cNvPr>
            <p:cNvSpPr/>
            <p:nvPr/>
          </p:nvSpPr>
          <p:spPr>
            <a:xfrm>
              <a:off x="6775828" y="3938655"/>
              <a:ext cx="82440" cy="856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Oval 70">
              <a:extLst>
                <a:ext uri="{FF2B5EF4-FFF2-40B4-BE49-F238E27FC236}">
                  <a16:creationId xmlns:a16="http://schemas.microsoft.com/office/drawing/2014/main" id="{65A5A726-FF68-710C-0A89-60E6F5DFE6E1}"/>
                </a:ext>
              </a:extLst>
            </p:cNvPr>
            <p:cNvSpPr/>
            <p:nvPr/>
          </p:nvSpPr>
          <p:spPr>
            <a:xfrm>
              <a:off x="6608537" y="3937824"/>
              <a:ext cx="82440" cy="8569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Oval 63">
              <a:extLst>
                <a:ext uri="{FF2B5EF4-FFF2-40B4-BE49-F238E27FC236}">
                  <a16:creationId xmlns:a16="http://schemas.microsoft.com/office/drawing/2014/main" id="{9C4181A6-F692-101F-9782-8FF9A1B69B27}"/>
                </a:ext>
              </a:extLst>
            </p:cNvPr>
            <p:cNvSpPr/>
            <p:nvPr/>
          </p:nvSpPr>
          <p:spPr>
            <a:xfrm>
              <a:off x="5852566" y="4839221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Oval 72">
              <a:extLst>
                <a:ext uri="{FF2B5EF4-FFF2-40B4-BE49-F238E27FC236}">
                  <a16:creationId xmlns:a16="http://schemas.microsoft.com/office/drawing/2014/main" id="{6D8A3683-FED7-FB5B-78AD-4487FDDCD42A}"/>
                </a:ext>
              </a:extLst>
            </p:cNvPr>
            <p:cNvSpPr/>
            <p:nvPr/>
          </p:nvSpPr>
          <p:spPr>
            <a:xfrm>
              <a:off x="5820311" y="4733654"/>
              <a:ext cx="82440" cy="856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Oval 52">
              <a:extLst>
                <a:ext uri="{FF2B5EF4-FFF2-40B4-BE49-F238E27FC236}">
                  <a16:creationId xmlns:a16="http://schemas.microsoft.com/office/drawing/2014/main" id="{EA15C1F1-BF15-F595-D629-81C95FFE31A6}"/>
                </a:ext>
              </a:extLst>
            </p:cNvPr>
            <p:cNvSpPr/>
            <p:nvPr/>
          </p:nvSpPr>
          <p:spPr>
            <a:xfrm>
              <a:off x="6673815" y="4464728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Oval 55">
              <a:extLst>
                <a:ext uri="{FF2B5EF4-FFF2-40B4-BE49-F238E27FC236}">
                  <a16:creationId xmlns:a16="http://schemas.microsoft.com/office/drawing/2014/main" id="{8054F107-CF0E-E685-7107-F8AD908F2C3E}"/>
                </a:ext>
              </a:extLst>
            </p:cNvPr>
            <p:cNvSpPr/>
            <p:nvPr/>
          </p:nvSpPr>
          <p:spPr>
            <a:xfrm>
              <a:off x="6685251" y="4409817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Oval 56">
              <a:extLst>
                <a:ext uri="{FF2B5EF4-FFF2-40B4-BE49-F238E27FC236}">
                  <a16:creationId xmlns:a16="http://schemas.microsoft.com/office/drawing/2014/main" id="{A1DAF4EB-3F61-F3AA-F0F9-2C1DE3AEB058}"/>
                </a:ext>
              </a:extLst>
            </p:cNvPr>
            <p:cNvSpPr/>
            <p:nvPr/>
          </p:nvSpPr>
          <p:spPr>
            <a:xfrm>
              <a:off x="6775038" y="4507897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Oval 59">
              <a:extLst>
                <a:ext uri="{FF2B5EF4-FFF2-40B4-BE49-F238E27FC236}">
                  <a16:creationId xmlns:a16="http://schemas.microsoft.com/office/drawing/2014/main" id="{C9E41F1D-49A8-77C3-F1B2-9DEAC777B115}"/>
                </a:ext>
              </a:extLst>
            </p:cNvPr>
            <p:cNvSpPr/>
            <p:nvPr/>
          </p:nvSpPr>
          <p:spPr>
            <a:xfrm>
              <a:off x="6679061" y="4393189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Oval 60">
              <a:extLst>
                <a:ext uri="{FF2B5EF4-FFF2-40B4-BE49-F238E27FC236}">
                  <a16:creationId xmlns:a16="http://schemas.microsoft.com/office/drawing/2014/main" id="{2F7B132A-8A65-0055-7F52-085D3FBEDDBA}"/>
                </a:ext>
              </a:extLst>
            </p:cNvPr>
            <p:cNvSpPr/>
            <p:nvPr/>
          </p:nvSpPr>
          <p:spPr>
            <a:xfrm>
              <a:off x="6843495" y="4477651"/>
              <a:ext cx="82440" cy="85692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4" name="Oval 50">
              <a:extLst>
                <a:ext uri="{FF2B5EF4-FFF2-40B4-BE49-F238E27FC236}">
                  <a16:creationId xmlns:a16="http://schemas.microsoft.com/office/drawing/2014/main" id="{B4799433-09AD-78DB-CBC9-AB1A59F51488}"/>
                </a:ext>
              </a:extLst>
            </p:cNvPr>
            <p:cNvSpPr/>
            <p:nvPr/>
          </p:nvSpPr>
          <p:spPr>
            <a:xfrm>
              <a:off x="7074505" y="4820376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Oval 53">
              <a:extLst>
                <a:ext uri="{FF2B5EF4-FFF2-40B4-BE49-F238E27FC236}">
                  <a16:creationId xmlns:a16="http://schemas.microsoft.com/office/drawing/2014/main" id="{13282F2A-D423-F47F-E0A6-6A0594A626B5}"/>
                </a:ext>
              </a:extLst>
            </p:cNvPr>
            <p:cNvSpPr/>
            <p:nvPr/>
          </p:nvSpPr>
          <p:spPr>
            <a:xfrm>
              <a:off x="7045225" y="4868048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Oval 57">
              <a:extLst>
                <a:ext uri="{FF2B5EF4-FFF2-40B4-BE49-F238E27FC236}">
                  <a16:creationId xmlns:a16="http://schemas.microsoft.com/office/drawing/2014/main" id="{C1B6CF24-D03C-5C5D-F7FE-20AB7D7BC224}"/>
                </a:ext>
              </a:extLst>
            </p:cNvPr>
            <p:cNvSpPr/>
            <p:nvPr/>
          </p:nvSpPr>
          <p:spPr>
            <a:xfrm>
              <a:off x="7150272" y="4782728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Oval 62">
              <a:extLst>
                <a:ext uri="{FF2B5EF4-FFF2-40B4-BE49-F238E27FC236}">
                  <a16:creationId xmlns:a16="http://schemas.microsoft.com/office/drawing/2014/main" id="{6005545E-29D7-79D7-8563-3E439F361C5A}"/>
                </a:ext>
              </a:extLst>
            </p:cNvPr>
            <p:cNvSpPr/>
            <p:nvPr/>
          </p:nvSpPr>
          <p:spPr>
            <a:xfrm>
              <a:off x="7169055" y="4785173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8" name="Oval 65">
              <a:extLst>
                <a:ext uri="{FF2B5EF4-FFF2-40B4-BE49-F238E27FC236}">
                  <a16:creationId xmlns:a16="http://schemas.microsoft.com/office/drawing/2014/main" id="{11A01FFD-36A6-4377-7730-28D56B87D86A}"/>
                </a:ext>
              </a:extLst>
            </p:cNvPr>
            <p:cNvSpPr/>
            <p:nvPr/>
          </p:nvSpPr>
          <p:spPr>
            <a:xfrm>
              <a:off x="7085960" y="4830863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Oval 66">
              <a:extLst>
                <a:ext uri="{FF2B5EF4-FFF2-40B4-BE49-F238E27FC236}">
                  <a16:creationId xmlns:a16="http://schemas.microsoft.com/office/drawing/2014/main" id="{3AE15350-C8D0-7F5B-6861-056D44F2BB70}"/>
                </a:ext>
              </a:extLst>
            </p:cNvPr>
            <p:cNvSpPr/>
            <p:nvPr/>
          </p:nvSpPr>
          <p:spPr>
            <a:xfrm>
              <a:off x="7184861" y="4873813"/>
              <a:ext cx="82440" cy="856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Oval 54">
              <a:extLst>
                <a:ext uri="{FF2B5EF4-FFF2-40B4-BE49-F238E27FC236}">
                  <a16:creationId xmlns:a16="http://schemas.microsoft.com/office/drawing/2014/main" id="{E38FC573-3853-FD82-D3A4-61A527A88B5A}"/>
                </a:ext>
              </a:extLst>
            </p:cNvPr>
            <p:cNvSpPr/>
            <p:nvPr/>
          </p:nvSpPr>
          <p:spPr>
            <a:xfrm>
              <a:off x="7063357" y="5224007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Oval 51">
              <a:extLst>
                <a:ext uri="{FF2B5EF4-FFF2-40B4-BE49-F238E27FC236}">
                  <a16:creationId xmlns:a16="http://schemas.microsoft.com/office/drawing/2014/main" id="{1EB4493F-D5F9-FA71-6D3B-135E96280C0B}"/>
                </a:ext>
              </a:extLst>
            </p:cNvPr>
            <p:cNvSpPr/>
            <p:nvPr/>
          </p:nvSpPr>
          <p:spPr>
            <a:xfrm>
              <a:off x="6983926" y="5286414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2" name="Oval 63">
              <a:extLst>
                <a:ext uri="{FF2B5EF4-FFF2-40B4-BE49-F238E27FC236}">
                  <a16:creationId xmlns:a16="http://schemas.microsoft.com/office/drawing/2014/main" id="{48167A33-7F47-DB86-27FE-7CE2473D6FE0}"/>
                </a:ext>
              </a:extLst>
            </p:cNvPr>
            <p:cNvSpPr/>
            <p:nvPr/>
          </p:nvSpPr>
          <p:spPr>
            <a:xfrm>
              <a:off x="7076995" y="5334653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Oval 72">
              <a:extLst>
                <a:ext uri="{FF2B5EF4-FFF2-40B4-BE49-F238E27FC236}">
                  <a16:creationId xmlns:a16="http://schemas.microsoft.com/office/drawing/2014/main" id="{6F157916-617C-94DD-9B7D-FD03BBB4DB57}"/>
                </a:ext>
              </a:extLst>
            </p:cNvPr>
            <p:cNvSpPr/>
            <p:nvPr/>
          </p:nvSpPr>
          <p:spPr>
            <a:xfrm>
              <a:off x="7044740" y="5229086"/>
              <a:ext cx="82440" cy="856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22763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4C898-4AB5-7D33-B347-8D326856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Unsupervised Outlier Detection with SSD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D4C26-1074-3562-6C6A-9AF8A49DC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Leveraging contrastive self-supervised training</a:t>
            </a:r>
          </a:p>
          <a:p>
            <a:pPr lvl="1"/>
            <a:r>
              <a:rPr lang="en-US" altLang="ko-KR" dirty="0"/>
              <a:t>Contrastive Loss 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Using image transformations, it first creates </a:t>
            </a:r>
            <a:r>
              <a:rPr lang="en-US" altLang="ko-KR" u="sng" dirty="0"/>
              <a:t>two views of each image commonly referred to as positives.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Next, it optimizes to pull each instance close to its positive instances while </a:t>
            </a:r>
            <a:r>
              <a:rPr lang="en-US" altLang="ko-KR" u="sng" dirty="0"/>
              <a:t>pushing away from other images</a:t>
            </a:r>
            <a:r>
              <a:rPr lang="en-US" altLang="ko-KR" dirty="0"/>
              <a:t>, commonly referred to as </a:t>
            </a:r>
            <a:r>
              <a:rPr lang="en-US" altLang="ko-KR" u="sng" dirty="0"/>
              <a:t>negatives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B0674-7ADA-E628-2C40-BE07B16D6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B9E3E5-815D-E739-78E1-FDF255E62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3825044"/>
            <a:ext cx="7524328" cy="9927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7CACD5-0CDB-3CAA-2219-1517D9DDC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708" y="4813248"/>
            <a:ext cx="468052" cy="3423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AD5C2D-933C-4007-58BC-3A190662F4BE}"/>
              </a:ext>
            </a:extLst>
          </p:cNvPr>
          <p:cNvSpPr txBox="1"/>
          <p:nvPr/>
        </p:nvSpPr>
        <p:spPr>
          <a:xfrm>
            <a:off x="3940872" y="4774944"/>
            <a:ext cx="219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: projection header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30AFED6-04D2-85A2-BE6B-7DF3E58979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206"/>
          <a:stretch/>
        </p:blipFill>
        <p:spPr>
          <a:xfrm>
            <a:off x="3629628" y="5319479"/>
            <a:ext cx="2772308" cy="2454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07C8D8-D649-F443-D105-AE7ED7BEE411}"/>
              </a:ext>
            </a:extLst>
          </p:cNvPr>
          <p:cNvSpPr txBox="1"/>
          <p:nvPr/>
        </p:nvSpPr>
        <p:spPr>
          <a:xfrm>
            <a:off x="4034760" y="5540910"/>
            <a:ext cx="465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(A function 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maps the input space to the feature space) 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061195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540CB-77B7-4943-BDBD-5EA89B95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Unsupervised Outlier Detection with SSD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411765-409F-9A6D-D937-167D285C1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Cluster-conditioned detection</a:t>
            </a:r>
          </a:p>
          <a:p>
            <a:pPr lvl="1"/>
            <a:r>
              <a:rPr lang="en-US" altLang="ko-KR" i="1" dirty="0"/>
              <a:t>K</a:t>
            </a:r>
            <a:r>
              <a:rPr lang="en-US" altLang="ko-KR" dirty="0"/>
              <a:t>-means clustering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Partition the features for in-distribution training data in </a:t>
            </a:r>
            <a:r>
              <a:rPr lang="en-US" altLang="ko-KR" i="1" dirty="0"/>
              <a:t>m</a:t>
            </a:r>
            <a:r>
              <a:rPr lang="en-US" altLang="ko-KR" dirty="0"/>
              <a:t> clusters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Calculate the outlier score for each test input x, where D(., .) is a distance metric in the feature space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F467B-3F65-917C-4007-82E2A0D03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78E5E56B-7A77-CDF0-F226-9488B8B071B2}"/>
              </a:ext>
            </a:extLst>
          </p:cNvPr>
          <p:cNvGrpSpPr/>
          <p:nvPr/>
        </p:nvGrpSpPr>
        <p:grpSpPr>
          <a:xfrm>
            <a:off x="319862" y="3559206"/>
            <a:ext cx="3723222" cy="2905502"/>
            <a:chOff x="32321" y="3851937"/>
            <a:chExt cx="3723222" cy="2905502"/>
          </a:xfrm>
        </p:grpSpPr>
        <p:sp>
          <p:nvSpPr>
            <p:cNvPr id="83" name="Oval 70">
              <a:extLst>
                <a:ext uri="{FF2B5EF4-FFF2-40B4-BE49-F238E27FC236}">
                  <a16:creationId xmlns:a16="http://schemas.microsoft.com/office/drawing/2014/main" id="{B087A9B2-D051-AC1C-98C8-8E0E260742B2}"/>
                </a:ext>
              </a:extLst>
            </p:cNvPr>
            <p:cNvSpPr/>
            <p:nvPr/>
          </p:nvSpPr>
          <p:spPr>
            <a:xfrm>
              <a:off x="3673103" y="4422205"/>
              <a:ext cx="82440" cy="8569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Oval 70">
              <a:extLst>
                <a:ext uri="{FF2B5EF4-FFF2-40B4-BE49-F238E27FC236}">
                  <a16:creationId xmlns:a16="http://schemas.microsoft.com/office/drawing/2014/main" id="{28D14F03-47AF-B929-2838-D66A5FD9FCC6}"/>
                </a:ext>
              </a:extLst>
            </p:cNvPr>
            <p:cNvSpPr/>
            <p:nvPr/>
          </p:nvSpPr>
          <p:spPr>
            <a:xfrm>
              <a:off x="1653265" y="4104178"/>
              <a:ext cx="82440" cy="85692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83B310D0-F3D7-BBAD-E815-6922C804A857}"/>
                </a:ext>
              </a:extLst>
            </p:cNvPr>
            <p:cNvCxnSpPr>
              <a:cxnSpLocks/>
              <a:stCxn id="121" idx="7"/>
            </p:cNvCxnSpPr>
            <p:nvPr/>
          </p:nvCxnSpPr>
          <p:spPr>
            <a:xfrm flipV="1">
              <a:off x="1562918" y="4173246"/>
              <a:ext cx="139840" cy="243876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5F9F151A-8B2B-18EC-E7DB-B00564F7FA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8729" y="4482600"/>
              <a:ext cx="908650" cy="252227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6C8499AB-C375-5CF8-3600-011337EB32C9}"/>
                </a:ext>
              </a:extLst>
            </p:cNvPr>
            <p:cNvGrpSpPr/>
            <p:nvPr/>
          </p:nvGrpSpPr>
          <p:grpSpPr>
            <a:xfrm>
              <a:off x="620259" y="3851937"/>
              <a:ext cx="2541371" cy="2383992"/>
              <a:chOff x="5134008" y="3418812"/>
              <a:chExt cx="2541371" cy="2383992"/>
            </a:xfrm>
          </p:grpSpPr>
          <p:sp>
            <p:nvSpPr>
              <p:cNvPr id="89" name="Oval 49">
                <a:extLst>
                  <a:ext uri="{FF2B5EF4-FFF2-40B4-BE49-F238E27FC236}">
                    <a16:creationId xmlns:a16="http://schemas.microsoft.com/office/drawing/2014/main" id="{1AF35756-0182-9D9C-B2E6-769A83117E19}"/>
                  </a:ext>
                </a:extLst>
              </p:cNvPr>
              <p:cNvSpPr/>
              <p:nvPr/>
            </p:nvSpPr>
            <p:spPr>
              <a:xfrm>
                <a:off x="6188260" y="4546451"/>
                <a:ext cx="82440" cy="85692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Oval 50">
                <a:extLst>
                  <a:ext uri="{FF2B5EF4-FFF2-40B4-BE49-F238E27FC236}">
                    <a16:creationId xmlns:a16="http://schemas.microsoft.com/office/drawing/2014/main" id="{70865E0E-10A1-E130-D3AC-E6DF0F387A17}"/>
                  </a:ext>
                </a:extLst>
              </p:cNvPr>
              <p:cNvSpPr/>
              <p:nvPr/>
            </p:nvSpPr>
            <p:spPr>
              <a:xfrm>
                <a:off x="6589155" y="5186240"/>
                <a:ext cx="82440" cy="85692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Oval 51">
                <a:extLst>
                  <a:ext uri="{FF2B5EF4-FFF2-40B4-BE49-F238E27FC236}">
                    <a16:creationId xmlns:a16="http://schemas.microsoft.com/office/drawing/2014/main" id="{C34B2BEE-E16D-A613-A3BE-1494F661D2CC}"/>
                  </a:ext>
                </a:extLst>
              </p:cNvPr>
              <p:cNvSpPr/>
              <p:nvPr/>
            </p:nvSpPr>
            <p:spPr>
              <a:xfrm>
                <a:off x="6170762" y="4912710"/>
                <a:ext cx="82440" cy="85692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Oval 52">
                <a:extLst>
                  <a:ext uri="{FF2B5EF4-FFF2-40B4-BE49-F238E27FC236}">
                    <a16:creationId xmlns:a16="http://schemas.microsoft.com/office/drawing/2014/main" id="{A4340CC4-7017-02B0-67AD-BC02B8793E44}"/>
                  </a:ext>
                </a:extLst>
              </p:cNvPr>
              <p:cNvSpPr/>
              <p:nvPr/>
            </p:nvSpPr>
            <p:spPr>
              <a:xfrm>
                <a:off x="7108815" y="4335302"/>
                <a:ext cx="82440" cy="8569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Oval 53">
                <a:extLst>
                  <a:ext uri="{FF2B5EF4-FFF2-40B4-BE49-F238E27FC236}">
                    <a16:creationId xmlns:a16="http://schemas.microsoft.com/office/drawing/2014/main" id="{39C5CAD7-D4AA-085A-45D2-0EEE23487C0F}"/>
                  </a:ext>
                </a:extLst>
              </p:cNvPr>
              <p:cNvSpPr/>
              <p:nvPr/>
            </p:nvSpPr>
            <p:spPr>
              <a:xfrm>
                <a:off x="6559875" y="5233912"/>
                <a:ext cx="82440" cy="85692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Oval 54">
                <a:extLst>
                  <a:ext uri="{FF2B5EF4-FFF2-40B4-BE49-F238E27FC236}">
                    <a16:creationId xmlns:a16="http://schemas.microsoft.com/office/drawing/2014/main" id="{92379102-DDC4-6571-4210-BDAF7C061B94}"/>
                  </a:ext>
                </a:extLst>
              </p:cNvPr>
              <p:cNvSpPr/>
              <p:nvPr/>
            </p:nvSpPr>
            <p:spPr>
              <a:xfrm>
                <a:off x="6611290" y="4820136"/>
                <a:ext cx="82440" cy="8569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Oval 55">
                <a:extLst>
                  <a:ext uri="{FF2B5EF4-FFF2-40B4-BE49-F238E27FC236}">
                    <a16:creationId xmlns:a16="http://schemas.microsoft.com/office/drawing/2014/main" id="{F6E92B12-8C86-FFA3-7EFA-8DAA71A41B1D}"/>
                  </a:ext>
                </a:extLst>
              </p:cNvPr>
              <p:cNvSpPr/>
              <p:nvPr/>
            </p:nvSpPr>
            <p:spPr>
              <a:xfrm>
                <a:off x="7120251" y="4280391"/>
                <a:ext cx="82440" cy="8569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Oval 56">
                <a:extLst>
                  <a:ext uri="{FF2B5EF4-FFF2-40B4-BE49-F238E27FC236}">
                    <a16:creationId xmlns:a16="http://schemas.microsoft.com/office/drawing/2014/main" id="{1F89FB1C-BE13-5D2A-48AE-865EA3A19CD7}"/>
                  </a:ext>
                </a:extLst>
              </p:cNvPr>
              <p:cNvSpPr/>
              <p:nvPr/>
            </p:nvSpPr>
            <p:spPr>
              <a:xfrm>
                <a:off x="7210038" y="4378471"/>
                <a:ext cx="82440" cy="8569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Oval 57">
                <a:extLst>
                  <a:ext uri="{FF2B5EF4-FFF2-40B4-BE49-F238E27FC236}">
                    <a16:creationId xmlns:a16="http://schemas.microsoft.com/office/drawing/2014/main" id="{59FA60CE-78BC-31A9-1DAA-C5B08006714D}"/>
                  </a:ext>
                </a:extLst>
              </p:cNvPr>
              <p:cNvSpPr/>
              <p:nvPr/>
            </p:nvSpPr>
            <p:spPr>
              <a:xfrm>
                <a:off x="6664922" y="5148592"/>
                <a:ext cx="82440" cy="85692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Oval 58">
                <a:extLst>
                  <a:ext uri="{FF2B5EF4-FFF2-40B4-BE49-F238E27FC236}">
                    <a16:creationId xmlns:a16="http://schemas.microsoft.com/office/drawing/2014/main" id="{ACC5F6C2-4D74-FA14-764C-0501E53A91D9}"/>
                  </a:ext>
                </a:extLst>
              </p:cNvPr>
              <p:cNvSpPr/>
              <p:nvPr/>
            </p:nvSpPr>
            <p:spPr>
              <a:xfrm>
                <a:off x="6322720" y="5423688"/>
                <a:ext cx="82440" cy="85692"/>
              </a:xfrm>
              <a:prstGeom prst="ellipse">
                <a:avLst/>
              </a:prstGeom>
              <a:solidFill>
                <a:srgbClr val="04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Oval 59">
                <a:extLst>
                  <a:ext uri="{FF2B5EF4-FFF2-40B4-BE49-F238E27FC236}">
                    <a16:creationId xmlns:a16="http://schemas.microsoft.com/office/drawing/2014/main" id="{A267B858-A50F-885F-1BB9-FE3D857EA2FA}"/>
                  </a:ext>
                </a:extLst>
              </p:cNvPr>
              <p:cNvSpPr/>
              <p:nvPr/>
            </p:nvSpPr>
            <p:spPr>
              <a:xfrm>
                <a:off x="7114061" y="4263763"/>
                <a:ext cx="82440" cy="8569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Oval 60">
                <a:extLst>
                  <a:ext uri="{FF2B5EF4-FFF2-40B4-BE49-F238E27FC236}">
                    <a16:creationId xmlns:a16="http://schemas.microsoft.com/office/drawing/2014/main" id="{4856C209-F810-EB4F-83C5-D4CDF9437105}"/>
                  </a:ext>
                </a:extLst>
              </p:cNvPr>
              <p:cNvSpPr/>
              <p:nvPr/>
            </p:nvSpPr>
            <p:spPr>
              <a:xfrm>
                <a:off x="7278495" y="4348225"/>
                <a:ext cx="82440" cy="8569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Oval 61">
                <a:extLst>
                  <a:ext uri="{FF2B5EF4-FFF2-40B4-BE49-F238E27FC236}">
                    <a16:creationId xmlns:a16="http://schemas.microsoft.com/office/drawing/2014/main" id="{5D510AB5-C3D3-95C3-B065-0FDBFF964D2E}"/>
                  </a:ext>
                </a:extLst>
              </p:cNvPr>
              <p:cNvSpPr/>
              <p:nvPr/>
            </p:nvSpPr>
            <p:spPr>
              <a:xfrm>
                <a:off x="6344981" y="4506824"/>
                <a:ext cx="82440" cy="85692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Oval 62">
                <a:extLst>
                  <a:ext uri="{FF2B5EF4-FFF2-40B4-BE49-F238E27FC236}">
                    <a16:creationId xmlns:a16="http://schemas.microsoft.com/office/drawing/2014/main" id="{2DEEF5A4-8937-F617-589F-E6E763795CFA}"/>
                  </a:ext>
                </a:extLst>
              </p:cNvPr>
              <p:cNvSpPr/>
              <p:nvPr/>
            </p:nvSpPr>
            <p:spPr>
              <a:xfrm>
                <a:off x="6683705" y="5151037"/>
                <a:ext cx="82440" cy="85692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Oval 63">
                <a:extLst>
                  <a:ext uri="{FF2B5EF4-FFF2-40B4-BE49-F238E27FC236}">
                    <a16:creationId xmlns:a16="http://schemas.microsoft.com/office/drawing/2014/main" id="{1B42D6D6-DF61-D5D3-4898-8DB2C3140574}"/>
                  </a:ext>
                </a:extLst>
              </p:cNvPr>
              <p:cNvSpPr/>
              <p:nvPr/>
            </p:nvSpPr>
            <p:spPr>
              <a:xfrm>
                <a:off x="6263831" y="4960949"/>
                <a:ext cx="82440" cy="85692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Oval 64">
                <a:extLst>
                  <a:ext uri="{FF2B5EF4-FFF2-40B4-BE49-F238E27FC236}">
                    <a16:creationId xmlns:a16="http://schemas.microsoft.com/office/drawing/2014/main" id="{71C46406-531D-4679-F48B-9452AFDBADB0}"/>
                  </a:ext>
                </a:extLst>
              </p:cNvPr>
              <p:cNvSpPr/>
              <p:nvPr/>
            </p:nvSpPr>
            <p:spPr>
              <a:xfrm>
                <a:off x="6162045" y="5046641"/>
                <a:ext cx="82440" cy="85692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Oval 65">
                <a:extLst>
                  <a:ext uri="{FF2B5EF4-FFF2-40B4-BE49-F238E27FC236}">
                    <a16:creationId xmlns:a16="http://schemas.microsoft.com/office/drawing/2014/main" id="{5AA89177-603F-1FD0-56B8-225FA76A129C}"/>
                  </a:ext>
                </a:extLst>
              </p:cNvPr>
              <p:cNvSpPr/>
              <p:nvPr/>
            </p:nvSpPr>
            <p:spPr>
              <a:xfrm>
                <a:off x="6600610" y="5196727"/>
                <a:ext cx="82440" cy="85692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Oval 66">
                <a:extLst>
                  <a:ext uri="{FF2B5EF4-FFF2-40B4-BE49-F238E27FC236}">
                    <a16:creationId xmlns:a16="http://schemas.microsoft.com/office/drawing/2014/main" id="{4512866E-63E9-75F4-8CCB-F584A6327E0F}"/>
                  </a:ext>
                </a:extLst>
              </p:cNvPr>
              <p:cNvSpPr/>
              <p:nvPr/>
            </p:nvSpPr>
            <p:spPr>
              <a:xfrm>
                <a:off x="6699511" y="5239677"/>
                <a:ext cx="82440" cy="85692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Oval 67">
                <a:extLst>
                  <a:ext uri="{FF2B5EF4-FFF2-40B4-BE49-F238E27FC236}">
                    <a16:creationId xmlns:a16="http://schemas.microsoft.com/office/drawing/2014/main" id="{9BD991B6-1640-7D31-FFD1-B16409406CE2}"/>
                  </a:ext>
                </a:extLst>
              </p:cNvPr>
              <p:cNvSpPr/>
              <p:nvPr/>
            </p:nvSpPr>
            <p:spPr>
              <a:xfrm>
                <a:off x="6181391" y="4453791"/>
                <a:ext cx="82440" cy="85692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Oval 68">
                <a:extLst>
                  <a:ext uri="{FF2B5EF4-FFF2-40B4-BE49-F238E27FC236}">
                    <a16:creationId xmlns:a16="http://schemas.microsoft.com/office/drawing/2014/main" id="{6599F528-31E0-DA25-DC56-D383181836D0}"/>
                  </a:ext>
                </a:extLst>
              </p:cNvPr>
              <p:cNvSpPr/>
              <p:nvPr/>
            </p:nvSpPr>
            <p:spPr>
              <a:xfrm>
                <a:off x="6282810" y="5283205"/>
                <a:ext cx="82440" cy="85692"/>
              </a:xfrm>
              <a:prstGeom prst="ellipse">
                <a:avLst/>
              </a:prstGeom>
              <a:solidFill>
                <a:srgbClr val="04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Oval 69">
                <a:extLst>
                  <a:ext uri="{FF2B5EF4-FFF2-40B4-BE49-F238E27FC236}">
                    <a16:creationId xmlns:a16="http://schemas.microsoft.com/office/drawing/2014/main" id="{7B8C0F24-3E62-298F-9703-CCDE6B725789}"/>
                  </a:ext>
                </a:extLst>
              </p:cNvPr>
              <p:cNvSpPr/>
              <p:nvPr/>
            </p:nvSpPr>
            <p:spPr>
              <a:xfrm>
                <a:off x="6095251" y="4610809"/>
                <a:ext cx="82440" cy="85692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Oval 70">
                <a:extLst>
                  <a:ext uri="{FF2B5EF4-FFF2-40B4-BE49-F238E27FC236}">
                    <a16:creationId xmlns:a16="http://schemas.microsoft.com/office/drawing/2014/main" id="{1AD13EE7-7254-118B-45D7-494AB961497B}"/>
                  </a:ext>
                </a:extLst>
              </p:cNvPr>
              <p:cNvSpPr/>
              <p:nvPr/>
            </p:nvSpPr>
            <p:spPr>
              <a:xfrm>
                <a:off x="6177690" y="4505993"/>
                <a:ext cx="82440" cy="85692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Oval 71">
                <a:extLst>
                  <a:ext uri="{FF2B5EF4-FFF2-40B4-BE49-F238E27FC236}">
                    <a16:creationId xmlns:a16="http://schemas.microsoft.com/office/drawing/2014/main" id="{6F6E06A8-1615-7C34-E487-2B5444193476}"/>
                  </a:ext>
                </a:extLst>
              </p:cNvPr>
              <p:cNvSpPr/>
              <p:nvPr/>
            </p:nvSpPr>
            <p:spPr>
              <a:xfrm>
                <a:off x="6079375" y="4956369"/>
                <a:ext cx="82440" cy="85692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Oval 72">
                <a:extLst>
                  <a:ext uri="{FF2B5EF4-FFF2-40B4-BE49-F238E27FC236}">
                    <a16:creationId xmlns:a16="http://schemas.microsoft.com/office/drawing/2014/main" id="{1D925528-3BE1-0B49-933F-B0109C7447FA}"/>
                  </a:ext>
                </a:extLst>
              </p:cNvPr>
              <p:cNvSpPr/>
              <p:nvPr/>
            </p:nvSpPr>
            <p:spPr>
              <a:xfrm>
                <a:off x="6231576" y="4855382"/>
                <a:ext cx="82440" cy="85692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Oval 73">
                <a:extLst>
                  <a:ext uri="{FF2B5EF4-FFF2-40B4-BE49-F238E27FC236}">
                    <a16:creationId xmlns:a16="http://schemas.microsoft.com/office/drawing/2014/main" id="{2CC15606-8C44-1BA6-46A4-47049912707D}"/>
                  </a:ext>
                </a:extLst>
              </p:cNvPr>
              <p:cNvSpPr/>
              <p:nvPr/>
            </p:nvSpPr>
            <p:spPr>
              <a:xfrm>
                <a:off x="6317367" y="5319854"/>
                <a:ext cx="82440" cy="85692"/>
              </a:xfrm>
              <a:prstGeom prst="ellipse">
                <a:avLst/>
              </a:prstGeom>
              <a:solidFill>
                <a:srgbClr val="04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Oval 74">
                <a:extLst>
                  <a:ext uri="{FF2B5EF4-FFF2-40B4-BE49-F238E27FC236}">
                    <a16:creationId xmlns:a16="http://schemas.microsoft.com/office/drawing/2014/main" id="{67CD7D14-F1E7-FBAA-2DB7-BB5CF3FB9D15}"/>
                  </a:ext>
                </a:extLst>
              </p:cNvPr>
              <p:cNvSpPr/>
              <p:nvPr/>
            </p:nvSpPr>
            <p:spPr>
              <a:xfrm>
                <a:off x="6167014" y="4926783"/>
                <a:ext cx="82440" cy="85692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5" name="Straight Arrow Connector 76">
                <a:extLst>
                  <a:ext uri="{FF2B5EF4-FFF2-40B4-BE49-F238E27FC236}">
                    <a16:creationId xmlns:a16="http://schemas.microsoft.com/office/drawing/2014/main" id="{C105FCF8-A79E-BA40-4C64-67BCA56A92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31174" y="3418812"/>
                <a:ext cx="0" cy="238399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77">
                <a:extLst>
                  <a:ext uri="{FF2B5EF4-FFF2-40B4-BE49-F238E27FC236}">
                    <a16:creationId xmlns:a16="http://schemas.microsoft.com/office/drawing/2014/main" id="{CC03D3BA-93BA-E9DC-6F67-CF09ADDB0A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6045" y="5561825"/>
                <a:ext cx="224933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BFBF80B2-702C-317E-4E6B-78E49B253B8F}"/>
                      </a:ext>
                    </a:extLst>
                  </p:cNvPr>
                  <p:cNvSpPr txBox="1"/>
                  <p:nvPr/>
                </p:nvSpPr>
                <p:spPr>
                  <a:xfrm>
                    <a:off x="5134008" y="3441089"/>
                    <a:ext cx="45794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BFBF80B2-702C-317E-4E6B-78E49B253B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4008" y="3441089"/>
                    <a:ext cx="457946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6667" r="-2667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6F470CD8-7BE9-4E8A-2A71-39F3434756E1}"/>
                      </a:ext>
                    </a:extLst>
                  </p:cNvPr>
                  <p:cNvSpPr txBox="1"/>
                  <p:nvPr/>
                </p:nvSpPr>
                <p:spPr>
                  <a:xfrm>
                    <a:off x="7387792" y="5509795"/>
                    <a:ext cx="26238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08서울남산체 B" panose="02020603020101020101" pitchFamily="18" charset="-127"/>
                                  <a:cs typeface="Times New Roman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600" dirty="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endParaRPr>
                  </a:p>
                </p:txBody>
              </p:sp>
            </mc:Choice>
            <mc:Fallback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6F470CD8-7BE9-4E8A-2A71-39F3434756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87792" y="5509795"/>
                    <a:ext cx="262380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628" r="-2326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9" name="Oval 49">
                <a:extLst>
                  <a:ext uri="{FF2B5EF4-FFF2-40B4-BE49-F238E27FC236}">
                    <a16:creationId xmlns:a16="http://schemas.microsoft.com/office/drawing/2014/main" id="{59B615E3-F2AD-2EA6-7FDC-C07105DED444}"/>
                  </a:ext>
                </a:extLst>
              </p:cNvPr>
              <p:cNvSpPr/>
              <p:nvPr/>
            </p:nvSpPr>
            <p:spPr>
              <a:xfrm>
                <a:off x="6016870" y="4011906"/>
                <a:ext cx="82440" cy="8569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Oval 61">
                <a:extLst>
                  <a:ext uri="{FF2B5EF4-FFF2-40B4-BE49-F238E27FC236}">
                    <a16:creationId xmlns:a16="http://schemas.microsoft.com/office/drawing/2014/main" id="{2A4E08A3-82CC-54CF-3CF6-BB1D6D86AD48}"/>
                  </a:ext>
                </a:extLst>
              </p:cNvPr>
              <p:cNvSpPr/>
              <p:nvPr/>
            </p:nvSpPr>
            <p:spPr>
              <a:xfrm>
                <a:off x="6173591" y="3972279"/>
                <a:ext cx="82440" cy="8569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Oval 70">
                <a:extLst>
                  <a:ext uri="{FF2B5EF4-FFF2-40B4-BE49-F238E27FC236}">
                    <a16:creationId xmlns:a16="http://schemas.microsoft.com/office/drawing/2014/main" id="{A2C7E507-C525-7FE6-C068-D0FD65682630}"/>
                  </a:ext>
                </a:extLst>
              </p:cNvPr>
              <p:cNvSpPr/>
              <p:nvPr/>
            </p:nvSpPr>
            <p:spPr>
              <a:xfrm>
                <a:off x="6006300" y="3971448"/>
                <a:ext cx="82440" cy="8569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Oval 54">
                <a:extLst>
                  <a:ext uri="{FF2B5EF4-FFF2-40B4-BE49-F238E27FC236}">
                    <a16:creationId xmlns:a16="http://schemas.microsoft.com/office/drawing/2014/main" id="{33C77E41-3AE6-2F78-A051-B2111EC164EA}"/>
                  </a:ext>
                </a:extLst>
              </p:cNvPr>
              <p:cNvSpPr/>
              <p:nvPr/>
            </p:nvSpPr>
            <p:spPr>
              <a:xfrm>
                <a:off x="5900385" y="4313385"/>
                <a:ext cx="82440" cy="8569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Oval 56">
                <a:extLst>
                  <a:ext uri="{FF2B5EF4-FFF2-40B4-BE49-F238E27FC236}">
                    <a16:creationId xmlns:a16="http://schemas.microsoft.com/office/drawing/2014/main" id="{F5572396-25F8-E9A7-03BD-F61065341447}"/>
                  </a:ext>
                </a:extLst>
              </p:cNvPr>
              <p:cNvSpPr/>
              <p:nvPr/>
            </p:nvSpPr>
            <p:spPr>
              <a:xfrm>
                <a:off x="5854479" y="4285223"/>
                <a:ext cx="82440" cy="8569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Oval 60">
                <a:extLst>
                  <a:ext uri="{FF2B5EF4-FFF2-40B4-BE49-F238E27FC236}">
                    <a16:creationId xmlns:a16="http://schemas.microsoft.com/office/drawing/2014/main" id="{E2E89D6D-7ED6-1A40-0617-B9EB98773DC3}"/>
                  </a:ext>
                </a:extLst>
              </p:cNvPr>
              <p:cNvSpPr/>
              <p:nvPr/>
            </p:nvSpPr>
            <p:spPr>
              <a:xfrm>
                <a:off x="5922936" y="4254977"/>
                <a:ext cx="82440" cy="85692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Oval 56">
                <a:extLst>
                  <a:ext uri="{FF2B5EF4-FFF2-40B4-BE49-F238E27FC236}">
                    <a16:creationId xmlns:a16="http://schemas.microsoft.com/office/drawing/2014/main" id="{BBD86CA2-2110-22B8-D50D-7216DE9E550B}"/>
                  </a:ext>
                </a:extLst>
              </p:cNvPr>
              <p:cNvSpPr/>
              <p:nvPr/>
            </p:nvSpPr>
            <p:spPr>
              <a:xfrm>
                <a:off x="6437043" y="4233113"/>
                <a:ext cx="82440" cy="85692"/>
              </a:xfrm>
              <a:prstGeom prst="ellipse">
                <a:avLst/>
              </a:prstGeom>
              <a:solidFill>
                <a:srgbClr val="04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Oval 60">
                <a:extLst>
                  <a:ext uri="{FF2B5EF4-FFF2-40B4-BE49-F238E27FC236}">
                    <a16:creationId xmlns:a16="http://schemas.microsoft.com/office/drawing/2014/main" id="{84654ABE-38B1-F3C0-69E6-9F07A464974F}"/>
                  </a:ext>
                </a:extLst>
              </p:cNvPr>
              <p:cNvSpPr/>
              <p:nvPr/>
            </p:nvSpPr>
            <p:spPr>
              <a:xfrm>
                <a:off x="6505500" y="4202867"/>
                <a:ext cx="82440" cy="85692"/>
              </a:xfrm>
              <a:prstGeom prst="ellipse">
                <a:avLst/>
              </a:prstGeom>
              <a:solidFill>
                <a:srgbClr val="0433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Oval 51">
                <a:extLst>
                  <a:ext uri="{FF2B5EF4-FFF2-40B4-BE49-F238E27FC236}">
                    <a16:creationId xmlns:a16="http://schemas.microsoft.com/office/drawing/2014/main" id="{8BB0E705-F5F1-8876-C996-512BDAEC9514}"/>
                  </a:ext>
                </a:extLst>
              </p:cNvPr>
              <p:cNvSpPr/>
              <p:nvPr/>
            </p:nvSpPr>
            <p:spPr>
              <a:xfrm>
                <a:off x="5859849" y="4739882"/>
                <a:ext cx="82440" cy="8569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Oval 63">
                <a:extLst>
                  <a:ext uri="{FF2B5EF4-FFF2-40B4-BE49-F238E27FC236}">
                    <a16:creationId xmlns:a16="http://schemas.microsoft.com/office/drawing/2014/main" id="{00CFDCCF-646B-9DAA-0D2D-A3BEB2D42DF3}"/>
                  </a:ext>
                </a:extLst>
              </p:cNvPr>
              <p:cNvSpPr/>
              <p:nvPr/>
            </p:nvSpPr>
            <p:spPr>
              <a:xfrm>
                <a:off x="5952918" y="4788121"/>
                <a:ext cx="82440" cy="8569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Oval 71">
                <a:extLst>
                  <a:ext uri="{FF2B5EF4-FFF2-40B4-BE49-F238E27FC236}">
                    <a16:creationId xmlns:a16="http://schemas.microsoft.com/office/drawing/2014/main" id="{44AD91D9-7152-6F79-8F21-CA40B5A5396F}"/>
                  </a:ext>
                </a:extLst>
              </p:cNvPr>
              <p:cNvSpPr/>
              <p:nvPr/>
            </p:nvSpPr>
            <p:spPr>
              <a:xfrm>
                <a:off x="5768462" y="4783541"/>
                <a:ext cx="82440" cy="8569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Oval 52">
                <a:extLst>
                  <a:ext uri="{FF2B5EF4-FFF2-40B4-BE49-F238E27FC236}">
                    <a16:creationId xmlns:a16="http://schemas.microsoft.com/office/drawing/2014/main" id="{BF4AD75E-B2D3-C353-7427-3A167057AB60}"/>
                  </a:ext>
                </a:extLst>
              </p:cNvPr>
              <p:cNvSpPr/>
              <p:nvPr/>
            </p:nvSpPr>
            <p:spPr>
              <a:xfrm>
                <a:off x="5793315" y="5241120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Oval 54">
                <a:extLst>
                  <a:ext uri="{FF2B5EF4-FFF2-40B4-BE49-F238E27FC236}">
                    <a16:creationId xmlns:a16="http://schemas.microsoft.com/office/drawing/2014/main" id="{E86AC621-7574-1FF4-9DC6-4555557FAF3B}"/>
                  </a:ext>
                </a:extLst>
              </p:cNvPr>
              <p:cNvSpPr/>
              <p:nvPr/>
            </p:nvSpPr>
            <p:spPr>
              <a:xfrm>
                <a:off x="5940444" y="5312451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2" name="Oval 55">
                <a:extLst>
                  <a:ext uri="{FF2B5EF4-FFF2-40B4-BE49-F238E27FC236}">
                    <a16:creationId xmlns:a16="http://schemas.microsoft.com/office/drawing/2014/main" id="{DDE5DE38-1129-A999-0BAE-CA3F28617D92}"/>
                  </a:ext>
                </a:extLst>
              </p:cNvPr>
              <p:cNvSpPr/>
              <p:nvPr/>
            </p:nvSpPr>
            <p:spPr>
              <a:xfrm>
                <a:off x="5804751" y="5186209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Oval 56">
                <a:extLst>
                  <a:ext uri="{FF2B5EF4-FFF2-40B4-BE49-F238E27FC236}">
                    <a16:creationId xmlns:a16="http://schemas.microsoft.com/office/drawing/2014/main" id="{9F6A8E85-DB7A-8F9A-8844-904E28B9E7C9}"/>
                  </a:ext>
                </a:extLst>
              </p:cNvPr>
              <p:cNvSpPr/>
              <p:nvPr/>
            </p:nvSpPr>
            <p:spPr>
              <a:xfrm>
                <a:off x="5894538" y="5284289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Oval 57">
                <a:extLst>
                  <a:ext uri="{FF2B5EF4-FFF2-40B4-BE49-F238E27FC236}">
                    <a16:creationId xmlns:a16="http://schemas.microsoft.com/office/drawing/2014/main" id="{6A65AA00-558B-34FC-D4EF-1C04A6B2DF5D}"/>
                  </a:ext>
                </a:extLst>
              </p:cNvPr>
              <p:cNvSpPr/>
              <p:nvPr/>
            </p:nvSpPr>
            <p:spPr>
              <a:xfrm>
                <a:off x="5793315" y="5371774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Oval 59">
                <a:extLst>
                  <a:ext uri="{FF2B5EF4-FFF2-40B4-BE49-F238E27FC236}">
                    <a16:creationId xmlns:a16="http://schemas.microsoft.com/office/drawing/2014/main" id="{32363BAF-12F5-748F-C5D3-0EE93051D8E2}"/>
                  </a:ext>
                </a:extLst>
              </p:cNvPr>
              <p:cNvSpPr/>
              <p:nvPr/>
            </p:nvSpPr>
            <p:spPr>
              <a:xfrm>
                <a:off x="5798561" y="5169581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6" name="Oval 60">
                <a:extLst>
                  <a:ext uri="{FF2B5EF4-FFF2-40B4-BE49-F238E27FC236}">
                    <a16:creationId xmlns:a16="http://schemas.microsoft.com/office/drawing/2014/main" id="{0AFF1D74-D7EB-60FB-78B1-B7B7409105E5}"/>
                  </a:ext>
                </a:extLst>
              </p:cNvPr>
              <p:cNvSpPr/>
              <p:nvPr/>
            </p:nvSpPr>
            <p:spPr>
              <a:xfrm>
                <a:off x="5962995" y="5254043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7" name="Oval 62">
                <a:extLst>
                  <a:ext uri="{FF2B5EF4-FFF2-40B4-BE49-F238E27FC236}">
                    <a16:creationId xmlns:a16="http://schemas.microsoft.com/office/drawing/2014/main" id="{1DA778F5-C126-8261-F655-1575F6B1D40F}"/>
                  </a:ext>
                </a:extLst>
              </p:cNvPr>
              <p:cNvSpPr/>
              <p:nvPr/>
            </p:nvSpPr>
            <p:spPr>
              <a:xfrm>
                <a:off x="5812098" y="5374219"/>
                <a:ext cx="82440" cy="85692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8" name="Oval 51">
                <a:extLst>
                  <a:ext uri="{FF2B5EF4-FFF2-40B4-BE49-F238E27FC236}">
                    <a16:creationId xmlns:a16="http://schemas.microsoft.com/office/drawing/2014/main" id="{31936FF1-0253-68A4-9F5F-8AD913023172}"/>
                  </a:ext>
                </a:extLst>
              </p:cNvPr>
              <p:cNvSpPr/>
              <p:nvPr/>
            </p:nvSpPr>
            <p:spPr>
              <a:xfrm>
                <a:off x="6531859" y="4882543"/>
                <a:ext cx="82440" cy="8569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9" name="Oval 63">
                <a:extLst>
                  <a:ext uri="{FF2B5EF4-FFF2-40B4-BE49-F238E27FC236}">
                    <a16:creationId xmlns:a16="http://schemas.microsoft.com/office/drawing/2014/main" id="{0A1CF73A-9D69-157B-7AB6-637E3B30A06C}"/>
                  </a:ext>
                </a:extLst>
              </p:cNvPr>
              <p:cNvSpPr/>
              <p:nvPr/>
            </p:nvSpPr>
            <p:spPr>
              <a:xfrm>
                <a:off x="6624928" y="4930782"/>
                <a:ext cx="82440" cy="8569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0" name="Oval 72">
                <a:extLst>
                  <a:ext uri="{FF2B5EF4-FFF2-40B4-BE49-F238E27FC236}">
                    <a16:creationId xmlns:a16="http://schemas.microsoft.com/office/drawing/2014/main" id="{97DFBB15-D31C-D046-C896-7EA947323848}"/>
                  </a:ext>
                </a:extLst>
              </p:cNvPr>
              <p:cNvSpPr/>
              <p:nvPr/>
            </p:nvSpPr>
            <p:spPr>
              <a:xfrm>
                <a:off x="6592673" y="4825215"/>
                <a:ext cx="82440" cy="8569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1" name="Oval 49">
                <a:extLst>
                  <a:ext uri="{FF2B5EF4-FFF2-40B4-BE49-F238E27FC236}">
                    <a16:creationId xmlns:a16="http://schemas.microsoft.com/office/drawing/2014/main" id="{C2F762DE-7871-550A-B3D7-F57F1838A60E}"/>
                  </a:ext>
                </a:extLst>
              </p:cNvPr>
              <p:cNvSpPr/>
              <p:nvPr/>
            </p:nvSpPr>
            <p:spPr>
              <a:xfrm>
                <a:off x="6619107" y="3978282"/>
                <a:ext cx="82440" cy="85692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2" name="Oval 61">
                <a:extLst>
                  <a:ext uri="{FF2B5EF4-FFF2-40B4-BE49-F238E27FC236}">
                    <a16:creationId xmlns:a16="http://schemas.microsoft.com/office/drawing/2014/main" id="{5AD41C82-98B8-EBA3-F03F-E3BEC8B19DDF}"/>
                  </a:ext>
                </a:extLst>
              </p:cNvPr>
              <p:cNvSpPr/>
              <p:nvPr/>
            </p:nvSpPr>
            <p:spPr>
              <a:xfrm>
                <a:off x="6775828" y="3938655"/>
                <a:ext cx="82440" cy="85692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Oval 70">
                <a:extLst>
                  <a:ext uri="{FF2B5EF4-FFF2-40B4-BE49-F238E27FC236}">
                    <a16:creationId xmlns:a16="http://schemas.microsoft.com/office/drawing/2014/main" id="{AA116665-6551-57C9-CA6C-AAE32C222D6C}"/>
                  </a:ext>
                </a:extLst>
              </p:cNvPr>
              <p:cNvSpPr/>
              <p:nvPr/>
            </p:nvSpPr>
            <p:spPr>
              <a:xfrm>
                <a:off x="6608537" y="3937824"/>
                <a:ext cx="82440" cy="85692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Oval 63">
                <a:extLst>
                  <a:ext uri="{FF2B5EF4-FFF2-40B4-BE49-F238E27FC236}">
                    <a16:creationId xmlns:a16="http://schemas.microsoft.com/office/drawing/2014/main" id="{AB34DCD8-9FD2-B60A-FDF9-3A3BAC38C739}"/>
                  </a:ext>
                </a:extLst>
              </p:cNvPr>
              <p:cNvSpPr/>
              <p:nvPr/>
            </p:nvSpPr>
            <p:spPr>
              <a:xfrm>
                <a:off x="5852566" y="4839221"/>
                <a:ext cx="82440" cy="8569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Oval 72">
                <a:extLst>
                  <a:ext uri="{FF2B5EF4-FFF2-40B4-BE49-F238E27FC236}">
                    <a16:creationId xmlns:a16="http://schemas.microsoft.com/office/drawing/2014/main" id="{FA5B9920-A6C4-08F9-5B9C-CCEF7A3EF409}"/>
                  </a:ext>
                </a:extLst>
              </p:cNvPr>
              <p:cNvSpPr/>
              <p:nvPr/>
            </p:nvSpPr>
            <p:spPr>
              <a:xfrm>
                <a:off x="5820311" y="4733654"/>
                <a:ext cx="82440" cy="8569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6" name="Oval 52">
                <a:extLst>
                  <a:ext uri="{FF2B5EF4-FFF2-40B4-BE49-F238E27FC236}">
                    <a16:creationId xmlns:a16="http://schemas.microsoft.com/office/drawing/2014/main" id="{BCA6FB95-91AF-F2D5-7429-8FF3080D02F1}"/>
                  </a:ext>
                </a:extLst>
              </p:cNvPr>
              <p:cNvSpPr/>
              <p:nvPr/>
            </p:nvSpPr>
            <p:spPr>
              <a:xfrm>
                <a:off x="6673815" y="4464728"/>
                <a:ext cx="82440" cy="85692"/>
              </a:xfrm>
              <a:prstGeom prst="ellipse">
                <a:avLst/>
              </a:prstGeom>
              <a:solidFill>
                <a:srgbClr val="66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7" name="Oval 55">
                <a:extLst>
                  <a:ext uri="{FF2B5EF4-FFF2-40B4-BE49-F238E27FC236}">
                    <a16:creationId xmlns:a16="http://schemas.microsoft.com/office/drawing/2014/main" id="{E0C1CB53-BAA2-FF71-8499-8E41688E3708}"/>
                  </a:ext>
                </a:extLst>
              </p:cNvPr>
              <p:cNvSpPr/>
              <p:nvPr/>
            </p:nvSpPr>
            <p:spPr>
              <a:xfrm>
                <a:off x="6685251" y="4409817"/>
                <a:ext cx="82440" cy="85692"/>
              </a:xfrm>
              <a:prstGeom prst="ellipse">
                <a:avLst/>
              </a:prstGeom>
              <a:solidFill>
                <a:srgbClr val="66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8" name="Oval 56">
                <a:extLst>
                  <a:ext uri="{FF2B5EF4-FFF2-40B4-BE49-F238E27FC236}">
                    <a16:creationId xmlns:a16="http://schemas.microsoft.com/office/drawing/2014/main" id="{B635C8AC-4FFC-1C51-1C5D-5C54E32715FD}"/>
                  </a:ext>
                </a:extLst>
              </p:cNvPr>
              <p:cNvSpPr/>
              <p:nvPr/>
            </p:nvSpPr>
            <p:spPr>
              <a:xfrm>
                <a:off x="6775038" y="4507897"/>
                <a:ext cx="82440" cy="85692"/>
              </a:xfrm>
              <a:prstGeom prst="ellipse">
                <a:avLst/>
              </a:prstGeom>
              <a:solidFill>
                <a:srgbClr val="66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9" name="Oval 59">
                <a:extLst>
                  <a:ext uri="{FF2B5EF4-FFF2-40B4-BE49-F238E27FC236}">
                    <a16:creationId xmlns:a16="http://schemas.microsoft.com/office/drawing/2014/main" id="{8B246A46-C8ED-32D0-0A3A-31D933599E0C}"/>
                  </a:ext>
                </a:extLst>
              </p:cNvPr>
              <p:cNvSpPr/>
              <p:nvPr/>
            </p:nvSpPr>
            <p:spPr>
              <a:xfrm>
                <a:off x="6679061" y="4393189"/>
                <a:ext cx="82440" cy="85692"/>
              </a:xfrm>
              <a:prstGeom prst="ellipse">
                <a:avLst/>
              </a:prstGeom>
              <a:solidFill>
                <a:srgbClr val="66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0" name="Oval 60">
                <a:extLst>
                  <a:ext uri="{FF2B5EF4-FFF2-40B4-BE49-F238E27FC236}">
                    <a16:creationId xmlns:a16="http://schemas.microsoft.com/office/drawing/2014/main" id="{7846015C-3F4E-3B9E-36A2-86AF159DF7C0}"/>
                  </a:ext>
                </a:extLst>
              </p:cNvPr>
              <p:cNvSpPr/>
              <p:nvPr/>
            </p:nvSpPr>
            <p:spPr>
              <a:xfrm>
                <a:off x="6843495" y="4477651"/>
                <a:ext cx="82440" cy="85692"/>
              </a:xfrm>
              <a:prstGeom prst="ellipse">
                <a:avLst/>
              </a:prstGeom>
              <a:solidFill>
                <a:srgbClr val="66FF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Oval 50">
                <a:extLst>
                  <a:ext uri="{FF2B5EF4-FFF2-40B4-BE49-F238E27FC236}">
                    <a16:creationId xmlns:a16="http://schemas.microsoft.com/office/drawing/2014/main" id="{048B2A00-B044-0DCF-D9C0-AAEA823C8551}"/>
                  </a:ext>
                </a:extLst>
              </p:cNvPr>
              <p:cNvSpPr/>
              <p:nvPr/>
            </p:nvSpPr>
            <p:spPr>
              <a:xfrm>
                <a:off x="7074505" y="4820376"/>
                <a:ext cx="82440" cy="856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Oval 53">
                <a:extLst>
                  <a:ext uri="{FF2B5EF4-FFF2-40B4-BE49-F238E27FC236}">
                    <a16:creationId xmlns:a16="http://schemas.microsoft.com/office/drawing/2014/main" id="{B066749B-7683-5EA3-29D1-32BE4BF6EC49}"/>
                  </a:ext>
                </a:extLst>
              </p:cNvPr>
              <p:cNvSpPr/>
              <p:nvPr/>
            </p:nvSpPr>
            <p:spPr>
              <a:xfrm>
                <a:off x="7045225" y="4868048"/>
                <a:ext cx="82440" cy="856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Oval 57">
                <a:extLst>
                  <a:ext uri="{FF2B5EF4-FFF2-40B4-BE49-F238E27FC236}">
                    <a16:creationId xmlns:a16="http://schemas.microsoft.com/office/drawing/2014/main" id="{66CBA6F2-C175-A21A-23D6-303DE15A8BDF}"/>
                  </a:ext>
                </a:extLst>
              </p:cNvPr>
              <p:cNvSpPr/>
              <p:nvPr/>
            </p:nvSpPr>
            <p:spPr>
              <a:xfrm>
                <a:off x="7150272" y="4782728"/>
                <a:ext cx="82440" cy="856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" name="Oval 62">
                <a:extLst>
                  <a:ext uri="{FF2B5EF4-FFF2-40B4-BE49-F238E27FC236}">
                    <a16:creationId xmlns:a16="http://schemas.microsoft.com/office/drawing/2014/main" id="{49D17438-7478-344A-CCA5-7158891605B3}"/>
                  </a:ext>
                </a:extLst>
              </p:cNvPr>
              <p:cNvSpPr/>
              <p:nvPr/>
            </p:nvSpPr>
            <p:spPr>
              <a:xfrm>
                <a:off x="7169055" y="4785173"/>
                <a:ext cx="82440" cy="856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5" name="Oval 65">
                <a:extLst>
                  <a:ext uri="{FF2B5EF4-FFF2-40B4-BE49-F238E27FC236}">
                    <a16:creationId xmlns:a16="http://schemas.microsoft.com/office/drawing/2014/main" id="{943C41AB-9396-B6A8-5993-E18A6FA59DC6}"/>
                  </a:ext>
                </a:extLst>
              </p:cNvPr>
              <p:cNvSpPr/>
              <p:nvPr/>
            </p:nvSpPr>
            <p:spPr>
              <a:xfrm>
                <a:off x="7085960" y="4830863"/>
                <a:ext cx="82440" cy="856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" name="Oval 66">
                <a:extLst>
                  <a:ext uri="{FF2B5EF4-FFF2-40B4-BE49-F238E27FC236}">
                    <a16:creationId xmlns:a16="http://schemas.microsoft.com/office/drawing/2014/main" id="{2B85F9AC-2881-EF50-09A7-2120771E16AA}"/>
                  </a:ext>
                </a:extLst>
              </p:cNvPr>
              <p:cNvSpPr/>
              <p:nvPr/>
            </p:nvSpPr>
            <p:spPr>
              <a:xfrm>
                <a:off x="7184861" y="4873813"/>
                <a:ext cx="82440" cy="85692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7" name="Oval 54">
                <a:extLst>
                  <a:ext uri="{FF2B5EF4-FFF2-40B4-BE49-F238E27FC236}">
                    <a16:creationId xmlns:a16="http://schemas.microsoft.com/office/drawing/2014/main" id="{F5C17516-951C-B2FE-FB09-5C56BB38574A}"/>
                  </a:ext>
                </a:extLst>
              </p:cNvPr>
              <p:cNvSpPr/>
              <p:nvPr/>
            </p:nvSpPr>
            <p:spPr>
              <a:xfrm>
                <a:off x="7063357" y="5224007"/>
                <a:ext cx="82440" cy="8569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Oval 51">
                <a:extLst>
                  <a:ext uri="{FF2B5EF4-FFF2-40B4-BE49-F238E27FC236}">
                    <a16:creationId xmlns:a16="http://schemas.microsoft.com/office/drawing/2014/main" id="{A4D754EE-2F2E-EB6F-2924-1CA9FF2D9153}"/>
                  </a:ext>
                </a:extLst>
              </p:cNvPr>
              <p:cNvSpPr/>
              <p:nvPr/>
            </p:nvSpPr>
            <p:spPr>
              <a:xfrm>
                <a:off x="6983926" y="5286414"/>
                <a:ext cx="82440" cy="8569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Oval 63">
                <a:extLst>
                  <a:ext uri="{FF2B5EF4-FFF2-40B4-BE49-F238E27FC236}">
                    <a16:creationId xmlns:a16="http://schemas.microsoft.com/office/drawing/2014/main" id="{318C244A-24D6-7DD4-EDCB-1D4D647CBE32}"/>
                  </a:ext>
                </a:extLst>
              </p:cNvPr>
              <p:cNvSpPr/>
              <p:nvPr/>
            </p:nvSpPr>
            <p:spPr>
              <a:xfrm>
                <a:off x="7076995" y="5334653"/>
                <a:ext cx="82440" cy="8569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Oval 72">
                <a:extLst>
                  <a:ext uri="{FF2B5EF4-FFF2-40B4-BE49-F238E27FC236}">
                    <a16:creationId xmlns:a16="http://schemas.microsoft.com/office/drawing/2014/main" id="{A8416987-758D-5460-E7AE-C9F5141DFCCB}"/>
                  </a:ext>
                </a:extLst>
              </p:cNvPr>
              <p:cNvSpPr/>
              <p:nvPr/>
            </p:nvSpPr>
            <p:spPr>
              <a:xfrm>
                <a:off x="7044740" y="5229086"/>
                <a:ext cx="82440" cy="8569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F2E2171-2CB3-5923-93C9-D23DA92792D2}"/>
                </a:ext>
              </a:extLst>
            </p:cNvPr>
            <p:cNvSpPr txBox="1"/>
            <p:nvPr/>
          </p:nvSpPr>
          <p:spPr>
            <a:xfrm>
              <a:off x="32321" y="6172664"/>
              <a:ext cx="35179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Simplified normal class distribution </a:t>
              </a:r>
              <a:b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</a:br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after training 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pic>
        <p:nvPicPr>
          <p:cNvPr id="164" name="그림 163">
            <a:extLst>
              <a:ext uri="{FF2B5EF4-FFF2-40B4-BE49-F238E27FC236}">
                <a16:creationId xmlns:a16="http://schemas.microsoft.com/office/drawing/2014/main" id="{EFF4BE6E-40FB-05A1-4CA1-280FCD514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844" y="5482824"/>
            <a:ext cx="3814461" cy="604326"/>
          </a:xfrm>
          <a:prstGeom prst="rect">
            <a:avLst/>
          </a:prstGeom>
        </p:spPr>
      </p:pic>
      <p:pic>
        <p:nvPicPr>
          <p:cNvPr id="166" name="그림 165">
            <a:extLst>
              <a:ext uri="{FF2B5EF4-FFF2-40B4-BE49-F238E27FC236}">
                <a16:creationId xmlns:a16="http://schemas.microsoft.com/office/drawing/2014/main" id="{5472ECF8-A4F6-4F07-7407-46FD42AD6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050" y="4548063"/>
            <a:ext cx="3229216" cy="386021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8DF3D76B-1718-50F4-9296-946B11297355}"/>
              </a:ext>
            </a:extLst>
          </p:cNvPr>
          <p:cNvSpPr txBox="1"/>
          <p:nvPr/>
        </p:nvSpPr>
        <p:spPr>
          <a:xfrm>
            <a:off x="1595436" y="3424738"/>
            <a:ext cx="946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Input 1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50CADA7-7F1E-A970-EB8E-002ED3117106}"/>
              </a:ext>
            </a:extLst>
          </p:cNvPr>
          <p:cNvSpPr txBox="1"/>
          <p:nvPr/>
        </p:nvSpPr>
        <p:spPr>
          <a:xfrm>
            <a:off x="3525085" y="3821466"/>
            <a:ext cx="946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Input 2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760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C1FEE-1012-1E6B-4EC9-DC9145A0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Unsupervised Outlier Detection with SSD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171D5-84AD-E7ED-F093-A2131F26F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Choice of distance metric</a:t>
            </a:r>
          </a:p>
          <a:p>
            <a:pPr lvl="1"/>
            <a:r>
              <a:rPr lang="en-US" altLang="ko-KR" dirty="0" err="1"/>
              <a:t>Mahalanobis</a:t>
            </a:r>
            <a:r>
              <a:rPr lang="en-US" altLang="ko-KR" dirty="0"/>
              <a:t> distance</a:t>
            </a:r>
          </a:p>
          <a:p>
            <a:pPr lvl="2"/>
            <a:r>
              <a:rPr lang="en-US" altLang="ko-KR" dirty="0"/>
              <a:t>With </a:t>
            </a:r>
            <a:r>
              <a:rPr lang="en-US" altLang="ko-KR" dirty="0" err="1"/>
              <a:t>euclidean</a:t>
            </a:r>
            <a:r>
              <a:rPr lang="en-US" altLang="ko-KR" dirty="0"/>
              <a:t> distance, i.e., in absence of scaling, components with higher eigenvalues have more weight but provide least discrimination. Scaling with eigenvalues removes the bias, making </a:t>
            </a:r>
            <a:r>
              <a:rPr lang="en-US" altLang="ko-KR" dirty="0" err="1"/>
              <a:t>Mahalnobis</a:t>
            </a:r>
            <a:r>
              <a:rPr lang="en-US" altLang="ko-KR" dirty="0"/>
              <a:t> distance effective for outlier detection in the feature space.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3076D-2AF7-9A3B-D4B1-A686AB389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C3E6EA-C04B-1CC6-C20E-0A62777D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55" y="3393559"/>
            <a:ext cx="2562861" cy="30250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BA442A-40CF-453E-13AD-4E4001A9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3236253"/>
            <a:ext cx="5002909" cy="28588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5DB63D-E054-0764-E2D9-52A097FE5F27}"/>
              </a:ext>
            </a:extLst>
          </p:cNvPr>
          <p:cNvSpPr txBox="1"/>
          <p:nvPr/>
        </p:nvSpPr>
        <p:spPr>
          <a:xfrm>
            <a:off x="5070846" y="6363505"/>
            <a:ext cx="462652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https://www.researchgate.net/figure/Concept-of-Mahalanobis-distance-MD_fig7_277670816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B7223-2963-0397-A21B-260E4FDB60FB}"/>
              </a:ext>
            </a:extLst>
          </p:cNvPr>
          <p:cNvSpPr txBox="1"/>
          <p:nvPr/>
        </p:nvSpPr>
        <p:spPr>
          <a:xfrm>
            <a:off x="4572000" y="6087676"/>
            <a:ext cx="3517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Concept of </a:t>
            </a:r>
            <a:r>
              <a:rPr lang="en-US" altLang="ko-KR" sz="1600" dirty="0" err="1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Mahalanobis</a:t>
            </a:r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Distance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38753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B32A39A-9CB4-7924-C0A6-E3225F6D64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Few-Shot OOD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𝑺𝑺𝑫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B32A39A-9CB4-7924-C0A6-E3225F6D6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88" t="-8911" b="-217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C7B549-453E-D2DD-DE7B-A9EBA8ED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One-Shot or Five-Show OOD</a:t>
            </a:r>
          </a:p>
          <a:p>
            <a:pPr lvl="1"/>
            <a:r>
              <a:rPr lang="en-US" altLang="ko-KR" dirty="0"/>
              <a:t>Refers to access to only one and fives samples, from each class of the targeted OOD dataset, respectively</a:t>
            </a:r>
          </a:p>
          <a:p>
            <a:pPr lvl="1"/>
            <a:r>
              <a:rPr lang="en-US" altLang="ko-KR" dirty="0"/>
              <a:t>Outlier Score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Shrunk covariance estimators and data augmentation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BF56E-DE61-B35D-4E7E-56807463E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E8D749-8CE6-DF3A-6843-05DEF0C9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52656"/>
            <a:ext cx="7141161" cy="5956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A9643D-93B9-8D5E-4C03-9270BDD2B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34" y="4398667"/>
            <a:ext cx="7213169" cy="42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5867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81F34-BAAC-59E9-F415-08A6D58D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</a:t>
            </a:r>
            <a:r>
              <a:rPr lang="ko-KR" altLang="en-US" dirty="0"/>
              <a:t> </a:t>
            </a:r>
            <a:r>
              <a:rPr lang="en-US" altLang="ko-KR" dirty="0"/>
              <a:t>to Best Use Data Labels (SSD+)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AEA436-F628-324D-9300-5A8E57B8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Incorporating labels in contrastive self-supervised training</a:t>
            </a:r>
          </a:p>
          <a:p>
            <a:pPr lvl="1"/>
            <a:r>
              <a:rPr lang="en-US" altLang="ko-KR" dirty="0"/>
              <a:t>Supervised contrastive training loss</a:t>
            </a:r>
          </a:p>
          <a:p>
            <a:pPr lvl="2"/>
            <a:r>
              <a:rPr lang="en-US" altLang="ko-KR" dirty="0"/>
              <a:t>Use images with identical labels in each batch as positives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47EE2B-607D-EAE4-10CC-6259BE55A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F2EA1-0B9F-DE05-A770-253FDD8A6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8" y="3537012"/>
            <a:ext cx="8426002" cy="149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7487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3E5F3-3611-97C9-9A8D-7CCC47E6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SSD Algorithm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391D74-BB2D-3E02-4F7A-035CE3D95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8E81AB-9A04-7A6B-A2D1-541E17138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52" y="1132668"/>
            <a:ext cx="6437886" cy="53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7882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AEFEFF8-874D-C71A-6A66-5FA31DA2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B6C9D-0C69-7E1B-BB10-727B58EE3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54C1B-00B7-314F-3D9D-9FC6102AE079}"/>
              </a:ext>
            </a:extLst>
          </p:cNvPr>
          <p:cNvSpPr txBox="1"/>
          <p:nvPr/>
        </p:nvSpPr>
        <p:spPr>
          <a:xfrm>
            <a:off x="2258736" y="2852936"/>
            <a:ext cx="4626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600" b="1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cs"/>
              </a:rPr>
              <a:t>Q &amp; A</a:t>
            </a:r>
            <a:endParaRPr lang="ko-KR" altLang="en-US" sz="9600" b="1" dirty="0"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07113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E5B12-AB45-ACBE-ED17-239A4310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C0B15E-CB3E-1DC8-ABE3-AC9105137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Comparison with unsupervised learning-based detectors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E0EC2E-22D4-C33B-8CF4-32421AC1C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799DCD-04BA-9086-7DF0-D8F8C1989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3" y="2514674"/>
            <a:ext cx="8100392" cy="256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29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E5B12-AB45-ACBE-ED17-239A4310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C0B15E-CB3E-1DC8-ABE3-AC91051374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Few-Shot OOD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𝑺𝑺𝑫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C0B15E-CB3E-1DC8-ABE3-AC91051374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2" t="-9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E0EC2E-22D4-C33B-8CF4-32421AC1C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6C877B-0D3A-DFCC-D058-B5D9F1CA2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8" y="2159724"/>
            <a:ext cx="8352420" cy="292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3854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E5B12-AB45-ACBE-ED17-239A4310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C0B15E-CB3E-1DC8-ABE3-AC9105137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Comparison with Other Networks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E0EC2E-22D4-C33B-8CF4-32421AC1C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406C4-BCF0-7051-45E1-A988C6EC9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3" y="1849482"/>
            <a:ext cx="8640452" cy="33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7539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80129-E0E9-506C-5775-7CDDB0B1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C4E4D5F-7A87-33E2-4D3B-078E5A05BB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Few-Shot OOD 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𝑺𝑺𝑫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C4E4D5F-7A87-33E2-4D3B-078E5A05B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2" t="-9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2870C3-3A10-E176-6272-2E9D444F9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7C55CE-9989-9EE4-A740-9F7BEE18A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8" y="2212610"/>
            <a:ext cx="7889973" cy="316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6841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5D3EA-72DF-FC81-F8CB-72D8B70A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and 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EDD03-8A05-AFF3-7CC7-53BCDB261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 tuning hyperparameters in SSD</a:t>
            </a:r>
          </a:p>
          <a:p>
            <a:pPr lvl="1"/>
            <a:r>
              <a:rPr lang="en-US" altLang="ko-KR" dirty="0"/>
              <a:t>Additional parameter tuning is avoided </a:t>
            </a:r>
          </a:p>
          <a:p>
            <a:pPr lvl="2"/>
            <a:r>
              <a:rPr lang="en-US" altLang="ko-KR" dirty="0"/>
              <a:t>For example, we use a standard set of parameters for self-supervised training and model </a:t>
            </a:r>
            <a:r>
              <a:rPr lang="en-US" altLang="ko-KR" u="sng" dirty="0"/>
              <a:t>the learned features with a single cluster.</a:t>
            </a:r>
          </a:p>
          <a:p>
            <a:r>
              <a:rPr lang="en-US" altLang="ko-KR" dirty="0"/>
              <a:t>Why contrastive self-supervised learning is effective in the SSD framework?</a:t>
            </a:r>
          </a:p>
          <a:p>
            <a:pPr lvl="1"/>
            <a:r>
              <a:rPr lang="en-US" altLang="ko-KR" dirty="0"/>
              <a:t>Contrastive learning </a:t>
            </a:r>
          </a:p>
          <a:p>
            <a:pPr lvl="2"/>
            <a:r>
              <a:rPr lang="en-US" altLang="ko-KR" dirty="0"/>
              <a:t>Earlier works have shown that such contrastive training forces the network to learn a good set of feature representations.</a:t>
            </a:r>
          </a:p>
          <a:p>
            <a:pPr lvl="2"/>
            <a:r>
              <a:rPr lang="en-US" altLang="ko-KR" dirty="0"/>
              <a:t>However, a smaller value of temperature quickly saturates the loss, discouraging it from further improving the feature representations. </a:t>
            </a:r>
          </a:p>
          <a:p>
            <a:pPr lvl="2"/>
            <a:r>
              <a:rPr lang="en-US" altLang="ko-KR" dirty="0"/>
              <a:t>We find that the performance of SSD also degrades with lower temperature, suggesting the necessity of learning a good set of feature representation for effective outlier detection.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EA7B3-0E6B-783E-5D21-772593E54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523407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5D3EA-72DF-FC81-F8CB-72D8B70A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and 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EDD03-8A05-AFF3-7CC7-53BCDB261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discriminative ability of feature representations evolves over the course of training</a:t>
            </a:r>
          </a:p>
          <a:p>
            <a:pPr lvl="1"/>
            <a:r>
              <a:rPr lang="en-US" altLang="ko-KR" dirty="0"/>
              <a:t>While discriminative ability of self-supervised</a:t>
            </a:r>
            <a:br>
              <a:rPr lang="en-US" altLang="ko-KR" dirty="0"/>
            </a:br>
            <a:r>
              <a:rPr lang="en-US" altLang="ko-KR" dirty="0"/>
              <a:t>training in SSD is lower at the start, it quickly</a:t>
            </a:r>
            <a:br>
              <a:rPr lang="en-US" altLang="ko-KR" dirty="0"/>
            </a:br>
            <a:r>
              <a:rPr lang="en-US" altLang="ko-KR" dirty="0"/>
              <a:t>catches up with supervised representations </a:t>
            </a:r>
            <a:br>
              <a:rPr lang="en-US" altLang="ko-KR" dirty="0"/>
            </a:br>
            <a:r>
              <a:rPr lang="en-US" altLang="ko-KR" dirty="0"/>
              <a:t>after half of the training epochs.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Why contrastive self-supervised learning is effective in the SSD framework?</a:t>
            </a:r>
          </a:p>
          <a:p>
            <a:pPr lvl="1"/>
            <a:r>
              <a:rPr lang="en-US" altLang="ko-KR" dirty="0"/>
              <a:t>Performance of SSD improves with the amount of available unlabeled data</a:t>
            </a:r>
          </a:p>
          <a:p>
            <a:pPr lvl="2"/>
            <a:r>
              <a:rPr lang="en-US" altLang="ko-KR" dirty="0"/>
              <a:t>A compelling advantage of unsupervised learning is to learn from unlabeled data, which can be easily collected.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EA7B3-0E6B-783E-5D21-772593E54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B31609-308A-390A-563A-A12DD8FA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13" y="1736812"/>
            <a:ext cx="2238443" cy="185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7737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AEFEFF8-874D-C71A-6A66-5FA31DA2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B6C9D-0C69-7E1B-BB10-727B58EE3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54C1B-00B7-314F-3D9D-9FC6102AE079}"/>
              </a:ext>
            </a:extLst>
          </p:cNvPr>
          <p:cNvSpPr txBox="1"/>
          <p:nvPr/>
        </p:nvSpPr>
        <p:spPr>
          <a:xfrm>
            <a:off x="2258736" y="2852936"/>
            <a:ext cx="4626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600" b="1" dirty="0"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j-cs"/>
              </a:rPr>
              <a:t>Q &amp; A</a:t>
            </a:r>
            <a:endParaRPr lang="ko-KR" altLang="en-US" sz="9600" b="1" dirty="0"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28444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Calibri" panose="020F0502020204030204" pitchFamily="34" charset="0"/>
            <a:ea typeface="08서울남산체 B" panose="02020603020101020101" pitchFamily="18" charset="-127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60480</TotalTime>
  <Words>1082</Words>
  <Application>Microsoft Office PowerPoint</Application>
  <PresentationFormat>화면 슬라이드 쇼(4:3)</PresentationFormat>
  <Paragraphs>193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굴림</vt:lpstr>
      <vt:lpstr>맑은 고딕</vt:lpstr>
      <vt:lpstr>Arial</vt:lpstr>
      <vt:lpstr>Calibri</vt:lpstr>
      <vt:lpstr>Cambria Math</vt:lpstr>
      <vt:lpstr>Wingdings</vt:lpstr>
      <vt:lpstr>Office 테마</vt:lpstr>
      <vt:lpstr>SSD: A UNIFIED FRAMEWORK FOR SELFSUPERVISED OUTLIER DETECTION (ICLR 2021)</vt:lpstr>
      <vt:lpstr>What is SSD?? </vt:lpstr>
      <vt:lpstr>What is SSD?? </vt:lpstr>
      <vt:lpstr>What is Outlier Detection?? </vt:lpstr>
      <vt:lpstr>Difficulties in Outlier Detection </vt:lpstr>
      <vt:lpstr>Difficulties in Outlier Detection </vt:lpstr>
      <vt:lpstr>How to Train a Robust Outlier Detectors?</vt:lpstr>
      <vt:lpstr>Q &amp; A</vt:lpstr>
      <vt:lpstr>SSD: Self-Supervised Outlier Detection</vt:lpstr>
      <vt:lpstr>SSD: Self-Supervised Outlier Detection</vt:lpstr>
      <vt:lpstr>SSD: Self-Supervised Outlier Detection</vt:lpstr>
      <vt:lpstr>Unsupervised Outlier Detection with SSD</vt:lpstr>
      <vt:lpstr>Unsupervised Outlier Detection with SSD</vt:lpstr>
      <vt:lpstr>Unsupervised Outlier Detection with SSD</vt:lpstr>
      <vt:lpstr>Few-Shot OOD (〖SSD〗_k)</vt:lpstr>
      <vt:lpstr>How to Best Use Data Labels (SSD+)</vt:lpstr>
      <vt:lpstr>SSD Algorithm</vt:lpstr>
      <vt:lpstr>Q &amp; A</vt:lpstr>
      <vt:lpstr>Experiments</vt:lpstr>
      <vt:lpstr>Experiments</vt:lpstr>
      <vt:lpstr>Experiments</vt:lpstr>
      <vt:lpstr>Experiments</vt:lpstr>
      <vt:lpstr>Discussion and Conclusion</vt:lpstr>
      <vt:lpstr>Discussion and Conclusion</vt:lpstr>
      <vt:lpstr>Q &amp; A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zelos</dc:creator>
  <cp:lastModifiedBy>kimbh.mail@gmail.com</cp:lastModifiedBy>
  <cp:revision>2993</cp:revision>
  <cp:lastPrinted>2016-03-04T01:44:28Z</cp:lastPrinted>
  <dcterms:created xsi:type="dcterms:W3CDTF">2008-03-01T21:32:25Z</dcterms:created>
  <dcterms:modified xsi:type="dcterms:W3CDTF">2022-05-22T10:12:42Z</dcterms:modified>
</cp:coreProperties>
</file>