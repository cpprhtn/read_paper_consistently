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0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8" r:id="rId19"/>
    <p:sldId id="277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A040"/>
    <a:srgbClr val="6A6AFF"/>
    <a:srgbClr val="FF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8FC346-404C-4CBE-B54E-B1BA0F786847}" v="43" dt="2025-06-22T12:18:32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970" autoAdjust="0"/>
  </p:normalViewPr>
  <p:slideViewPr>
    <p:cSldViewPr snapToGrid="0">
      <p:cViewPr varScale="1">
        <p:scale>
          <a:sx n="81" d="100"/>
          <a:sy n="81" d="100"/>
        </p:scale>
        <p:origin x="1668" y="9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대학원생) 김보성 (인공지능대학원)" userId="c218017a-1992-466e-9cab-0f90bc955251" providerId="ADAL" clId="{CAB97BAC-2801-4B46-97A9-0198410BF83F}"/>
    <pc:docChg chg="custSel modSld">
      <pc:chgData name="(대학원생) 김보성 (인공지능대학원)" userId="c218017a-1992-466e-9cab-0f90bc955251" providerId="ADAL" clId="{CAB97BAC-2801-4B46-97A9-0198410BF83F}" dt="2025-06-22T12:25:24.318" v="193" actId="20577"/>
      <pc:docMkLst>
        <pc:docMk/>
      </pc:docMkLst>
      <pc:sldChg chg="modNotes">
        <pc:chgData name="(대학원생) 김보성 (인공지능대학원)" userId="c218017a-1992-466e-9cab-0f90bc955251" providerId="ADAL" clId="{CAB97BAC-2801-4B46-97A9-0198410BF83F}" dt="2025-06-22T12:22:45.916" v="1" actId="368"/>
        <pc:sldMkLst>
          <pc:docMk/>
          <pc:sldMk cId="755593708" sldId="260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19" v="3" actId="368"/>
        <pc:sldMkLst>
          <pc:docMk/>
          <pc:sldMk cId="1323258910" sldId="262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23" v="5" actId="368"/>
        <pc:sldMkLst>
          <pc:docMk/>
          <pc:sldMk cId="28888705" sldId="263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25" v="7" actId="368"/>
        <pc:sldMkLst>
          <pc:docMk/>
          <pc:sldMk cId="639238593" sldId="264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28" v="9" actId="368"/>
        <pc:sldMkLst>
          <pc:docMk/>
          <pc:sldMk cId="2300914236" sldId="265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33" v="11" actId="368"/>
        <pc:sldMkLst>
          <pc:docMk/>
          <pc:sldMk cId="4195811523" sldId="266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37" v="13" actId="368"/>
        <pc:sldMkLst>
          <pc:docMk/>
          <pc:sldMk cId="3188413428" sldId="267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40" v="15" actId="368"/>
        <pc:sldMkLst>
          <pc:docMk/>
          <pc:sldMk cId="1335502916" sldId="268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43" v="17" actId="368"/>
        <pc:sldMkLst>
          <pc:docMk/>
          <pc:sldMk cId="253876712" sldId="269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49" v="19" actId="368"/>
        <pc:sldMkLst>
          <pc:docMk/>
          <pc:sldMk cId="3973194619" sldId="270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52" v="21" actId="368"/>
        <pc:sldMkLst>
          <pc:docMk/>
          <pc:sldMk cId="573878264" sldId="271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55" v="23" actId="368"/>
        <pc:sldMkLst>
          <pc:docMk/>
          <pc:sldMk cId="1581830228" sldId="272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59" v="25" actId="368"/>
        <pc:sldMkLst>
          <pc:docMk/>
          <pc:sldMk cId="2183055480" sldId="273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62" v="27" actId="368"/>
        <pc:sldMkLst>
          <pc:docMk/>
          <pc:sldMk cId="996538430" sldId="274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65" v="29" actId="368"/>
        <pc:sldMkLst>
          <pc:docMk/>
          <pc:sldMk cId="4057577207" sldId="275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68" v="31" actId="368"/>
        <pc:sldMkLst>
          <pc:docMk/>
          <pc:sldMk cId="2482126115" sldId="276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74" v="35" actId="368"/>
        <pc:sldMkLst>
          <pc:docMk/>
          <pc:sldMk cId="854969806" sldId="277"/>
        </pc:sldMkLst>
      </pc:sldChg>
      <pc:sldChg chg="modNotes">
        <pc:chgData name="(대학원생) 김보성 (인공지능대학원)" userId="c218017a-1992-466e-9cab-0f90bc955251" providerId="ADAL" clId="{CAB97BAC-2801-4B46-97A9-0198410BF83F}" dt="2025-06-22T12:22:45.971" v="33" actId="368"/>
        <pc:sldMkLst>
          <pc:docMk/>
          <pc:sldMk cId="542725316" sldId="278"/>
        </pc:sldMkLst>
      </pc:sldChg>
      <pc:sldChg chg="addSp modSp mod">
        <pc:chgData name="(대학원생) 김보성 (인공지능대학원)" userId="c218017a-1992-466e-9cab-0f90bc955251" providerId="ADAL" clId="{CAB97BAC-2801-4B46-97A9-0198410BF83F}" dt="2025-06-22T12:25:24.318" v="193" actId="20577"/>
        <pc:sldMkLst>
          <pc:docMk/>
          <pc:sldMk cId="2471685940" sldId="279"/>
        </pc:sldMkLst>
        <pc:spChg chg="mod">
          <ac:chgData name="(대학원생) 김보성 (인공지능대학원)" userId="c218017a-1992-466e-9cab-0f90bc955251" providerId="ADAL" clId="{CAB97BAC-2801-4B46-97A9-0198410BF83F}" dt="2025-06-22T12:25:24.318" v="193" actId="20577"/>
          <ac:spMkLst>
            <pc:docMk/>
            <pc:sldMk cId="2471685940" sldId="279"/>
            <ac:spMk id="4" creationId="{39270206-B946-16AF-9160-9368EA7D0ACC}"/>
          </ac:spMkLst>
        </pc:spChg>
        <pc:picChg chg="add mod">
          <ac:chgData name="(대학원생) 김보성 (인공지능대학원)" userId="c218017a-1992-466e-9cab-0f90bc955251" providerId="ADAL" clId="{CAB97BAC-2801-4B46-97A9-0198410BF83F}" dt="2025-06-22T12:25:19.381" v="175" actId="14100"/>
          <ac:picMkLst>
            <pc:docMk/>
            <pc:sldMk cId="2471685940" sldId="279"/>
            <ac:picMk id="7" creationId="{E9001714-9018-FB6C-2B83-8724034C7280}"/>
          </ac:picMkLst>
        </pc:picChg>
      </pc:sldChg>
    </pc:docChg>
  </pc:docChgLst>
  <pc:docChgLst>
    <pc:chgData name="(대학원생) 김보성 (인공지능대학원)" userId="c218017a-1992-466e-9cab-0f90bc955251" providerId="ADAL" clId="{368EF025-E237-4E60-B75A-C9055C81E0DE}"/>
    <pc:docChg chg="undo custSel addSld delSld modSld sldOrd modMainMaster">
      <pc:chgData name="(대학원생) 김보성 (인공지능대학원)" userId="c218017a-1992-466e-9cab-0f90bc955251" providerId="ADAL" clId="{368EF025-E237-4E60-B75A-C9055C81E0DE}" dt="2025-06-21T07:19:14.745" v="22547" actId="20577"/>
      <pc:docMkLst>
        <pc:docMk/>
      </pc:docMkLst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3306440805" sldId="256"/>
        </pc:sldMkLst>
      </pc:sldChg>
      <pc:sldChg chg="addSp modSp mod modNotesTx">
        <pc:chgData name="(대학원생) 김보성 (인공지능대학원)" userId="c218017a-1992-466e-9cab-0f90bc955251" providerId="ADAL" clId="{368EF025-E237-4E60-B75A-C9055C81E0DE}" dt="2025-06-20T08:25:34.623" v="11462" actId="20577"/>
        <pc:sldMkLst>
          <pc:docMk/>
          <pc:sldMk cId="755593708" sldId="260"/>
        </pc:sldMkLst>
        <pc:spChg chg="mod">
          <ac:chgData name="(대학원생) 김보성 (인공지능대학원)" userId="c218017a-1992-466e-9cab-0f90bc955251" providerId="ADAL" clId="{368EF025-E237-4E60-B75A-C9055C81E0DE}" dt="2025-06-20T04:18:06.097" v="299" actId="1076"/>
          <ac:spMkLst>
            <pc:docMk/>
            <pc:sldMk cId="755593708" sldId="260"/>
            <ac:spMk id="2" creationId="{67EA3406-480B-DA06-167C-031018452FBB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4:18:06.097" v="299" actId="1076"/>
          <ac:spMkLst>
            <pc:docMk/>
            <pc:sldMk cId="755593708" sldId="260"/>
            <ac:spMk id="3" creationId="{899963F1-B840-65EC-75D9-22BCB4D00824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8:22:28.460" v="10685" actId="1076"/>
          <ac:spMkLst>
            <pc:docMk/>
            <pc:sldMk cId="755593708" sldId="260"/>
            <ac:spMk id="4" creationId="{C34A7B3F-13AA-0000-08D4-0F187BA83BB6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4:34:44.267" v="488" actId="29295"/>
          <ac:picMkLst>
            <pc:docMk/>
            <pc:sldMk cId="755593708" sldId="260"/>
            <ac:picMk id="6" creationId="{EC64824A-EAB3-62F1-5E45-B3DD2E9EA2F7}"/>
          </ac:picMkLst>
        </pc:picChg>
      </pc:sldChg>
      <pc:sldChg chg="addSp delSp modSp del mod modClrScheme modAnim chgLayout">
        <pc:chgData name="(대학원생) 김보성 (인공지능대학원)" userId="c218017a-1992-466e-9cab-0f90bc955251" providerId="ADAL" clId="{368EF025-E237-4E60-B75A-C9055C81E0DE}" dt="2025-06-20T04:21:48.909" v="384" actId="47"/>
        <pc:sldMkLst>
          <pc:docMk/>
          <pc:sldMk cId="3851182822" sldId="261"/>
        </pc:sldMkLst>
      </pc:sldChg>
      <pc:sldChg chg="addSp delSp modSp new mod ord modClrScheme chgLayout modNotesTx">
        <pc:chgData name="(대학원생) 김보성 (인공지능대학원)" userId="c218017a-1992-466e-9cab-0f90bc955251" providerId="ADAL" clId="{368EF025-E237-4E60-B75A-C9055C81E0DE}" dt="2025-06-20T08:26:58.283" v="11912" actId="20577"/>
        <pc:sldMkLst>
          <pc:docMk/>
          <pc:sldMk cId="1323258910" sldId="262"/>
        </pc:sldMkLst>
        <pc:spChg chg="mod">
          <ac:chgData name="(대학원생) 김보성 (인공지능대학원)" userId="c218017a-1992-466e-9cab-0f90bc955251" providerId="ADAL" clId="{368EF025-E237-4E60-B75A-C9055C81E0DE}" dt="2025-06-20T05:06:15.086" v="1648" actId="20577"/>
          <ac:spMkLst>
            <pc:docMk/>
            <pc:sldMk cId="1323258910" sldId="262"/>
            <ac:spMk id="2" creationId="{DC090680-3E72-A11C-5E31-49F2A47CB57E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5:36:14.811" v="3263" actId="1076"/>
          <ac:spMkLst>
            <pc:docMk/>
            <pc:sldMk cId="1323258910" sldId="262"/>
            <ac:spMk id="13" creationId="{8BE4F754-4926-233E-33B2-0CC154AE646D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5:36:36.182" v="3268" actId="255"/>
          <ac:spMkLst>
            <pc:docMk/>
            <pc:sldMk cId="1323258910" sldId="262"/>
            <ac:spMk id="15" creationId="{A1134203-CCF7-4662-8B0B-B66027D4863C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5:36:17.706" v="3264" actId="1076"/>
          <ac:picMkLst>
            <pc:docMk/>
            <pc:sldMk cId="1323258910" sldId="262"/>
            <ac:picMk id="2050" creationId="{D3E68267-B2F6-9F11-3048-40CB9413D286}"/>
          </ac:picMkLst>
        </pc:picChg>
      </pc:sldChg>
      <pc:sldChg chg="addSp delSp modSp add mod delAnim modAnim modNotesTx">
        <pc:chgData name="(대학원생) 김보성 (인공지능대학원)" userId="c218017a-1992-466e-9cab-0f90bc955251" providerId="ADAL" clId="{368EF025-E237-4E60-B75A-C9055C81E0DE}" dt="2025-06-20T08:29:24.915" v="12845" actId="1076"/>
        <pc:sldMkLst>
          <pc:docMk/>
          <pc:sldMk cId="28888705" sldId="263"/>
        </pc:sldMkLst>
        <pc:spChg chg="mod">
          <ac:chgData name="(대학원생) 김보성 (인공지능대학원)" userId="c218017a-1992-466e-9cab-0f90bc955251" providerId="ADAL" clId="{368EF025-E237-4E60-B75A-C9055C81E0DE}" dt="2025-06-20T04:59:10.709" v="1533" actId="20577"/>
          <ac:spMkLst>
            <pc:docMk/>
            <pc:sldMk cId="28888705" sldId="263"/>
            <ac:spMk id="2" creationId="{9A294CB6-C078-A4B0-F61B-E5968BE933C5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8:29:24.915" v="12845" actId="1076"/>
          <ac:spMkLst>
            <pc:docMk/>
            <pc:sldMk cId="28888705" sldId="263"/>
            <ac:spMk id="8" creationId="{BEF9F52F-0ECF-B4DC-5478-96A507CD59A0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5:36:42.493" v="3269" actId="14100"/>
          <ac:picMkLst>
            <pc:docMk/>
            <pc:sldMk cId="28888705" sldId="263"/>
            <ac:picMk id="4098" creationId="{9830937B-9B47-650E-D923-FBCE3C56E757}"/>
          </ac:picMkLst>
        </pc:picChg>
      </pc:sldChg>
      <pc:sldChg chg="delSp add del">
        <pc:chgData name="(대학원생) 김보성 (인공지능대학원)" userId="c218017a-1992-466e-9cab-0f90bc955251" providerId="ADAL" clId="{368EF025-E237-4E60-B75A-C9055C81E0DE}" dt="2025-06-20T04:57:51.824" v="1349" actId="47"/>
        <pc:sldMkLst>
          <pc:docMk/>
          <pc:sldMk cId="633714116" sldId="264"/>
        </pc:sldMkLst>
      </pc:sldChg>
      <pc:sldChg chg="addSp delSp modSp new mod modAnim modNotesTx">
        <pc:chgData name="(대학원생) 김보성 (인공지능대학원)" userId="c218017a-1992-466e-9cab-0f90bc955251" providerId="ADAL" clId="{368EF025-E237-4E60-B75A-C9055C81E0DE}" dt="2025-06-20T08:31:39.556" v="13627" actId="20577"/>
        <pc:sldMkLst>
          <pc:docMk/>
          <pc:sldMk cId="639238593" sldId="264"/>
        </pc:sldMkLst>
        <pc:spChg chg="mod">
          <ac:chgData name="(대학원생) 김보성 (인공지능대학원)" userId="c218017a-1992-466e-9cab-0f90bc955251" providerId="ADAL" clId="{368EF025-E237-4E60-B75A-C9055C81E0DE}" dt="2025-06-20T05:13:34.882" v="2126"/>
          <ac:spMkLst>
            <pc:docMk/>
            <pc:sldMk cId="639238593" sldId="264"/>
            <ac:spMk id="2" creationId="{FDB244A8-6B10-7EC4-59BB-8376546451F2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5:27:34.688" v="3113" actId="20577"/>
          <ac:spMkLst>
            <pc:docMk/>
            <pc:sldMk cId="639238593" sldId="264"/>
            <ac:spMk id="4" creationId="{BC5E44EA-FDC7-D8CC-7C80-29D24ABD0227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5:13:25.728" v="2098" actId="1076"/>
          <ac:picMkLst>
            <pc:docMk/>
            <pc:sldMk cId="639238593" sldId="264"/>
            <ac:picMk id="6" creationId="{073A2CF0-AD69-04D7-E98F-465466280317}"/>
          </ac:picMkLst>
        </pc:picChg>
      </pc:sldChg>
      <pc:sldChg chg="addSp delSp modSp new mod modAnim modNotesTx">
        <pc:chgData name="(대학원생) 김보성 (인공지능대학원)" userId="c218017a-1992-466e-9cab-0f90bc955251" providerId="ADAL" clId="{368EF025-E237-4E60-B75A-C9055C81E0DE}" dt="2025-06-20T08:37:56.986" v="14917" actId="20577"/>
        <pc:sldMkLst>
          <pc:docMk/>
          <pc:sldMk cId="2300914236" sldId="265"/>
        </pc:sldMkLst>
        <pc:spChg chg="mod">
          <ac:chgData name="(대학원생) 김보성 (인공지능대학원)" userId="c218017a-1992-466e-9cab-0f90bc955251" providerId="ADAL" clId="{368EF025-E237-4E60-B75A-C9055C81E0DE}" dt="2025-06-20T05:18:11.718" v="2386" actId="313"/>
          <ac:spMkLst>
            <pc:docMk/>
            <pc:sldMk cId="2300914236" sldId="265"/>
            <ac:spMk id="2" creationId="{294E5D59-A967-9D39-4489-37E707AE90E7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5:37:43.325" v="3313" actId="20577"/>
          <ac:spMkLst>
            <pc:docMk/>
            <pc:sldMk cId="2300914236" sldId="265"/>
            <ac:spMk id="4" creationId="{B84917BE-36B5-B7A7-4672-0FCC6C366849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5:32:55.255" v="3213" actId="1076"/>
          <ac:picMkLst>
            <pc:docMk/>
            <pc:sldMk cId="2300914236" sldId="265"/>
            <ac:picMk id="6" creationId="{7811D92C-E901-F724-0983-1B8F8D3F4C43}"/>
          </ac:picMkLst>
        </pc:picChg>
      </pc:sldChg>
      <pc:sldChg chg="addSp delSp modSp new mod modNotesTx">
        <pc:chgData name="(대학원생) 김보성 (인공지능대학원)" userId="c218017a-1992-466e-9cab-0f90bc955251" providerId="ADAL" clId="{368EF025-E237-4E60-B75A-C9055C81E0DE}" dt="2025-06-20T08:40:51.422" v="15602" actId="20577"/>
        <pc:sldMkLst>
          <pc:docMk/>
          <pc:sldMk cId="4195811523" sldId="266"/>
        </pc:sldMkLst>
        <pc:spChg chg="mod">
          <ac:chgData name="(대학원생) 김보성 (인공지능대학원)" userId="c218017a-1992-466e-9cab-0f90bc955251" providerId="ADAL" clId="{368EF025-E237-4E60-B75A-C9055C81E0DE}" dt="2025-06-20T05:31:47.295" v="3200" actId="20577"/>
          <ac:spMkLst>
            <pc:docMk/>
            <pc:sldMk cId="4195811523" sldId="266"/>
            <ac:spMk id="2" creationId="{E90ED914-C179-71AD-4999-933B9C66AB1F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5:42:05.715" v="3687" actId="20577"/>
          <ac:spMkLst>
            <pc:docMk/>
            <pc:sldMk cId="4195811523" sldId="266"/>
            <ac:spMk id="10" creationId="{E89704D1-7BBB-778D-98A0-5EF5549669CC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5:32:38.806" v="3211" actId="1076"/>
          <ac:picMkLst>
            <pc:docMk/>
            <pc:sldMk cId="4195811523" sldId="266"/>
            <ac:picMk id="8" creationId="{11A61049-5479-80FF-9F17-E902C969F890}"/>
          </ac:picMkLst>
        </pc:picChg>
      </pc:sldChg>
      <pc:sldChg chg="addSp delSp modSp add mod modNotesTx">
        <pc:chgData name="(대학원생) 김보성 (인공지능대학원)" userId="c218017a-1992-466e-9cab-0f90bc955251" providerId="ADAL" clId="{368EF025-E237-4E60-B75A-C9055C81E0DE}" dt="2025-06-20T08:48:00.566" v="16783" actId="20577"/>
        <pc:sldMkLst>
          <pc:docMk/>
          <pc:sldMk cId="3188413428" sldId="267"/>
        </pc:sldMkLst>
        <pc:spChg chg="mod">
          <ac:chgData name="(대학원생) 김보성 (인공지능대학원)" userId="c218017a-1992-466e-9cab-0f90bc955251" providerId="ADAL" clId="{368EF025-E237-4E60-B75A-C9055C81E0DE}" dt="2025-06-20T05:43:12.127" v="3742" actId="20577"/>
          <ac:spMkLst>
            <pc:docMk/>
            <pc:sldMk cId="3188413428" sldId="267"/>
            <ac:spMk id="2" creationId="{5E5A591D-E25B-27FE-1AE6-68144DF360D8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8:41:01.730" v="15603" actId="1076"/>
          <ac:spMkLst>
            <pc:docMk/>
            <pc:sldMk cId="3188413428" sldId="267"/>
            <ac:spMk id="5" creationId="{D968C788-3C1B-3E95-020D-A6B61B4059C2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5:43:23.773" v="3744" actId="1076"/>
          <ac:picMkLst>
            <pc:docMk/>
            <pc:sldMk cId="3188413428" sldId="267"/>
            <ac:picMk id="4" creationId="{E52CCAC8-420B-4722-A21E-1C4AEA36F5C9}"/>
          </ac:picMkLst>
        </pc:picChg>
      </pc:sldChg>
      <pc:sldChg chg="addSp delSp modSp add mod modNotesTx">
        <pc:chgData name="(대학원생) 김보성 (인공지능대학원)" userId="c218017a-1992-466e-9cab-0f90bc955251" providerId="ADAL" clId="{368EF025-E237-4E60-B75A-C9055C81E0DE}" dt="2025-06-20T08:50:02.801" v="17465" actId="20577"/>
        <pc:sldMkLst>
          <pc:docMk/>
          <pc:sldMk cId="1335502916" sldId="268"/>
        </pc:sldMkLst>
        <pc:spChg chg="mod">
          <ac:chgData name="(대학원생) 김보성 (인공지능대학원)" userId="c218017a-1992-466e-9cab-0f90bc955251" providerId="ADAL" clId="{368EF025-E237-4E60-B75A-C9055C81E0DE}" dt="2025-06-20T06:04:44.313" v="4588" actId="20577"/>
          <ac:spMkLst>
            <pc:docMk/>
            <pc:sldMk cId="1335502916" sldId="268"/>
            <ac:spMk id="2" creationId="{26F7A777-C62C-163C-D44A-5FFEE26787EB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5:53:15.592" v="4552" actId="20577"/>
          <ac:spMkLst>
            <pc:docMk/>
            <pc:sldMk cId="1335502916" sldId="268"/>
            <ac:spMk id="5" creationId="{A1D78C3D-E645-11E9-C859-32F87B7EBA8C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6:09:11.277" v="4861" actId="1076"/>
          <ac:spMkLst>
            <pc:docMk/>
            <pc:sldMk cId="1335502916" sldId="268"/>
            <ac:spMk id="9" creationId="{91D94BB2-338D-0044-4DFD-D89DBD320341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6:06:52.551" v="4600" actId="1076"/>
          <ac:picMkLst>
            <pc:docMk/>
            <pc:sldMk cId="1335502916" sldId="268"/>
            <ac:picMk id="8" creationId="{9DEE490E-E1C0-AAD9-619E-5E8C9EA16332}"/>
          </ac:picMkLst>
        </pc:picChg>
      </pc:sldChg>
      <pc:sldChg chg="addSp delSp modSp new mod modNotesTx">
        <pc:chgData name="(대학원생) 김보성 (인공지능대학원)" userId="c218017a-1992-466e-9cab-0f90bc955251" providerId="ADAL" clId="{368EF025-E237-4E60-B75A-C9055C81E0DE}" dt="2025-06-20T08:52:10.245" v="18140" actId="20577"/>
        <pc:sldMkLst>
          <pc:docMk/>
          <pc:sldMk cId="253876712" sldId="269"/>
        </pc:sldMkLst>
        <pc:spChg chg="mod">
          <ac:chgData name="(대학원생) 김보성 (인공지능대학원)" userId="c218017a-1992-466e-9cab-0f90bc955251" providerId="ADAL" clId="{368EF025-E237-4E60-B75A-C9055C81E0DE}" dt="2025-06-20T06:11:41.121" v="4963" actId="20577"/>
          <ac:spMkLst>
            <pc:docMk/>
            <pc:sldMk cId="253876712" sldId="269"/>
            <ac:spMk id="2" creationId="{1B5FB9D5-8E8E-3E98-0685-D28CDA2A8FCF}"/>
          </ac:spMkLst>
        </pc:spChg>
        <pc:spChg chg="add del mod">
          <ac:chgData name="(대학원생) 김보성 (인공지능대학원)" userId="c218017a-1992-466e-9cab-0f90bc955251" providerId="ADAL" clId="{368EF025-E237-4E60-B75A-C9055C81E0DE}" dt="2025-06-20T08:51:04.803" v="17708"/>
          <ac:spMkLst>
            <pc:docMk/>
            <pc:sldMk cId="253876712" sldId="269"/>
            <ac:spMk id="4" creationId="{3EB84FBE-8BF4-CE89-2D2E-5128EAD5B331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6:17:40.198" v="5309" actId="1076"/>
          <ac:picMkLst>
            <pc:docMk/>
            <pc:sldMk cId="253876712" sldId="269"/>
            <ac:picMk id="6148" creationId="{0083D506-6B95-E2A6-0834-563E1EA8609F}"/>
          </ac:picMkLst>
        </pc:picChg>
      </pc:sldChg>
      <pc:sldChg chg="delSp modSp new mod modAnim modNotesTx">
        <pc:chgData name="(대학원생) 김보성 (인공지능대학원)" userId="c218017a-1992-466e-9cab-0f90bc955251" providerId="ADAL" clId="{368EF025-E237-4E60-B75A-C9055C81E0DE}" dt="2025-06-20T08:53:11.137" v="18598" actId="20577"/>
        <pc:sldMkLst>
          <pc:docMk/>
          <pc:sldMk cId="3973194619" sldId="270"/>
        </pc:sldMkLst>
        <pc:spChg chg="mod">
          <ac:chgData name="(대학원생) 김보성 (인공지능대학원)" userId="c218017a-1992-466e-9cab-0f90bc955251" providerId="ADAL" clId="{368EF025-E237-4E60-B75A-C9055C81E0DE}" dt="2025-06-20T07:44:10.743" v="7947" actId="20577"/>
          <ac:spMkLst>
            <pc:docMk/>
            <pc:sldMk cId="3973194619" sldId="270"/>
            <ac:spMk id="2" creationId="{F64BEC7B-A17A-838B-A221-AE2138872140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7:07:08.033" v="6083" actId="20577"/>
          <ac:spMkLst>
            <pc:docMk/>
            <pc:sldMk cId="3973194619" sldId="270"/>
            <ac:spMk id="4" creationId="{80F110B4-4B19-02DB-7513-A432AF25DF6E}"/>
          </ac:spMkLst>
        </pc:spChg>
      </pc:sldChg>
      <pc:sldChg chg="addSp modSp add mod modAnim modNotesTx">
        <pc:chgData name="(대학원생) 김보성 (인공지능대학원)" userId="c218017a-1992-466e-9cab-0f90bc955251" providerId="ADAL" clId="{368EF025-E237-4E60-B75A-C9055C81E0DE}" dt="2025-06-20T08:57:23.010" v="19042" actId="20577"/>
        <pc:sldMkLst>
          <pc:docMk/>
          <pc:sldMk cId="573878264" sldId="271"/>
        </pc:sldMkLst>
        <pc:spChg chg="mod">
          <ac:chgData name="(대학원생) 김보성 (인공지능대학원)" userId="c218017a-1992-466e-9cab-0f90bc955251" providerId="ADAL" clId="{368EF025-E237-4E60-B75A-C9055C81E0DE}" dt="2025-06-20T07:14:40.569" v="6158" actId="20577"/>
          <ac:spMkLst>
            <pc:docMk/>
            <pc:sldMk cId="573878264" sldId="271"/>
            <ac:spMk id="2" creationId="{4AAF04D4-94D6-D6C3-137A-0CCB95D624F2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7:19:52.275" v="6676" actId="20577"/>
          <ac:spMkLst>
            <pc:docMk/>
            <pc:sldMk cId="573878264" sldId="271"/>
            <ac:spMk id="4" creationId="{23C7C2B5-4D60-44A7-8E21-C35FF0A856C3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7:18:26.580" v="6500" actId="1076"/>
          <ac:spMkLst>
            <pc:docMk/>
            <pc:sldMk cId="573878264" sldId="271"/>
            <ac:spMk id="6" creationId="{DE61501E-1722-011B-41F6-97E6907799C2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7:18:29.468" v="6501" actId="1076"/>
          <ac:picMkLst>
            <pc:docMk/>
            <pc:sldMk cId="573878264" sldId="271"/>
            <ac:picMk id="5" creationId="{6DA2205A-6A09-8DC3-DAEF-40B1CE9EDDD3}"/>
          </ac:picMkLst>
        </pc:picChg>
      </pc:sldChg>
      <pc:sldChg chg="addSp delSp modSp new mod delAnim modAnim modNotesTx">
        <pc:chgData name="(대학원생) 김보성 (인공지능대학원)" userId="c218017a-1992-466e-9cab-0f90bc955251" providerId="ADAL" clId="{368EF025-E237-4E60-B75A-C9055C81E0DE}" dt="2025-06-20T09:03:30.178" v="20707" actId="20577"/>
        <pc:sldMkLst>
          <pc:docMk/>
          <pc:sldMk cId="1581830228" sldId="272"/>
        </pc:sldMkLst>
        <pc:spChg chg="mod">
          <ac:chgData name="(대학원생) 김보성 (인공지능대학원)" userId="c218017a-1992-466e-9cab-0f90bc955251" providerId="ADAL" clId="{368EF025-E237-4E60-B75A-C9055C81E0DE}" dt="2025-06-20T07:42:57.415" v="7928" actId="20577"/>
          <ac:spMkLst>
            <pc:docMk/>
            <pc:sldMk cId="1581830228" sldId="272"/>
            <ac:spMk id="2" creationId="{B9A7F322-E4FD-B4CA-6F72-B193072CABFB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7:51:15.230" v="8812" actId="14100"/>
          <ac:spMkLst>
            <pc:docMk/>
            <pc:sldMk cId="1581830228" sldId="272"/>
            <ac:spMk id="4" creationId="{46D7CD95-A519-DA67-79FB-B42185EEC671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7:51:18.508" v="8813" actId="1076"/>
          <ac:spMkLst>
            <pc:docMk/>
            <pc:sldMk cId="1581830228" sldId="272"/>
            <ac:spMk id="7" creationId="{ABFC5C8D-13EC-F00A-596E-EAF301EF3B02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7:51:21.799" v="8814" actId="14100"/>
          <ac:spMkLst>
            <pc:docMk/>
            <pc:sldMk cId="1581830228" sldId="272"/>
            <ac:spMk id="8" creationId="{55A52083-CF15-F4B3-B634-7F2D62C1B7CD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7:51:34.844" v="8820" actId="1035"/>
          <ac:spMkLst>
            <pc:docMk/>
            <pc:sldMk cId="1581830228" sldId="272"/>
            <ac:spMk id="9" creationId="{6094927B-39CC-3FF0-2EAE-9EE5A8533CAC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7:51:24.529" v="8815" actId="1076"/>
          <ac:spMkLst>
            <pc:docMk/>
            <pc:sldMk cId="1581830228" sldId="272"/>
            <ac:spMk id="10" creationId="{AE8CAC43-B516-A5A5-D98C-C954AEDF22B2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7:52:11.596" v="8893" actId="207"/>
          <ac:spMkLst>
            <pc:docMk/>
            <pc:sldMk cId="1581830228" sldId="272"/>
            <ac:spMk id="13" creationId="{FD175545-1419-B092-DFE5-77E481794F3D}"/>
          </ac:spMkLst>
        </pc:spChg>
      </pc:sldChg>
      <pc:sldChg chg="addSp delSp modSp new mod modAnim modNotesTx">
        <pc:chgData name="(대학원생) 김보성 (인공지능대학원)" userId="c218017a-1992-466e-9cab-0f90bc955251" providerId="ADAL" clId="{368EF025-E237-4E60-B75A-C9055C81E0DE}" dt="2025-06-21T07:19:14.745" v="22547" actId="20577"/>
        <pc:sldMkLst>
          <pc:docMk/>
          <pc:sldMk cId="2183055480" sldId="273"/>
        </pc:sldMkLst>
        <pc:spChg chg="mod">
          <ac:chgData name="(대학원생) 김보성 (인공지능대학원)" userId="c218017a-1992-466e-9cab-0f90bc955251" providerId="ADAL" clId="{368EF025-E237-4E60-B75A-C9055C81E0DE}" dt="2025-06-20T07:46:30.661" v="8142" actId="20577"/>
          <ac:spMkLst>
            <pc:docMk/>
            <pc:sldMk cId="2183055480" sldId="273"/>
            <ac:spMk id="2" creationId="{09DEA4F2-BECB-7091-EEBF-16289290886F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7:50:09.372" v="8725" actId="27636"/>
          <ac:spMkLst>
            <pc:docMk/>
            <pc:sldMk cId="2183055480" sldId="273"/>
            <ac:spMk id="4" creationId="{7472C054-1A80-E5AA-522B-BAC721E23286}"/>
          </ac:spMkLst>
        </pc:spChg>
        <pc:picChg chg="add mod modCrop">
          <ac:chgData name="(대학원생) 김보성 (인공지능대학원)" userId="c218017a-1992-466e-9cab-0f90bc955251" providerId="ADAL" clId="{368EF025-E237-4E60-B75A-C9055C81E0DE}" dt="2025-06-20T07:43:27.921" v="7939" actId="1076"/>
          <ac:picMkLst>
            <pc:docMk/>
            <pc:sldMk cId="2183055480" sldId="273"/>
            <ac:picMk id="12" creationId="{9146511A-860C-D5BF-280E-43E841A84486}"/>
          </ac:picMkLst>
        </pc:picChg>
      </pc:sldChg>
      <pc:sldChg chg="add del">
        <pc:chgData name="(대학원생) 김보성 (인공지능대학원)" userId="c218017a-1992-466e-9cab-0f90bc955251" providerId="ADAL" clId="{368EF025-E237-4E60-B75A-C9055C81E0DE}" dt="2025-06-20T07:40:30.483" v="7741"/>
        <pc:sldMkLst>
          <pc:docMk/>
          <pc:sldMk cId="779686956" sldId="274"/>
        </pc:sldMkLst>
      </pc:sldChg>
      <pc:sldChg chg="addSp modSp new mod">
        <pc:chgData name="(대학원생) 김보성 (인공지능대학원)" userId="c218017a-1992-466e-9cab-0f90bc955251" providerId="ADAL" clId="{368EF025-E237-4E60-B75A-C9055C81E0DE}" dt="2025-06-20T08:01:11.750" v="10086" actId="1076"/>
        <pc:sldMkLst>
          <pc:docMk/>
          <pc:sldMk cId="996538430" sldId="274"/>
        </pc:sldMkLst>
        <pc:spChg chg="mod">
          <ac:chgData name="(대학원생) 김보성 (인공지능대학원)" userId="c218017a-1992-466e-9cab-0f90bc955251" providerId="ADAL" clId="{368EF025-E237-4E60-B75A-C9055C81E0DE}" dt="2025-06-20T07:50:22.274" v="8736" actId="20577"/>
          <ac:spMkLst>
            <pc:docMk/>
            <pc:sldMk cId="996538430" sldId="274"/>
            <ac:spMk id="2" creationId="{BAC6BA61-D409-6020-AF67-A53D198F0BE0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7:50:45.579" v="8806" actId="20577"/>
          <ac:spMkLst>
            <pc:docMk/>
            <pc:sldMk cId="996538430" sldId="274"/>
            <ac:spMk id="3" creationId="{C65A2E52-0E8E-5CF3-FE71-566DC39B8F2C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8:01:04.650" v="10083" actId="255"/>
          <ac:spMkLst>
            <pc:docMk/>
            <pc:sldMk cId="996538430" sldId="274"/>
            <ac:spMk id="4" creationId="{43081A79-8603-A323-76F4-1ECB894AEF2C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8:01:11.750" v="10086" actId="1076"/>
          <ac:picMkLst>
            <pc:docMk/>
            <pc:sldMk cId="996538430" sldId="274"/>
            <ac:picMk id="6" creationId="{5F0A1FD5-049E-68ED-DE92-7BF4A2EB22DE}"/>
          </ac:picMkLst>
        </pc:picChg>
      </pc:sldChg>
      <pc:sldChg chg="addSp modSp new mod">
        <pc:chgData name="(대학원생) 김보성 (인공지능대학원)" userId="c218017a-1992-466e-9cab-0f90bc955251" providerId="ADAL" clId="{368EF025-E237-4E60-B75A-C9055C81E0DE}" dt="2025-06-20T07:57:37.433" v="9460"/>
        <pc:sldMkLst>
          <pc:docMk/>
          <pc:sldMk cId="4057577207" sldId="275"/>
        </pc:sldMkLst>
        <pc:spChg chg="mod">
          <ac:chgData name="(대학원생) 김보성 (인공지능대학원)" userId="c218017a-1992-466e-9cab-0f90bc955251" providerId="ADAL" clId="{368EF025-E237-4E60-B75A-C9055C81E0DE}" dt="2025-06-20T07:53:01.844" v="8913" actId="20577"/>
          <ac:spMkLst>
            <pc:docMk/>
            <pc:sldMk cId="4057577207" sldId="275"/>
            <ac:spMk id="2" creationId="{29227BE5-EF32-AE7A-2129-B9753103F8B4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7:53:38.399" v="9005" actId="20577"/>
          <ac:spMkLst>
            <pc:docMk/>
            <pc:sldMk cId="4057577207" sldId="275"/>
            <ac:spMk id="3" creationId="{9FD2EAF8-DBC8-BCDF-154B-8B827E747EDD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7:57:37.433" v="9460"/>
          <ac:spMkLst>
            <pc:docMk/>
            <pc:sldMk cId="4057577207" sldId="275"/>
            <ac:spMk id="4" creationId="{4C9C2066-66BA-CD75-9AE5-CC2AF64820A7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7:55:10.239" v="9009" actId="1076"/>
          <ac:picMkLst>
            <pc:docMk/>
            <pc:sldMk cId="4057577207" sldId="275"/>
            <ac:picMk id="6" creationId="{96DCDDE8-8627-7171-51B5-098C45B609C1}"/>
          </ac:picMkLst>
        </pc:picChg>
      </pc:sldChg>
      <pc:sldChg chg="modSp new mod modAnim">
        <pc:chgData name="(대학원생) 김보성 (인공지능대학원)" userId="c218017a-1992-466e-9cab-0f90bc955251" providerId="ADAL" clId="{368EF025-E237-4E60-B75A-C9055C81E0DE}" dt="2025-06-20T08:20:40.944" v="10621"/>
        <pc:sldMkLst>
          <pc:docMk/>
          <pc:sldMk cId="2482126115" sldId="276"/>
        </pc:sldMkLst>
        <pc:spChg chg="mod">
          <ac:chgData name="(대학원생) 김보성 (인공지능대학원)" userId="c218017a-1992-466e-9cab-0f90bc955251" providerId="ADAL" clId="{368EF025-E237-4E60-B75A-C9055C81E0DE}" dt="2025-06-20T08:04:07.345" v="10499" actId="20577"/>
          <ac:spMkLst>
            <pc:docMk/>
            <pc:sldMk cId="2482126115" sldId="276"/>
            <ac:spMk id="2" creationId="{9CE40130-86C4-3858-5326-8DCDCEE1B32B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8:04:18.980" v="10504" actId="20577"/>
          <ac:spMkLst>
            <pc:docMk/>
            <pc:sldMk cId="2482126115" sldId="276"/>
            <ac:spMk id="3" creationId="{32E96600-B75F-3A4E-7A4A-32476632844F}"/>
          </ac:spMkLst>
        </pc:spChg>
        <pc:spChg chg="mod">
          <ac:chgData name="(대학원생) 김보성 (인공지능대학원)" userId="c218017a-1992-466e-9cab-0f90bc955251" providerId="ADAL" clId="{368EF025-E237-4E60-B75A-C9055C81E0DE}" dt="2025-06-20T08:03:00.255" v="10416" actId="20577"/>
          <ac:spMkLst>
            <pc:docMk/>
            <pc:sldMk cId="2482126115" sldId="276"/>
            <ac:spMk id="4" creationId="{351C4DB8-0EFA-20E3-3ED9-5C612B6FBA0B}"/>
          </ac:spMkLst>
        </pc:spChg>
      </pc:sldChg>
      <pc:sldChg chg="addSp delSp modSp new mod ord modClrScheme chgLayout">
        <pc:chgData name="(대학원생) 김보성 (인공지능대학원)" userId="c218017a-1992-466e-9cab-0f90bc955251" providerId="ADAL" clId="{368EF025-E237-4E60-B75A-C9055C81E0DE}" dt="2025-06-20T08:21:22.932" v="10624" actId="700"/>
        <pc:sldMkLst>
          <pc:docMk/>
          <pc:sldMk cId="854969806" sldId="277"/>
        </pc:sldMkLst>
        <pc:spChg chg="add mod">
          <ac:chgData name="(대학원생) 김보성 (인공지능대학원)" userId="c218017a-1992-466e-9cab-0f90bc955251" providerId="ADAL" clId="{368EF025-E237-4E60-B75A-C9055C81E0DE}" dt="2025-06-20T08:04:44.633" v="10512" actId="1076"/>
          <ac:spMkLst>
            <pc:docMk/>
            <pc:sldMk cId="854969806" sldId="277"/>
            <ac:spMk id="6" creationId="{6215C364-F3D5-9601-95A7-B2C7A6910E07}"/>
          </ac:spMkLst>
        </pc:spChg>
      </pc:sldChg>
      <pc:sldChg chg="addSp delSp modSp add mod modClrScheme chgLayout">
        <pc:chgData name="(대학원생) 김보성 (인공지능대학원)" userId="c218017a-1992-466e-9cab-0f90bc955251" providerId="ADAL" clId="{368EF025-E237-4E60-B75A-C9055C81E0DE}" dt="2025-06-20T08:21:32.374" v="10625" actId="700"/>
        <pc:sldMkLst>
          <pc:docMk/>
          <pc:sldMk cId="542725316" sldId="278"/>
        </pc:sldMkLst>
        <pc:spChg chg="mod">
          <ac:chgData name="(대학원생) 김보성 (인공지능대학원)" userId="c218017a-1992-466e-9cab-0f90bc955251" providerId="ADAL" clId="{368EF025-E237-4E60-B75A-C9055C81E0DE}" dt="2025-06-20T08:04:59.243" v="10546" actId="1076"/>
          <ac:spMkLst>
            <pc:docMk/>
            <pc:sldMk cId="542725316" sldId="278"/>
            <ac:spMk id="6" creationId="{2BF62F4B-806E-1C9D-E0C7-93F40E46BB6B}"/>
          </ac:spMkLst>
        </pc:spChg>
      </pc:sldChg>
      <pc:sldChg chg="new del">
        <pc:chgData name="(대학원생) 김보성 (인공지능대학원)" userId="c218017a-1992-466e-9cab-0f90bc955251" providerId="ADAL" clId="{368EF025-E237-4E60-B75A-C9055C81E0DE}" dt="2025-06-20T08:05:11.819" v="10550" actId="47"/>
        <pc:sldMkLst>
          <pc:docMk/>
          <pc:sldMk cId="3518035727" sldId="279"/>
        </pc:sldMkLst>
      </pc:sldChg>
      <pc:sldChg chg="delSp modSp del mod">
        <pc:chgData name="(대학원생) 김보성 (인공지능대학원)" userId="c218017a-1992-466e-9cab-0f90bc955251" providerId="ADAL" clId="{368EF025-E237-4E60-B75A-C9055C81E0DE}" dt="2025-06-20T04:20:39.320" v="356" actId="47"/>
        <pc:sldMkLst>
          <pc:docMk/>
          <pc:sldMk cId="273042740" sldId="297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71894824" sldId="298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3841670161" sldId="299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4123275571" sldId="300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3586010290" sldId="301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4057803479" sldId="302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2945237449" sldId="304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139865377" sldId="305"/>
        </pc:sldMkLst>
      </pc:sldChg>
      <pc:sldMasterChg chg="modSldLayout">
        <pc:chgData name="(대학원생) 김보성 (인공지능대학원)" userId="c218017a-1992-466e-9cab-0f90bc955251" providerId="ADAL" clId="{368EF025-E237-4E60-B75A-C9055C81E0DE}" dt="2025-06-20T04:33:39.006" v="435" actId="478"/>
        <pc:sldMasterMkLst>
          <pc:docMk/>
          <pc:sldMasterMk cId="1551385644" sldId="2147483648"/>
        </pc:sldMasterMkLst>
        <pc:sldLayoutChg chg="delSp modSp mod">
          <pc:chgData name="(대학원생) 김보성 (인공지능대학원)" userId="c218017a-1992-466e-9cab-0f90bc955251" providerId="ADAL" clId="{368EF025-E237-4E60-B75A-C9055C81E0DE}" dt="2025-06-20T04:33:39.006" v="435" actId="478"/>
          <pc:sldLayoutMkLst>
            <pc:docMk/>
            <pc:sldMasterMk cId="1551385644" sldId="2147483648"/>
            <pc:sldLayoutMk cId="2553918681" sldId="2147483660"/>
          </pc:sldLayoutMkLst>
        </pc:sldLayoutChg>
        <pc:sldLayoutChg chg="modSp mod">
          <pc:chgData name="(대학원생) 김보성 (인공지능대학원)" userId="c218017a-1992-466e-9cab-0f90bc955251" providerId="ADAL" clId="{368EF025-E237-4E60-B75A-C9055C81E0DE}" dt="2025-06-20T04:33:20.643" v="432" actId="207"/>
          <pc:sldLayoutMkLst>
            <pc:docMk/>
            <pc:sldMasterMk cId="1551385644" sldId="2147483648"/>
            <pc:sldLayoutMk cId="1216195693" sldId="2147483661"/>
          </pc:sldLayoutMkLst>
          <pc:spChg chg="mod">
            <ac:chgData name="(대학원생) 김보성 (인공지능대학원)" userId="c218017a-1992-466e-9cab-0f90bc955251" providerId="ADAL" clId="{368EF025-E237-4E60-B75A-C9055C81E0DE}" dt="2025-06-20T04:33:20.643" v="432" actId="207"/>
            <ac:spMkLst>
              <pc:docMk/>
              <pc:sldMasterMk cId="1551385644" sldId="2147483648"/>
              <pc:sldLayoutMk cId="1216195693" sldId="2147483661"/>
              <ac:spMk id="8" creationId="{C9CC8A24-1777-6247-9B52-340C86F7C073}"/>
            </ac:spMkLst>
          </pc:spChg>
        </pc:sldLayoutChg>
      </pc:sldMasterChg>
    </pc:docChg>
  </pc:docChgLst>
  <pc:docChgLst>
    <pc:chgData name="(대학원생) 김보성 (인공지능대학원)" userId="c218017a-1992-466e-9cab-0f90bc955251" providerId="ADAL" clId="{978FC346-404C-4CBE-B54E-B1BA0F786847}"/>
    <pc:docChg chg="undo custSel addSld modSld sldOrd modMainMaster">
      <pc:chgData name="(대학원생) 김보성 (인공지능대학원)" userId="c218017a-1992-466e-9cab-0f90bc955251" providerId="ADAL" clId="{978FC346-404C-4CBE-B54E-B1BA0F786847}" dt="2025-06-22T12:22:19.926" v="7008" actId="729"/>
      <pc:docMkLst>
        <pc:docMk/>
      </pc:docMkLst>
      <pc:sldChg chg="modSp mod ord modShow">
        <pc:chgData name="(대학원생) 김보성 (인공지능대학원)" userId="c218017a-1992-466e-9cab-0f90bc955251" providerId="ADAL" clId="{978FC346-404C-4CBE-B54E-B1BA0F786847}" dt="2025-06-22T12:22:18.149" v="7007" actId="729"/>
        <pc:sldMkLst>
          <pc:docMk/>
          <pc:sldMk cId="253876712" sldId="269"/>
        </pc:sldMkLst>
        <pc:spChg chg="mod">
          <ac:chgData name="(대학원생) 김보성 (인공지능대학원)" userId="c218017a-1992-466e-9cab-0f90bc955251" providerId="ADAL" clId="{978FC346-404C-4CBE-B54E-B1BA0F786847}" dt="2025-06-22T12:15:09.755" v="6648" actId="20577"/>
          <ac:spMkLst>
            <pc:docMk/>
            <pc:sldMk cId="253876712" sldId="269"/>
            <ac:spMk id="2" creationId="{1B5FB9D5-8E8E-3E98-0685-D28CDA2A8FCF}"/>
          </ac:spMkLst>
        </pc:spChg>
        <pc:spChg chg="mod">
          <ac:chgData name="(대학원생) 김보성 (인공지능대학원)" userId="c218017a-1992-466e-9cab-0f90bc955251" providerId="ADAL" clId="{978FC346-404C-4CBE-B54E-B1BA0F786847}" dt="2025-06-22T12:21:47.657" v="7005" actId="20577"/>
          <ac:spMkLst>
            <pc:docMk/>
            <pc:sldMk cId="253876712" sldId="269"/>
            <ac:spMk id="4" creationId="{3EB84FBE-8BF4-CE89-2D2E-5128EAD5B331}"/>
          </ac:spMkLst>
        </pc:spChg>
      </pc:sldChg>
      <pc:sldChg chg="modNotesTx">
        <pc:chgData name="(대학원생) 김보성 (인공지능대학원)" userId="c218017a-1992-466e-9cab-0f90bc955251" providerId="ADAL" clId="{978FC346-404C-4CBE-B54E-B1BA0F786847}" dt="2025-06-21T11:05:46.593" v="151" actId="20577"/>
        <pc:sldMkLst>
          <pc:docMk/>
          <pc:sldMk cId="2183055480" sldId="273"/>
        </pc:sldMkLst>
      </pc:sldChg>
      <pc:sldChg chg="modNotesTx">
        <pc:chgData name="(대학원생) 김보성 (인공지능대학원)" userId="c218017a-1992-466e-9cab-0f90bc955251" providerId="ADAL" clId="{978FC346-404C-4CBE-B54E-B1BA0F786847}" dt="2025-06-21T11:09:07.152" v="1671" actId="20577"/>
        <pc:sldMkLst>
          <pc:docMk/>
          <pc:sldMk cId="996538430" sldId="274"/>
        </pc:sldMkLst>
      </pc:sldChg>
      <pc:sldChg chg="modNotesTx">
        <pc:chgData name="(대학원생) 김보성 (인공지능대학원)" userId="c218017a-1992-466e-9cab-0f90bc955251" providerId="ADAL" clId="{978FC346-404C-4CBE-B54E-B1BA0F786847}" dt="2025-06-21T12:52:08.637" v="3524" actId="20577"/>
        <pc:sldMkLst>
          <pc:docMk/>
          <pc:sldMk cId="4057577207" sldId="275"/>
        </pc:sldMkLst>
      </pc:sldChg>
      <pc:sldChg chg="modSp modNotesTx">
        <pc:chgData name="(대학원생) 김보성 (인공지능대학원)" userId="c218017a-1992-466e-9cab-0f90bc955251" providerId="ADAL" clId="{978FC346-404C-4CBE-B54E-B1BA0F786847}" dt="2025-06-21T12:54:46.684" v="4933" actId="20577"/>
        <pc:sldMkLst>
          <pc:docMk/>
          <pc:sldMk cId="2482126115" sldId="276"/>
        </pc:sldMkLst>
        <pc:spChg chg="mod">
          <ac:chgData name="(대학원생) 김보성 (인공지능대학원)" userId="c218017a-1992-466e-9cab-0f90bc955251" providerId="ADAL" clId="{978FC346-404C-4CBE-B54E-B1BA0F786847}" dt="2025-06-21T12:53:36.320" v="4243"/>
          <ac:spMkLst>
            <pc:docMk/>
            <pc:sldMk cId="2482126115" sldId="276"/>
            <ac:spMk id="4" creationId="{351C4DB8-0EFA-20E3-3ED9-5C612B6FBA0B}"/>
          </ac:spMkLst>
        </pc:spChg>
      </pc:sldChg>
      <pc:sldChg chg="modNotesTx">
        <pc:chgData name="(대학원생) 김보성 (인공지능대학원)" userId="c218017a-1992-466e-9cab-0f90bc955251" providerId="ADAL" clId="{978FC346-404C-4CBE-B54E-B1BA0F786847}" dt="2025-06-21T13:21:01.006" v="6472" actId="20577"/>
        <pc:sldMkLst>
          <pc:docMk/>
          <pc:sldMk cId="854969806" sldId="277"/>
        </pc:sldMkLst>
      </pc:sldChg>
      <pc:sldChg chg="modNotesTx">
        <pc:chgData name="(대학원생) 김보성 (인공지능대학원)" userId="c218017a-1992-466e-9cab-0f90bc955251" providerId="ADAL" clId="{978FC346-404C-4CBE-B54E-B1BA0F786847}" dt="2025-06-21T12:59:53.790" v="6334" actId="20577"/>
        <pc:sldMkLst>
          <pc:docMk/>
          <pc:sldMk cId="542725316" sldId="278"/>
        </pc:sldMkLst>
      </pc:sldChg>
      <pc:sldChg chg="addSp delSp modSp add mod modShow modNotesTx">
        <pc:chgData name="(대학원생) 김보성 (인공지능대학원)" userId="c218017a-1992-466e-9cab-0f90bc955251" providerId="ADAL" clId="{978FC346-404C-4CBE-B54E-B1BA0F786847}" dt="2025-06-22T12:22:19.926" v="7008" actId="729"/>
        <pc:sldMkLst>
          <pc:docMk/>
          <pc:sldMk cId="2471685940" sldId="279"/>
        </pc:sldMkLst>
        <pc:spChg chg="mod">
          <ac:chgData name="(대학원생) 김보성 (인공지능대학원)" userId="c218017a-1992-466e-9cab-0f90bc955251" providerId="ADAL" clId="{978FC346-404C-4CBE-B54E-B1BA0F786847}" dt="2025-06-22T12:15:18.307" v="6682" actId="20577"/>
          <ac:spMkLst>
            <pc:docMk/>
            <pc:sldMk cId="2471685940" sldId="279"/>
            <ac:spMk id="2" creationId="{B1D0D4B8-D616-482F-2820-0CC2A340F665}"/>
          </ac:spMkLst>
        </pc:spChg>
        <pc:spChg chg="mod">
          <ac:chgData name="(대학원생) 김보성 (인공지능대학원)" userId="c218017a-1992-466e-9cab-0f90bc955251" providerId="ADAL" clId="{978FC346-404C-4CBE-B54E-B1BA0F786847}" dt="2025-06-22T12:18:45.641" v="6846" actId="20577"/>
          <ac:spMkLst>
            <pc:docMk/>
            <pc:sldMk cId="2471685940" sldId="279"/>
            <ac:spMk id="4" creationId="{39270206-B946-16AF-9160-9368EA7D0ACC}"/>
          </ac:spMkLst>
        </pc:spChg>
        <pc:spChg chg="add mod">
          <ac:chgData name="(대학원생) 김보성 (인공지능대학원)" userId="c218017a-1992-466e-9cab-0f90bc955251" providerId="ADAL" clId="{978FC346-404C-4CBE-B54E-B1BA0F786847}" dt="2025-06-22T12:16:18.582" v="6709" actId="403"/>
          <ac:spMkLst>
            <pc:docMk/>
            <pc:sldMk cId="2471685940" sldId="279"/>
            <ac:spMk id="5" creationId="{28C04B2F-2E76-91FF-FBB0-B00D12F9510B}"/>
          </ac:spMkLst>
        </pc:spChg>
        <pc:spChg chg="add mod">
          <ac:chgData name="(대학원생) 김보성 (인공지능대학원)" userId="c218017a-1992-466e-9cab-0f90bc955251" providerId="ADAL" clId="{978FC346-404C-4CBE-B54E-B1BA0F786847}" dt="2025-06-22T12:18:42.415" v="6844" actId="1076"/>
          <ac:spMkLst>
            <pc:docMk/>
            <pc:sldMk cId="2471685940" sldId="279"/>
            <ac:spMk id="6" creationId="{BE632922-22B0-B8E7-D016-663ABF98EE61}"/>
          </ac:spMkLst>
        </pc:spChg>
        <pc:picChg chg="add mod">
          <ac:chgData name="(대학원생) 김보성 (인공지능대학원)" userId="c218017a-1992-466e-9cab-0f90bc955251" providerId="ADAL" clId="{978FC346-404C-4CBE-B54E-B1BA0F786847}" dt="2025-06-22T12:15:36.548" v="6687" actId="1076"/>
          <ac:picMkLst>
            <pc:docMk/>
            <pc:sldMk cId="2471685940" sldId="279"/>
            <ac:picMk id="1026" creationId="{D09A4741-9286-A1EB-433B-07B59CD107C8}"/>
          </ac:picMkLst>
        </pc:picChg>
        <pc:picChg chg="del">
          <ac:chgData name="(대학원생) 김보성 (인공지능대학원)" userId="c218017a-1992-466e-9cab-0f90bc955251" providerId="ADAL" clId="{978FC346-404C-4CBE-B54E-B1BA0F786847}" dt="2025-06-22T12:15:28.074" v="6683" actId="478"/>
          <ac:picMkLst>
            <pc:docMk/>
            <pc:sldMk cId="2471685940" sldId="279"/>
            <ac:picMk id="6148" creationId="{C31DFB88-FBDF-B587-AA6F-73943BB4C2CD}"/>
          </ac:picMkLst>
        </pc:picChg>
      </pc:sldChg>
      <pc:sldMasterChg chg="modSldLayout">
        <pc:chgData name="(대학원생) 김보성 (인공지능대학원)" userId="c218017a-1992-466e-9cab-0f90bc955251" providerId="ADAL" clId="{978FC346-404C-4CBE-B54E-B1BA0F786847}" dt="2025-06-21T12:50:37.290" v="3066" actId="208"/>
        <pc:sldMasterMkLst>
          <pc:docMk/>
          <pc:sldMasterMk cId="1551385644" sldId="2147483648"/>
        </pc:sldMasterMkLst>
        <pc:sldLayoutChg chg="modSp mod">
          <pc:chgData name="(대학원생) 김보성 (인공지능대학원)" userId="c218017a-1992-466e-9cab-0f90bc955251" providerId="ADAL" clId="{978FC346-404C-4CBE-B54E-B1BA0F786847}" dt="2025-06-21T12:50:37.290" v="3066" actId="208"/>
          <pc:sldLayoutMkLst>
            <pc:docMk/>
            <pc:sldMasterMk cId="1551385644" sldId="2147483648"/>
            <pc:sldLayoutMk cId="1216195693" sldId="2147483661"/>
          </pc:sldLayoutMkLst>
          <pc:cxnChg chg="mod">
            <ac:chgData name="(대학원생) 김보성 (인공지능대학원)" userId="c218017a-1992-466e-9cab-0f90bc955251" providerId="ADAL" clId="{978FC346-404C-4CBE-B54E-B1BA0F786847}" dt="2025-06-21T12:50:37.290" v="3066" actId="208"/>
            <ac:cxnSpMkLst>
              <pc:docMk/>
              <pc:sldMasterMk cId="1551385644" sldId="2147483648"/>
              <pc:sldLayoutMk cId="1216195693" sldId="2147483661"/>
              <ac:cxnSpMk id="21" creationId="{F0720D57-FEA1-FF46-08FC-7C8655B82F76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DBED1-2171-4DB2-8784-6B258434651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24475-3CF0-4CAF-99B6-1345B3869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52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2D687-D141-4591-A1A7-15C63B2AF09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164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346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490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136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790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633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006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556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208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C7A9A-6463-BEC5-2359-1D966758F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BC6FEA-25D2-5E63-6B15-8BE8D53D5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1A6B95-5101-10B8-DD95-A35184A0C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BF156-0588-5F03-9B95-63A6EA77E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235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589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06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420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625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85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107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0698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517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190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DCD6D-D47E-69E6-E0D9-FC457BF36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988FFD-F201-7811-454F-F2D222032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C861A-A35D-C7F2-FDCA-21B06758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726CF9-E7D1-C1D0-EAF1-B46398A4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0F17C5-95B1-D9AC-433D-FF3C8904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90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3BAC6-B8C1-62F0-1937-83E1A67C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8514CD-9F52-6C02-BBDC-E297C450E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F3BA6-9BDC-CA04-ABD4-C1C16579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C1885A-5EC2-C54A-CCB1-C8C8F2BA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A8C384-B73E-E86C-25E6-04E5588E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30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75F07-91DA-2380-2BDD-45A6509E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9D86BD-2D03-4D77-6FA5-74FAF75ED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B9A105-1D72-A9FC-5211-CC3F5799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DDCD73-06A2-506B-5E95-6EAA4486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49469D-17A3-6158-D1F7-098B8D8F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098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01339-823B-E5DD-4FB1-EF664D63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D3C61-3D3B-3F47-17E1-F53E66B37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7EFF62-AF6B-CD7A-B85C-04FF8564C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E448A6-1102-BBA7-6BAE-A12EEBB19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98994A-9112-FFA0-18CE-C45FA7B20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249CE-CDB9-6B9C-7947-C22BB51A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37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10FFE-C78B-D847-CC46-A3B36F3D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119202-EA99-6888-3566-14F128047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8D27BC-307E-D895-2E30-93636E931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FEB756-3F27-2690-AC71-878C65AC2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6E3631-2739-A618-DF78-028DA5F23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2C1469-E8D5-63B2-88A3-EA3080751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A61BD63-D58E-CAEC-3AC2-5AB4669A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EE96D7C-385C-269A-E815-EAF92051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84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A97B7-AD40-70EE-CD5C-2DC91E72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A7F690-7646-840D-EFC6-854B0E03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179923-E641-A1F0-7C56-6C728E2A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BEE3B5-689A-8F59-0A92-B53D6502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893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E663BB-7467-16C4-41D3-888EF683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9BE990-2020-31EB-68FF-5CF9D8DD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5183D6-C6F9-1403-5905-114C53F4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5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A47AE-2D63-76CC-C8F5-F0A53625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005AA-30B2-32C6-6A8B-38EB17EAE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1B8BBE-B738-9060-31A7-A9DFE453F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0C640-BC2B-2263-7000-2DD8FD56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D3B982-0EC4-BCEC-7466-295B2DDA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5F1577-1EC3-E8D8-8316-0051C6F5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90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52DBF-0076-E088-2CDA-09E2F73A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396F37-4F34-3993-584B-919D94970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5F2DD4-41B5-B487-6A87-B1D82E782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FD904D-7F15-A237-6F63-F938EEAF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71F868-8848-34B2-3689-3EE9DE31D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21D907-1626-E217-D20E-3FB6B4CF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9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929DEB-B236-77E7-8EAB-C7F378AF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E2B811-F1AA-7A03-3384-74CDF0DEE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CAA5D-D8DB-159B-0C2B-2EEB0489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1A0B89-D56E-C336-E6A2-1492B3C8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AFD7E6-BDF6-5683-761D-475EC675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250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A4C4FA-84D5-6577-C6FA-8C6BEEF7F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2A4743-5275-0636-9AB8-9DAFE1C45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06E0E-9504-8E6D-90BE-AAC6C39B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ECD23D-9922-8323-3E41-FA663E0C1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2B4668-A54E-D744-568E-06BAFFFF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064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8934" y="2132856"/>
            <a:ext cx="9144000" cy="1996579"/>
          </a:xfrm>
        </p:spPr>
        <p:txBody>
          <a:bodyPr anchor="ctr"/>
          <a:lstStyle>
            <a:lvl1pPr algn="ctr">
              <a:defRPr sz="6000" b="1" i="0" spc="-15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18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9CC8A24-1777-6247-9B52-340C86F7C073}"/>
              </a:ext>
            </a:extLst>
          </p:cNvPr>
          <p:cNvSpPr/>
          <p:nvPr/>
        </p:nvSpPr>
        <p:spPr>
          <a:xfrm>
            <a:off x="0" y="-1"/>
            <a:ext cx="12192000" cy="224309"/>
          </a:xfrm>
          <a:prstGeom prst="rect">
            <a:avLst/>
          </a:prstGeom>
          <a:gradFill>
            <a:gsLst>
              <a:gs pos="49000">
                <a:schemeClr val="tx1"/>
              </a:gs>
              <a:gs pos="85000">
                <a:schemeClr val="accent3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900" b="0" i="0">
              <a:latin typeface="Microsoft GothicNeo" panose="020B0500000101010101" pitchFamily="34" charset="-127"/>
            </a:endParaRPr>
          </a:p>
        </p:txBody>
      </p:sp>
      <p:cxnSp>
        <p:nvCxnSpPr>
          <p:cNvPr id="14" name="직선 연결선[R] 10">
            <a:extLst>
              <a:ext uri="{FF2B5EF4-FFF2-40B4-BE49-F238E27FC236}">
                <a16:creationId xmlns:a16="http://schemas.microsoft.com/office/drawing/2014/main" id="{BC38C219-48C9-75A0-980B-28BCCC63E028}"/>
              </a:ext>
            </a:extLst>
          </p:cNvPr>
          <p:cNvCxnSpPr>
            <a:cxnSpLocks/>
          </p:cNvCxnSpPr>
          <p:nvPr userDrawn="1"/>
        </p:nvCxnSpPr>
        <p:spPr>
          <a:xfrm>
            <a:off x="559631" y="6297930"/>
            <a:ext cx="11196435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F0720D57-FEA1-FF46-08FC-7C8655B82F76}"/>
              </a:ext>
            </a:extLst>
          </p:cNvPr>
          <p:cNvCxnSpPr>
            <a:cxnSpLocks/>
          </p:cNvCxnSpPr>
          <p:nvPr/>
        </p:nvCxnSpPr>
        <p:spPr>
          <a:xfrm>
            <a:off x="707103" y="1143132"/>
            <a:ext cx="6660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제목 1">
            <a:extLst>
              <a:ext uri="{FF2B5EF4-FFF2-40B4-BE49-F238E27FC236}">
                <a16:creationId xmlns:a16="http://schemas.microsoft.com/office/drawing/2014/main" id="{2FEB2963-712D-F0B5-7AD0-C844136A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103" y="349349"/>
            <a:ext cx="10934656" cy="775727"/>
          </a:xfrm>
        </p:spPr>
        <p:txBody>
          <a:bodyPr anchor="ctr">
            <a:noAutofit/>
          </a:bodyPr>
          <a:lstStyle>
            <a:lvl1pPr>
              <a:defRPr sz="2800" b="1" i="0" spc="-15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CE35E549-1A2C-11C6-5BCB-D09B7836BD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103" y="1240287"/>
            <a:ext cx="10934656" cy="51774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1" i="0" spc="-150">
                <a:solidFill>
                  <a:schemeClr val="bg1">
                    <a:lumMod val="50000"/>
                  </a:schemeClr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457177" indent="0">
              <a:lnSpc>
                <a:spcPct val="100000"/>
              </a:lnSpc>
              <a:buNone/>
              <a:defRPr sz="1600" b="1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ADD458-E4AA-AA1C-D3FC-F72CD03776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8977" y="1988840"/>
            <a:ext cx="10934656" cy="4104451"/>
          </a:xfrm>
        </p:spPr>
        <p:txBody>
          <a:bodyPr>
            <a:normAutofit/>
          </a:bodyPr>
          <a:lstStyle>
            <a:lvl1pPr marL="0" indent="0">
              <a:buNone/>
              <a:defRPr sz="1800" b="0" i="0" spc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599761-06FF-3A04-4CA3-6A4B943BC49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9435" y="6310952"/>
            <a:ext cx="820761" cy="365125"/>
          </a:xfrm>
        </p:spPr>
        <p:txBody>
          <a:bodyPr/>
          <a:lstStyle/>
          <a:p>
            <a:fld id="{C0AD2992-1BDB-EF4C-8710-342F10302F4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6195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B89CC0-4E5B-C723-D664-20C3468E7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4762A4-5E8E-5C7A-34D5-6288D2BAA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47748B-B895-36B1-DC01-844A50D61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CEE20-3166-41BC-BE09-5AF1D050BEC7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C697B-83FA-3252-5AB0-3D196E913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69F3E2-BF54-CA69-D17F-91813397C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3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EA3406-480B-DA06-167C-031018452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173" y="1990828"/>
            <a:ext cx="11071654" cy="1996579"/>
          </a:xfrm>
        </p:spPr>
        <p:txBody>
          <a:bodyPr>
            <a:noAutofit/>
          </a:bodyPr>
          <a:lstStyle/>
          <a:p>
            <a:pPr algn="l"/>
            <a:br>
              <a:rPr lang="en-US" altLang="ko-KR" sz="4000" b="0"/>
            </a:br>
            <a:r>
              <a:rPr lang="en-US" altLang="ko-KR" sz="4000" b="0"/>
              <a:t>Fast Inference from Transformers via </a:t>
            </a:r>
            <a:br>
              <a:rPr lang="en-US" altLang="ko-KR" sz="4000" b="0"/>
            </a:br>
            <a:r>
              <a:rPr lang="en-US" altLang="ko-KR" sz="4000" b="0"/>
              <a:t>Speculative Decoding</a:t>
            </a:r>
            <a:br>
              <a:rPr lang="en-US" altLang="ko-KR" sz="4000" b="0"/>
            </a:br>
            <a:endParaRPr lang="ko-KR" alt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963F1-B840-65EC-75D9-22BCB4D00824}"/>
              </a:ext>
            </a:extLst>
          </p:cNvPr>
          <p:cNvSpPr txBox="1"/>
          <p:nvPr/>
        </p:nvSpPr>
        <p:spPr>
          <a:xfrm>
            <a:off x="560173" y="3798888"/>
            <a:ext cx="7190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altLang="ko-KR"/>
              <a:t>Yaniv Leviathan, Matan Kalman, Yossi Matias</a:t>
            </a:r>
          </a:p>
          <a:p>
            <a:r>
              <a:rPr lang="fi-FI" altLang="ko-KR"/>
              <a:t>2023 ICML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A7B3F-13AA-0000-08D4-0F187BA83BB6}"/>
              </a:ext>
            </a:extLst>
          </p:cNvPr>
          <p:cNvSpPr txBox="1"/>
          <p:nvPr/>
        </p:nvSpPr>
        <p:spPr>
          <a:xfrm>
            <a:off x="8087095" y="5907743"/>
            <a:ext cx="4303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딥논읽 </a:t>
            </a:r>
            <a:r>
              <a:rPr lang="en-US" altLang="ko-KR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7</a:t>
            </a:r>
            <a:r>
              <a:rPr lang="ko-KR" altLang="en-US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기 자연어처리팀</a:t>
            </a:r>
            <a:br>
              <a:rPr lang="en-US" altLang="ko-KR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</a:b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 </a:t>
            </a:r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김보성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(</a:t>
            </a:r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발표자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), </a:t>
            </a:r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정현석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박민건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황예진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박주혜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</a:p>
          <a:p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이예서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임다예슬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김유진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이웅기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김기환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조해창</a:t>
            </a:r>
            <a:r>
              <a:rPr lang="en-US" altLang="ko-KR" sz="15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 </a:t>
            </a:r>
            <a:endParaRPr lang="ko-KR" altLang="en-US" sz="15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</p:txBody>
      </p:sp>
      <p:pic>
        <p:nvPicPr>
          <p:cNvPr id="6" name="그림 5" descr="클립아트, 그림, 만화 영화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64824A-EAB3-62F1-5E45-B3DD2E9EA2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27" y="276309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93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090680-3E72-A11C-5E31-49F2A47C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(</a:t>
            </a:r>
            <a:r>
              <a:rPr lang="ko-KR" altLang="en-US"/>
              <a:t>거</a:t>
            </a:r>
            <a:r>
              <a:rPr lang="en-US" altLang="ko-KR"/>
              <a:t>)</a:t>
            </a:r>
            <a:r>
              <a:rPr lang="ko-KR" altLang="en-US"/>
              <a:t>대</a:t>
            </a:r>
            <a:r>
              <a:rPr lang="en-US" altLang="ko-KR"/>
              <a:t>-</a:t>
            </a:r>
            <a:r>
              <a:rPr lang="ko-KR" altLang="en-US"/>
              <a:t>모델들의 시대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3E68267-B2F6-9F11-3048-40CB9413D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506" y="1367205"/>
            <a:ext cx="8484398" cy="477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E4F754-4926-233E-33B2-0CC154AE646D}"/>
              </a:ext>
            </a:extLst>
          </p:cNvPr>
          <p:cNvSpPr txBox="1"/>
          <p:nvPr/>
        </p:nvSpPr>
        <p:spPr>
          <a:xfrm>
            <a:off x="531421" y="6385540"/>
            <a:ext cx="98713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None/>
            </a:pPr>
            <a:r>
              <a:rPr lang="en-US" altLang="ko-KR" sz="1000" b="1">
                <a:effectLst/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[1]LLM Parameters explained, Tushar Jain, Linkedin Article</a:t>
            </a:r>
            <a:endParaRPr lang="ko-KR" altLang="en-US" sz="1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134203-CCF7-4662-8B0B-B66027D4863C}"/>
              </a:ext>
            </a:extLst>
          </p:cNvPr>
          <p:cNvSpPr txBox="1"/>
          <p:nvPr/>
        </p:nvSpPr>
        <p:spPr>
          <a:xfrm>
            <a:off x="10200904" y="5895144"/>
            <a:ext cx="4186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>
                <a:effectLst/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[1]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32325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8FB1-891F-6239-6748-08B7B26A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94CB6-C078-A4B0-F61B-E5968BE93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Transformer </a:t>
            </a:r>
            <a:r>
              <a:rPr lang="ko-KR" altLang="en-US"/>
              <a:t>구조의 한계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9F52F-0ECF-B4DC-5478-96A507CD59A0}"/>
              </a:ext>
            </a:extLst>
          </p:cNvPr>
          <p:cNvSpPr txBox="1"/>
          <p:nvPr/>
        </p:nvSpPr>
        <p:spPr>
          <a:xfrm>
            <a:off x="6403182" y="920621"/>
            <a:ext cx="508171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▸ </a:t>
            </a:r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Autoregressive </a:t>
            </a: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구조의 근본적 한계</a:t>
            </a:r>
            <a:endParaRPr lang="en-US" altLang="ko-KR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pPr>
              <a:buNone/>
            </a:pPr>
            <a:endParaRPr lang="ko-KR" altLang="en-US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출력 토큰 간 의존성</a:t>
            </a:r>
            <a:b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</a:b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→ 출력 병렬화가 원천적으로 불가능</a:t>
            </a:r>
            <a:endParaRPr lang="en-US" altLang="ko-KR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구조적 병렬성</a:t>
            </a:r>
            <a:b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</a:b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→ 정작 생성 과정은 순차적으로 제한</a:t>
            </a:r>
            <a:endParaRPr lang="en-US" altLang="ko-KR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출력 길이의 지속적인 증가</a:t>
            </a:r>
            <a:b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</a:b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→ </a:t>
            </a:r>
            <a:r>
              <a:rPr lang="en-US" altLang="ko-KR" sz="2000" i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Exaone 3.5 </a:t>
            </a:r>
            <a:r>
              <a:rPr lang="ko-KR" altLang="en-US" sz="2000" i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기준</a:t>
            </a:r>
            <a:r>
              <a:rPr lang="en-US" altLang="ko-KR" sz="2000" i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: </a:t>
            </a:r>
            <a:r>
              <a:rPr lang="ko-KR" altLang="en-US" sz="2000" i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최대 </a:t>
            </a:r>
            <a:r>
              <a:rPr lang="en-US" altLang="ko-KR" sz="2000" i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32,768 </a:t>
            </a:r>
            <a:r>
              <a:rPr lang="ko-KR" altLang="en-US" sz="2000" i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토큰</a:t>
            </a:r>
            <a:endParaRPr lang="en-US" altLang="ko-KR" sz="2000" i="1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수십억 개의 파라미터를 활용한 연산</a:t>
            </a:r>
            <a:b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</a:b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→ 수만 회 반복</a:t>
            </a:r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극도의 계산 비효율성</a:t>
            </a:r>
            <a:endParaRPr lang="en-US" altLang="ko-KR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물론</a:t>
            </a:r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KV caching</a:t>
            </a: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 등 </a:t>
            </a:r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 </a:t>
            </a: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사용으로 </a:t>
            </a:r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N</a:t>
            </a: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배는 아닙니다</a:t>
            </a:r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.</a:t>
            </a:r>
            <a:endParaRPr lang="ko-KR" altLang="en-US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830937B-9B47-650E-D923-FBCE3C56E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454" y="1326204"/>
            <a:ext cx="3467171" cy="488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44A8-6B10-7EC4-59BB-83765464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출력의 난이도는 동일하지 않다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5E44EA-FDC7-D8CC-7C80-29D24ABD02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3357" y="4833256"/>
            <a:ext cx="10259452" cy="1423851"/>
          </a:xfrm>
        </p:spPr>
        <p:txBody>
          <a:bodyPr>
            <a:normAutofit/>
          </a:bodyPr>
          <a:lstStyle/>
          <a:p>
            <a:r>
              <a:rPr lang="ko-KR" altLang="en-US" sz="2000"/>
              <a:t>난이도</a:t>
            </a:r>
            <a:r>
              <a:rPr lang="en-US" altLang="ko-KR" sz="2000"/>
              <a:t>(“</a:t>
            </a:r>
            <a:r>
              <a:rPr lang="ko-KR" altLang="en-US" sz="2000"/>
              <a:t>예를 들어</a:t>
            </a:r>
            <a:r>
              <a:rPr lang="en-US" altLang="ko-KR" sz="2000"/>
              <a:t>” ) != </a:t>
            </a:r>
            <a:r>
              <a:rPr lang="ko-KR" altLang="en-US" sz="2000"/>
              <a:t>난이도</a:t>
            </a:r>
            <a:r>
              <a:rPr lang="en-US" altLang="ko-KR" sz="2000"/>
              <a:t>(“${P:</a:t>
            </a:r>
            <a:r>
              <a:rPr lang="ko-KR" altLang="en-US" sz="2000"/>
              <a:t> </a:t>
            </a:r>
            <a:r>
              <a:rPr lang="en-US" altLang="ko-KR" sz="2000"/>
              <a:t>\mathcal{F} \to [0,1], \quad P(\Omega) = 1)$)</a:t>
            </a:r>
          </a:p>
          <a:p>
            <a:endParaRPr lang="en-US" altLang="ko-KR" sz="2000"/>
          </a:p>
          <a:p>
            <a:r>
              <a:rPr lang="en-US" altLang="ko-KR" sz="2400" b="1">
                <a:solidFill>
                  <a:srgbClr val="C00000"/>
                </a:solidFill>
              </a:rPr>
              <a:t>“</a:t>
            </a:r>
            <a:r>
              <a:rPr lang="ko-KR" altLang="en-US" sz="2400" b="1">
                <a:solidFill>
                  <a:srgbClr val="C00000"/>
                </a:solidFill>
              </a:rPr>
              <a:t>예를 들어</a:t>
            </a:r>
            <a:r>
              <a:rPr lang="en-US" altLang="ko-KR" sz="2400" b="1">
                <a:solidFill>
                  <a:srgbClr val="C00000"/>
                </a:solidFill>
              </a:rPr>
              <a:t>”</a:t>
            </a:r>
            <a:r>
              <a:rPr lang="ko-KR" altLang="en-US" sz="2400" b="1">
                <a:solidFill>
                  <a:srgbClr val="C00000"/>
                </a:solidFill>
              </a:rPr>
              <a:t>를 출력하는데에</a:t>
            </a:r>
            <a:r>
              <a:rPr lang="en-US" altLang="ko-KR" sz="2400" b="1">
                <a:solidFill>
                  <a:srgbClr val="C00000"/>
                </a:solidFill>
              </a:rPr>
              <a:t>, </a:t>
            </a:r>
            <a:r>
              <a:rPr lang="ko-KR" altLang="en-US" sz="2400" b="1">
                <a:solidFill>
                  <a:srgbClr val="C00000"/>
                </a:solidFill>
              </a:rPr>
              <a:t>수백 억짜리 </a:t>
            </a:r>
            <a:r>
              <a:rPr lang="en-US" altLang="ko-KR" sz="2400" b="1">
                <a:solidFill>
                  <a:srgbClr val="C00000"/>
                </a:solidFill>
              </a:rPr>
              <a:t>2T </a:t>
            </a:r>
            <a:r>
              <a:rPr lang="ko-KR" altLang="en-US" sz="2400" b="1">
                <a:solidFill>
                  <a:srgbClr val="C00000"/>
                </a:solidFill>
              </a:rPr>
              <a:t>파라미터 모델이 필요하지는 않다</a:t>
            </a:r>
            <a:r>
              <a:rPr lang="en-US" altLang="ko-KR" sz="2400" b="1">
                <a:solidFill>
                  <a:srgbClr val="C00000"/>
                </a:solidFill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3A2CF0-AD69-04D7-E98F-465466280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1455593"/>
            <a:ext cx="92583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3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E5D59-A967-9D39-4489-37E707AE9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Main Idea : “</a:t>
            </a:r>
            <a:r>
              <a:rPr lang="ko-KR" altLang="en-US"/>
              <a:t>그냥 </a:t>
            </a:r>
            <a:r>
              <a:rPr lang="en-US" altLang="ko-KR"/>
              <a:t>2</a:t>
            </a:r>
            <a:r>
              <a:rPr lang="ko-KR" altLang="en-US"/>
              <a:t>개 쓰죠</a:t>
            </a:r>
            <a:r>
              <a:rPr lang="en-US" altLang="ko-KR"/>
              <a:t>?”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4917BE-36B5-B7A7-4672-0FCC6C3668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44346" y="1376774"/>
            <a:ext cx="4781776" cy="4929452"/>
          </a:xfrm>
        </p:spPr>
        <p:txBody>
          <a:bodyPr>
            <a:noAutofit/>
          </a:bodyPr>
          <a:lstStyle/>
          <a:p>
            <a:r>
              <a:rPr lang="en-US" altLang="ko-KR" sz="2000" b="1"/>
              <a:t>Speculative Execution : </a:t>
            </a:r>
          </a:p>
          <a:p>
            <a:r>
              <a:rPr lang="ko-KR" altLang="en-US" sz="2000"/>
              <a:t>작업자 </a:t>
            </a:r>
            <a:r>
              <a:rPr lang="en-US" altLang="ko-KR" sz="2000"/>
              <a:t>A</a:t>
            </a:r>
            <a:r>
              <a:rPr lang="ko-KR" altLang="en-US" sz="2000"/>
              <a:t>와</a:t>
            </a:r>
            <a:r>
              <a:rPr lang="en-US" altLang="ko-KR" sz="2000"/>
              <a:t>, </a:t>
            </a:r>
            <a:r>
              <a:rPr lang="ko-KR" altLang="en-US" sz="2000"/>
              <a:t>검증자 </a:t>
            </a:r>
            <a:r>
              <a:rPr lang="en-US" altLang="ko-KR" sz="2000"/>
              <a:t>B. </a:t>
            </a:r>
          </a:p>
          <a:p>
            <a:r>
              <a:rPr lang="en-US" altLang="ko-KR" sz="2000"/>
              <a:t>A</a:t>
            </a:r>
            <a:r>
              <a:rPr lang="ko-KR" altLang="en-US" sz="2000"/>
              <a:t>의 작업 </a:t>
            </a:r>
            <a:r>
              <a:rPr lang="en-US" altLang="ko-KR" sz="2000"/>
              <a:t>N</a:t>
            </a:r>
            <a:r>
              <a:rPr lang="ko-KR" altLang="en-US" sz="2000"/>
              <a:t>개가 예정되었을 때</a:t>
            </a:r>
            <a:r>
              <a:rPr lang="en-US" altLang="ko-KR" sz="2000"/>
              <a:t>, </a:t>
            </a:r>
          </a:p>
          <a:p>
            <a:r>
              <a:rPr lang="en-US" altLang="ko-KR" sz="2000"/>
              <a:t>B</a:t>
            </a:r>
            <a:r>
              <a:rPr lang="ko-KR" altLang="en-US" sz="2000"/>
              <a:t>는 해당 작업들이 필요한 것인지 검증</a:t>
            </a:r>
            <a:r>
              <a:rPr lang="en-US" altLang="ko-KR" sz="2000"/>
              <a:t>. </a:t>
            </a:r>
          </a:p>
          <a:p>
            <a:r>
              <a:rPr lang="ko-KR" altLang="en-US" sz="2000"/>
              <a:t>검증된 작업만이 실제로 실행된다</a:t>
            </a:r>
            <a:r>
              <a:rPr lang="en-US" altLang="ko-KR" sz="2000"/>
              <a:t>. </a:t>
            </a:r>
          </a:p>
          <a:p>
            <a:endParaRPr lang="en-US" altLang="ko-KR" sz="2000"/>
          </a:p>
          <a:p>
            <a:r>
              <a:rPr lang="en-US" altLang="ko-KR" sz="2000" b="1"/>
              <a:t>Speculative Decoding :</a:t>
            </a:r>
          </a:p>
          <a:p>
            <a:r>
              <a:rPr lang="ko-KR" altLang="en-US" sz="2000"/>
              <a:t>소형 모델 </a:t>
            </a:r>
            <a:r>
              <a:rPr lang="en-US" altLang="ko-KR" sz="2000"/>
              <a:t>A</a:t>
            </a:r>
            <a:r>
              <a:rPr lang="ko-KR" altLang="en-US" sz="2000"/>
              <a:t>와</a:t>
            </a:r>
            <a:r>
              <a:rPr lang="en-US" altLang="ko-KR" sz="2000"/>
              <a:t>, </a:t>
            </a:r>
            <a:r>
              <a:rPr lang="ko-KR" altLang="en-US" sz="2000"/>
              <a:t>거대 모델 </a:t>
            </a:r>
            <a:r>
              <a:rPr lang="en-US" altLang="ko-KR" sz="2000"/>
              <a:t>B. </a:t>
            </a:r>
          </a:p>
          <a:p>
            <a:r>
              <a:rPr lang="en-US" altLang="ko-KR" sz="2000"/>
              <a:t>A(Draft)</a:t>
            </a:r>
            <a:r>
              <a:rPr lang="ko-KR" altLang="en-US" sz="2000"/>
              <a:t>는 </a:t>
            </a:r>
            <a:r>
              <a:rPr lang="en-US" altLang="ko-KR" sz="2000"/>
              <a:t>Draft(</a:t>
            </a:r>
            <a:r>
              <a:rPr lang="ko-KR" altLang="en-US" sz="2000"/>
              <a:t>초본</a:t>
            </a:r>
            <a:r>
              <a:rPr lang="en-US" altLang="ko-KR" sz="2000"/>
              <a:t>)</a:t>
            </a:r>
            <a:r>
              <a:rPr lang="ko-KR" altLang="en-US" sz="2000"/>
              <a:t>을 생성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B(Target)</a:t>
            </a:r>
            <a:r>
              <a:rPr lang="ko-KR" altLang="en-US" sz="2000"/>
              <a:t>는 해당 초본을 검증한다</a:t>
            </a:r>
            <a:r>
              <a:rPr lang="en-US" altLang="ko-KR" sz="2000"/>
              <a:t>. </a:t>
            </a:r>
          </a:p>
          <a:p>
            <a:r>
              <a:rPr lang="ko-KR" altLang="en-US" sz="2000"/>
              <a:t>통과하면</a:t>
            </a:r>
            <a:r>
              <a:rPr lang="en-US" altLang="ko-KR" sz="2000"/>
              <a:t>, </a:t>
            </a:r>
            <a:r>
              <a:rPr lang="ko-KR" altLang="en-US" sz="2000"/>
              <a:t>확정한다</a:t>
            </a:r>
            <a:r>
              <a:rPr lang="en-US" altLang="ko-KR" sz="2000"/>
              <a:t>. </a:t>
            </a:r>
          </a:p>
          <a:p>
            <a:endParaRPr lang="en-US" altLang="ko-KR" sz="2000"/>
          </a:p>
          <a:p>
            <a:r>
              <a:rPr lang="en-US" altLang="ko-KR" sz="2000"/>
              <a:t> </a:t>
            </a:r>
            <a:endParaRPr lang="ko-KR" altLang="en-US" sz="20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11D92C-E901-F724-0983-1B8F8D3F4C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94" b="13176"/>
          <a:stretch>
            <a:fillRect/>
          </a:stretch>
        </p:blipFill>
        <p:spPr>
          <a:xfrm>
            <a:off x="1295073" y="1233842"/>
            <a:ext cx="3942956" cy="478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1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ED914-C179-71AD-4999-933B9C66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Method : Speculative Decoding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A61049-5479-80FF-9F17-E902C969F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03" y="1635206"/>
            <a:ext cx="11107876" cy="27942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9704D1-7BBB-778D-98A0-5EF5549669CC}"/>
                  </a:ext>
                </a:extLst>
              </p:cNvPr>
              <p:cNvSpPr txBox="1"/>
              <p:nvPr/>
            </p:nvSpPr>
            <p:spPr>
              <a:xfrm>
                <a:off x="707103" y="4544661"/>
                <a:ext cx="983818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solidFill>
                      <a:srgbClr val="40A040"/>
                    </a:solidFill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Green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 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: Draft 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출력 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/ </a:t>
                </a:r>
                <a:r>
                  <a:rPr lang="en-US" altLang="ko-KR" sz="2000">
                    <a:solidFill>
                      <a:srgbClr val="FF1212"/>
                    </a:solidFill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Red 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: 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거절된 출력 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/ </a:t>
                </a:r>
                <a:r>
                  <a:rPr lang="en-US" altLang="ko-KR" sz="2000">
                    <a:solidFill>
                      <a:srgbClr val="6A6AFF"/>
                    </a:solidFill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Blue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 : 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타겟 출력 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/ Black : 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확정된 출력</a:t>
                </a:r>
                <a:endParaRPr lang="en-US" altLang="ko-KR" sz="2000">
                  <a:latin typeface="Microsoft 고딕Neo" panose="020B0500000101010101" pitchFamily="50" charset="-127"/>
                  <a:ea typeface="Microsoft 고딕Neo" panose="020B0500000101010101" pitchFamily="50" charset="-127"/>
                  <a:cs typeface="Microsoft 고딕Neo" panose="020B0500000101010101" pitchFamily="50" charset="-127"/>
                </a:endParaRPr>
              </a:p>
              <a:p>
                <a:endParaRPr lang="en-US" altLang="ko-KR" sz="2000">
                  <a:latin typeface="Microsoft 고딕Neo" panose="020B0500000101010101" pitchFamily="50" charset="-127"/>
                  <a:ea typeface="Microsoft 고딕Neo" panose="020B0500000101010101" pitchFamily="50" charset="-127"/>
                  <a:cs typeface="Microsoft 고딕Neo" panose="020B0500000101010101" pitchFamily="50" charset="-127"/>
                </a:endParaRPr>
              </a:p>
              <a:p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검증 주기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Microsoft 고딕Neo" panose="020B0500000101010101" pitchFamily="50" charset="-127"/>
                        <a:cs typeface="Microsoft 고딕Neo" panose="020B0500000101010101" pitchFamily="50" charset="-127"/>
                      </a:rPr>
                      <m:t>𝛾</m:t>
                    </m:r>
                  </m:oMath>
                </a14:m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마다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, 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검증 모델 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B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가 작동한다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. </a:t>
                </a:r>
              </a:p>
              <a:p>
                <a:endParaRPr lang="en-US" altLang="ko-KR" sz="2000">
                  <a:latin typeface="Microsoft 고딕Neo" panose="020B0500000101010101" pitchFamily="50" charset="-127"/>
                  <a:ea typeface="Microsoft 고딕Neo" panose="020B0500000101010101" pitchFamily="50" charset="-127"/>
                  <a:cs typeface="Microsoft 고딕Neo" panose="020B0500000101010101" pitchFamily="50" charset="-127"/>
                </a:endParaRPr>
              </a:p>
              <a:p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기본적으로는 초본 모델 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A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가 생성한다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. </a:t>
                </a:r>
                <a:endParaRPr lang="ko-KR" altLang="en-US" sz="2000">
                  <a:latin typeface="Microsoft 고딕Neo" panose="020B0500000101010101" pitchFamily="50" charset="-127"/>
                  <a:ea typeface="Microsoft 고딕Neo" panose="020B0500000101010101" pitchFamily="50" charset="-127"/>
                  <a:cs typeface="Microsoft 고딕Neo" panose="020B05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9704D1-7BBB-778D-98A0-5EF554966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03" y="4544661"/>
                <a:ext cx="9838186" cy="1631216"/>
              </a:xfrm>
              <a:prstGeom prst="rect">
                <a:avLst/>
              </a:prstGeom>
              <a:blipFill>
                <a:blip r:embed="rId4"/>
                <a:stretch>
                  <a:fillRect l="-682" t="-2247" b="-59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5811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EDFA-54D9-0554-96E3-BA50081FB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A591D-E25B-27FE-1AE6-68144DF3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어떻게 검증하는가</a:t>
            </a:r>
            <a:r>
              <a:rPr lang="en-US" altLang="ko-KR"/>
              <a:t>?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2CCAC8-420B-4722-A21E-1C4AEA36F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802" y="1377538"/>
            <a:ext cx="4087805" cy="45319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68C788-3C1B-3E95-020D-A6B61B4059C2}"/>
                  </a:ext>
                </a:extLst>
              </p:cNvPr>
              <p:cNvSpPr txBox="1"/>
              <p:nvPr/>
            </p:nvSpPr>
            <p:spPr>
              <a:xfrm>
                <a:off x="6096000" y="1816091"/>
                <a:ext cx="5771408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Draft Model A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와 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Target Model B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의 출력 토큰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ko-KR" sz="2000" b="0">
                  <a:latin typeface="Microsoft 고딕Neo" panose="020B0500000101010101" pitchFamily="50" charset="-127"/>
                </a:endParaRPr>
              </a:p>
              <a:p>
                <a:endParaRPr lang="en-US" altLang="ko-KR" sz="2000">
                  <a:latin typeface="Microsoft 고딕Neo" panose="020B0500000101010101" pitchFamily="50" charset="-127"/>
                  <a:ea typeface="Microsoft 고딕Neo" panose="020B0500000101010101" pitchFamily="50" charset="-127"/>
                  <a:cs typeface="Microsoft 고딕Neo" panose="020B0500000101010101" pitchFamily="50" charset="-127"/>
                </a:endParaRPr>
              </a:p>
              <a:p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A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Microsoft 고딕Neo" panose="020B0500000101010101" pitchFamily="50" charset="-127"/>
                            <a:cs typeface="Microsoft 고딕Neo" panose="020B05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Microsoft 고딕Neo" panose="020B0500000101010101" pitchFamily="50" charset="-127"/>
                            <a:cs typeface="Microsoft 고딕Neo" panose="020B05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Microsoft 고딕Neo" panose="020B0500000101010101" pitchFamily="50" charset="-127"/>
                            <a:cs typeface="Microsoft 고딕Neo" panose="020B0500000101010101" pitchFamily="50" charset="-127"/>
                          </a:rPr>
                          <m:t>𝑡</m:t>
                        </m:r>
                      </m:sub>
                    </m:sSub>
                    <m:r>
                      <a:rPr lang="en-US" altLang="ko-KR" sz="2000" i="1" smtClean="0">
                        <a:latin typeface="Cambria Math" panose="02040503050406030204" pitchFamily="18" charset="0"/>
                        <a:ea typeface="Microsoft 고딕Neo" panose="020B0500000101010101" pitchFamily="50" charset="-127"/>
                        <a:cs typeface="Microsoft 고딕Neo" panose="020B0500000101010101" pitchFamily="50" charset="-127"/>
                      </a:rPr>
                      <m:t> </m:t>
                    </m:r>
                  </m:oMath>
                </a14:m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토큰에 가지는 확률을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endParaRPr lang="en-US" altLang="ko-KR" sz="2000" b="0">
                  <a:latin typeface="Microsoft 고딕Neo" panose="020B0500000101010101" pitchFamily="50" charset="-127"/>
                  <a:ea typeface="Microsoft 고딕Neo" panose="020B0500000101010101" pitchFamily="50" charset="-127"/>
                  <a:cs typeface="Microsoft 고딕Neo" panose="020B0500000101010101" pitchFamily="50" charset="-127"/>
                </a:endParaRPr>
              </a:p>
              <a:p>
                <a:r>
                  <a:rPr lang="en-US" altLang="ko-KR" sz="2000" b="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B</a:t>
                </a:r>
                <a:r>
                  <a:rPr lang="ko-KR" altLang="en-US" sz="2000" b="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Microsoft 고딕Neo" panose="020B0500000101010101" pitchFamily="50" charset="-127"/>
                            <a:cs typeface="Microsoft 고딕Neo" panose="020B05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Microsoft 고딕Neo" panose="020B0500000101010101" pitchFamily="50" charset="-127"/>
                            <a:cs typeface="Microsoft 고딕Neo" panose="020B05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Microsoft 고딕Neo" panose="020B0500000101010101" pitchFamily="50" charset="-127"/>
                            <a:cs typeface="Microsoft 고딕Neo" panose="020B0500000101010101" pitchFamily="50" charset="-127"/>
                          </a:rPr>
                          <m:t>𝑡</m:t>
                        </m:r>
                      </m:sub>
                    </m:sSub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Microsoft 고딕Neo" panose="020B0500000101010101" pitchFamily="50" charset="-127"/>
                        <a:cs typeface="Microsoft 고딕Neo" panose="020B0500000101010101" pitchFamily="50" charset="-127"/>
                      </a:rPr>
                      <m:t> </m:t>
                    </m:r>
                  </m:oMath>
                </a14:m>
                <a:r>
                  <a:rPr lang="ko-KR" altLang="en-US" sz="2000" b="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토큰에 가지는 확률을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b="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. </a:t>
                </a:r>
              </a:p>
              <a:p>
                <a:endParaRPr lang="en-US" altLang="ko-KR" sz="2000">
                  <a:latin typeface="Microsoft 고딕Neo" panose="020B0500000101010101" pitchFamily="50" charset="-127"/>
                  <a:ea typeface="Microsoft 고딕Neo" panose="020B0500000101010101" pitchFamily="50" charset="-127"/>
                  <a:cs typeface="Microsoft 고딕Neo" panose="020B0500000101010101" pitchFamily="50" charset="-127"/>
                </a:endParaRPr>
              </a:p>
              <a:p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p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가 더 높다면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, 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해당 토큰을 승인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. </a:t>
                </a:r>
              </a:p>
              <a:p>
                <a:r>
                  <a:rPr lang="ko-KR" altLang="en-US" sz="2000" b="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그렇지 않다면</a:t>
                </a:r>
                <a:r>
                  <a:rPr lang="en-US" altLang="ko-KR" sz="2000" b="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, p/q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의 확률로 승인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. </a:t>
                </a:r>
              </a:p>
              <a:p>
                <a:endParaRPr lang="en-US" altLang="ko-KR" sz="2000" b="0">
                  <a:latin typeface="Microsoft 고딕Neo" panose="020B0500000101010101" pitchFamily="50" charset="-127"/>
                  <a:ea typeface="Microsoft 고딕Neo" panose="020B0500000101010101" pitchFamily="50" charset="-127"/>
                  <a:cs typeface="Microsoft 고딕Neo" panose="020B0500000101010101" pitchFamily="50" charset="-127"/>
                </a:endParaRPr>
              </a:p>
              <a:p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거절되었다면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, B</a:t>
                </a:r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의 제안으로 이번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 대체</a:t>
                </a:r>
                <a:r>
                  <a:rPr lang="en-US" altLang="ko-KR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. </a:t>
                </a:r>
              </a:p>
              <a:p>
                <a:endParaRPr lang="en-US" altLang="ko-KR" sz="2000" b="0">
                  <a:latin typeface="Microsoft 고딕Neo" panose="020B0500000101010101" pitchFamily="50" charset="-127"/>
                  <a:ea typeface="Microsoft 고딕Neo" panose="020B0500000101010101" pitchFamily="50" charset="-127"/>
                  <a:cs typeface="Microsoft 고딕Neo" panose="020B0500000101010101" pitchFamily="50" charset="-127"/>
                </a:endParaRPr>
              </a:p>
              <a:p>
                <a:r>
                  <a:rPr lang="ko-KR" altLang="en-US" sz="200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이를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Microsoft 고딕Neo" panose="020B0500000101010101" pitchFamily="50" charset="-127"/>
                        <a:cs typeface="Microsoft 고딕Neo" panose="020B0500000101010101" pitchFamily="50" charset="-127"/>
                      </a:rPr>
                      <m:t>𝛾</m:t>
                    </m:r>
                  </m:oMath>
                </a14:m>
                <a:r>
                  <a:rPr lang="ko-KR" altLang="en-US" sz="2000" b="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주기로 쌓인 토큰들에 대해 반복한다</a:t>
                </a:r>
                <a:r>
                  <a:rPr lang="en-US" altLang="ko-KR" sz="2000" b="0">
                    <a:latin typeface="Microsoft 고딕Neo" panose="020B0500000101010101" pitchFamily="50" charset="-127"/>
                    <a:ea typeface="Microsoft 고딕Neo" panose="020B0500000101010101" pitchFamily="50" charset="-127"/>
                    <a:cs typeface="Microsoft 고딕Neo" panose="020B0500000101010101" pitchFamily="50" charset="-127"/>
                  </a:rPr>
                  <a:t>.</a:t>
                </a:r>
              </a:p>
              <a:p>
                <a:endParaRPr lang="en-US" altLang="ko-KR" sz="2000">
                  <a:latin typeface="Microsoft 고딕Neo" panose="020B0500000101010101" pitchFamily="50" charset="-127"/>
                  <a:ea typeface="Microsoft 고딕Neo" panose="020B0500000101010101" pitchFamily="50" charset="-127"/>
                  <a:cs typeface="Microsoft 고딕Neo" panose="020B0500000101010101" pitchFamily="50" charset="-127"/>
                </a:endParaRPr>
              </a:p>
              <a:p>
                <a:endParaRPr lang="en-US" altLang="ko-KR" sz="2000">
                  <a:latin typeface="Microsoft 고딕Neo" panose="020B0500000101010101" pitchFamily="50" charset="-127"/>
                  <a:ea typeface="Microsoft 고딕Neo" panose="020B0500000101010101" pitchFamily="50" charset="-127"/>
                  <a:cs typeface="Microsoft 고딕Neo" panose="020B0500000101010101" pitchFamily="50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68C788-3C1B-3E95-020D-A6B61B405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816091"/>
                <a:ext cx="5771408" cy="4093428"/>
              </a:xfrm>
              <a:prstGeom prst="rect">
                <a:avLst/>
              </a:prstGeom>
              <a:blipFill>
                <a:blip r:embed="rId4"/>
                <a:stretch>
                  <a:fillRect l="-1056" t="-894" r="-28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413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8DDE-E701-922E-FBF4-2822EE35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F7A777-C62C-163C-D44A-5FFEE267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사실</a:t>
            </a:r>
            <a:r>
              <a:rPr lang="en-US" altLang="ko-KR"/>
              <a:t>, </a:t>
            </a:r>
            <a:r>
              <a:rPr lang="ko-KR" altLang="en-US"/>
              <a:t>훨씬 간단합니다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78C3D-E645-11E9-C859-32F87B7EBA8C}"/>
              </a:ext>
            </a:extLst>
          </p:cNvPr>
          <p:cNvSpPr txBox="1"/>
          <p:nvPr/>
        </p:nvSpPr>
        <p:spPr>
          <a:xfrm>
            <a:off x="6171193" y="2030681"/>
            <a:ext cx="57714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endParaRPr lang="en-US" altLang="ko-KR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endParaRPr lang="en-US" altLang="ko-KR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</p:txBody>
      </p:sp>
      <p:pic>
        <p:nvPicPr>
          <p:cNvPr id="8" name="그림 7" descr="도표, 라인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EE490E-E1C0-AAD9-619E-5E8C9EA16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09" y="1456377"/>
            <a:ext cx="10313198" cy="3437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D94BB2-338D-0044-4DFD-D89DBD320341}"/>
              </a:ext>
            </a:extLst>
          </p:cNvPr>
          <p:cNvSpPr txBox="1"/>
          <p:nvPr/>
        </p:nvSpPr>
        <p:spPr>
          <a:xfrm>
            <a:off x="1223159" y="5401623"/>
            <a:ext cx="10216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“Draft(</a:t>
            </a:r>
            <a:r>
              <a:rPr lang="ko-KR" altLang="en-US" sz="2000" b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소형 모델 출력</a:t>
            </a:r>
            <a:r>
              <a:rPr lang="en-US" altLang="ko-KR" sz="2000" b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) Token</a:t>
            </a:r>
            <a:r>
              <a:rPr lang="ko-KR" altLang="en-US" sz="2000" b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이 정답</a:t>
            </a:r>
            <a:r>
              <a:rPr lang="en-US" altLang="ko-KR" sz="2000" b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(</a:t>
            </a:r>
            <a:r>
              <a:rPr lang="ko-KR" altLang="en-US" sz="2000" b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대형 모델 출력</a:t>
            </a:r>
            <a:r>
              <a:rPr lang="en-US" altLang="ko-KR" sz="2000" b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)</a:t>
            </a:r>
            <a:r>
              <a:rPr lang="ko-KR" altLang="en-US" sz="2000" b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과 </a:t>
            </a:r>
            <a:r>
              <a:rPr lang="ko-KR" altLang="en-US" sz="2000" b="1">
                <a:solidFill>
                  <a:srgbClr val="C00000"/>
                </a:solidFill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다르면</a:t>
            </a:r>
            <a:r>
              <a:rPr lang="en-US" altLang="ko-KR" sz="2000" b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2000" b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거절하고 정답으로 대체한다</a:t>
            </a:r>
            <a:r>
              <a:rPr lang="en-US" altLang="ko-KR" sz="2000" b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.”</a:t>
            </a:r>
            <a:endParaRPr lang="ko-KR" altLang="en-US" sz="2000" b="1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5502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FB9D5-8E8E-3E98-0685-D28CDA2A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Rejection Sampling </a:t>
            </a:r>
            <a:r>
              <a:rPr lang="ko-KR" altLang="en-US" dirty="0"/>
              <a:t>과의 비교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Rejection</a:t>
            </a:r>
            <a:r>
              <a:rPr lang="ko-KR" altLang="en-US" dirty="0"/>
              <a:t> </a:t>
            </a:r>
            <a:r>
              <a:rPr lang="en-US" altLang="ko-KR" dirty="0"/>
              <a:t>Sampling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B84FBE-8BF4-CE89-2D2E-5128EAD5B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4431" y="1222237"/>
            <a:ext cx="6017569" cy="4738254"/>
          </a:xfrm>
        </p:spPr>
        <p:txBody>
          <a:bodyPr>
            <a:normAutofit/>
          </a:bodyPr>
          <a:lstStyle/>
          <a:p>
            <a:r>
              <a:rPr lang="ko-KR" altLang="en-US" sz="2100" b="1" dirty="0"/>
              <a:t>목표</a:t>
            </a:r>
            <a:r>
              <a:rPr lang="ko-KR" altLang="en-US" sz="2100" dirty="0"/>
              <a:t>  </a:t>
            </a:r>
          </a:p>
          <a:p>
            <a:r>
              <a:rPr lang="ko-KR" altLang="en-US" sz="2100" dirty="0"/>
              <a:t> 어려운 분포 </a:t>
            </a:r>
            <a:r>
              <a:rPr lang="en-US" altLang="ko-KR" sz="2100" dirty="0"/>
              <a:t>p(x) </a:t>
            </a:r>
            <a:r>
              <a:rPr lang="ko-KR" altLang="en-US" sz="2100" dirty="0"/>
              <a:t>대신</a:t>
            </a:r>
            <a:r>
              <a:rPr lang="en-US" altLang="ko-KR" sz="2100" dirty="0"/>
              <a:t>, </a:t>
            </a:r>
            <a:r>
              <a:rPr lang="ko-KR" altLang="en-US" sz="2100" dirty="0"/>
              <a:t>샘플링이 쉬운 </a:t>
            </a:r>
            <a:r>
              <a:rPr lang="en-US" altLang="ko-KR" sz="2100" dirty="0"/>
              <a:t>q(x)</a:t>
            </a:r>
            <a:r>
              <a:rPr lang="ko-KR" altLang="en-US" sz="2100" dirty="0"/>
              <a:t>에서 시도</a:t>
            </a:r>
            <a:endParaRPr lang="en-US" altLang="ko-KR" sz="2100" dirty="0"/>
          </a:p>
          <a:p>
            <a:endParaRPr lang="ko-KR" altLang="en-US" sz="2100" dirty="0"/>
          </a:p>
          <a:p>
            <a:r>
              <a:rPr lang="ko-KR" altLang="en-US" sz="2100" b="1" dirty="0"/>
              <a:t>기본 아이디어  </a:t>
            </a:r>
          </a:p>
          <a:p>
            <a:r>
              <a:rPr lang="ko-KR" altLang="en-US" sz="2100" dirty="0"/>
              <a:t>  </a:t>
            </a:r>
            <a:r>
              <a:rPr lang="en-US" altLang="ko-KR" sz="2100" dirty="0"/>
              <a:t>1. x ∼ q(x) </a:t>
            </a:r>
            <a:r>
              <a:rPr lang="ko-KR" altLang="en-US" sz="2100" dirty="0"/>
              <a:t>에서 뽑고  </a:t>
            </a:r>
          </a:p>
          <a:p>
            <a:r>
              <a:rPr lang="ko-KR" altLang="en-US" sz="2100" dirty="0"/>
              <a:t>  </a:t>
            </a:r>
            <a:r>
              <a:rPr lang="en-US" altLang="ko-KR" sz="2100" dirty="0"/>
              <a:t>2. u ∼ Uniform(0,1)  </a:t>
            </a:r>
          </a:p>
          <a:p>
            <a:r>
              <a:rPr lang="en-US" altLang="ko-KR" sz="2100" dirty="0"/>
              <a:t>  3. u ≤ p(x)/(</a:t>
            </a:r>
            <a:r>
              <a:rPr lang="en-US" altLang="ko-KR" sz="2100" dirty="0" err="1"/>
              <a:t>M·q</a:t>
            </a:r>
            <a:r>
              <a:rPr lang="en-US" altLang="ko-KR" sz="2100" dirty="0"/>
              <a:t>(x))</a:t>
            </a:r>
            <a:r>
              <a:rPr lang="ko-KR" altLang="en-US" sz="2100" dirty="0" err="1"/>
              <a:t>일때</a:t>
            </a:r>
            <a:r>
              <a:rPr lang="ko-KR" altLang="en-US" sz="2100" dirty="0"/>
              <a:t> 승인 </a:t>
            </a:r>
            <a:r>
              <a:rPr lang="en-US" altLang="ko-KR" sz="2100" dirty="0"/>
              <a:t>(adjustable M)</a:t>
            </a:r>
          </a:p>
          <a:p>
            <a:r>
              <a:rPr lang="en-US" altLang="ko-KR" sz="2100" dirty="0"/>
              <a:t>  4. </a:t>
            </a:r>
            <a:r>
              <a:rPr lang="ko-KR" altLang="en-US" sz="2100" dirty="0"/>
              <a:t>다르게 말해</a:t>
            </a:r>
            <a:r>
              <a:rPr lang="en-US" altLang="ko-KR" sz="2100" dirty="0"/>
              <a:t>, Target </a:t>
            </a:r>
            <a:r>
              <a:rPr lang="ko-KR" altLang="en-US" sz="2100" dirty="0"/>
              <a:t>분포 안쪽이라면 승인</a:t>
            </a:r>
            <a:r>
              <a:rPr lang="en-US" altLang="ko-KR" sz="2100" dirty="0"/>
              <a:t>.</a:t>
            </a:r>
            <a:endParaRPr lang="ko-KR" altLang="en-US" sz="2100" dirty="0"/>
          </a:p>
          <a:p>
            <a:endParaRPr lang="en-US" altLang="ko-KR" sz="2100" dirty="0"/>
          </a:p>
          <a:p>
            <a:r>
              <a:rPr lang="ko-KR" altLang="en-US" sz="2100" dirty="0" err="1"/>
              <a:t>승인률의</a:t>
            </a:r>
            <a:r>
              <a:rPr lang="ko-KR" altLang="en-US" sz="2100" dirty="0"/>
              <a:t> </a:t>
            </a:r>
            <a:r>
              <a:rPr lang="ko-KR" altLang="en-US" sz="2100" dirty="0" err="1"/>
              <a:t>기댓값은</a:t>
            </a:r>
            <a:r>
              <a:rPr lang="ko-KR" altLang="en-US" sz="2100" dirty="0"/>
              <a:t> </a:t>
            </a:r>
            <a:r>
              <a:rPr lang="en-US" altLang="ko-KR" sz="2100" dirty="0"/>
              <a:t>min(</a:t>
            </a:r>
            <a:r>
              <a:rPr lang="en-US" altLang="ko-KR" sz="2100" dirty="0" err="1"/>
              <a:t>p,q</a:t>
            </a:r>
            <a:r>
              <a:rPr lang="en-US" altLang="ko-KR" sz="2100" dirty="0"/>
              <a:t>).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0083D506-6B95-E2A6-0834-563E1EA86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68" y="1520042"/>
            <a:ext cx="5504405" cy="435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7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DCCB0-0627-F4C8-A6C2-7F2E2B8C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0D4B8-D616-482F-2820-0CC2A340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Rejection Sampling </a:t>
            </a:r>
            <a:r>
              <a:rPr lang="ko-KR" altLang="en-US" dirty="0"/>
              <a:t>과의 비교 </a:t>
            </a:r>
            <a:r>
              <a:rPr lang="en-US" altLang="ko-KR" dirty="0"/>
              <a:t>– Speculative Decoding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270206-B946-16AF-9160-9368EA7D0A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4431" y="1222237"/>
            <a:ext cx="6017569" cy="4738254"/>
          </a:xfrm>
        </p:spPr>
        <p:txBody>
          <a:bodyPr>
            <a:normAutofit/>
          </a:bodyPr>
          <a:lstStyle/>
          <a:p>
            <a:r>
              <a:rPr lang="ko-KR" altLang="en-US" sz="2100" b="1" dirty="0"/>
              <a:t>목표</a:t>
            </a:r>
            <a:r>
              <a:rPr lang="ko-KR" altLang="en-US" sz="2100" dirty="0"/>
              <a:t>  </a:t>
            </a:r>
          </a:p>
          <a:p>
            <a:r>
              <a:rPr lang="ko-KR" altLang="en-US" sz="2100" dirty="0"/>
              <a:t> 어려운 분포 </a:t>
            </a:r>
            <a:r>
              <a:rPr lang="en-US" altLang="ko-KR" sz="2100" dirty="0"/>
              <a:t>p(x) </a:t>
            </a:r>
            <a:r>
              <a:rPr lang="ko-KR" altLang="en-US" sz="2100" dirty="0"/>
              <a:t>대신</a:t>
            </a:r>
            <a:r>
              <a:rPr lang="en-US" altLang="ko-KR" sz="2100" dirty="0"/>
              <a:t>, </a:t>
            </a:r>
            <a:r>
              <a:rPr lang="ko-KR" altLang="en-US" sz="2100" dirty="0"/>
              <a:t>샘플링이 쉬운 </a:t>
            </a:r>
            <a:r>
              <a:rPr lang="en-US" altLang="ko-KR" sz="2100" dirty="0"/>
              <a:t>q(x)</a:t>
            </a:r>
            <a:r>
              <a:rPr lang="ko-KR" altLang="en-US" sz="2100" dirty="0"/>
              <a:t>에서 시도</a:t>
            </a:r>
            <a:endParaRPr lang="en-US" altLang="ko-KR" sz="2100" dirty="0"/>
          </a:p>
          <a:p>
            <a:endParaRPr lang="ko-KR" altLang="en-US" sz="2100" dirty="0"/>
          </a:p>
          <a:p>
            <a:r>
              <a:rPr lang="ko-KR" altLang="en-US" sz="2100" b="1" dirty="0"/>
              <a:t>기본 아이디어  </a:t>
            </a:r>
          </a:p>
          <a:p>
            <a:r>
              <a:rPr lang="ko-KR" altLang="en-US" sz="2100" dirty="0"/>
              <a:t>  </a:t>
            </a:r>
            <a:r>
              <a:rPr lang="en-US" altLang="ko-KR" sz="2100" dirty="0"/>
              <a:t>1. x ∼ q(x) </a:t>
            </a:r>
            <a:r>
              <a:rPr lang="ko-KR" altLang="en-US" sz="2100" dirty="0"/>
              <a:t>에서 뽑고  </a:t>
            </a:r>
          </a:p>
          <a:p>
            <a:r>
              <a:rPr lang="ko-KR" altLang="en-US" sz="2100" dirty="0"/>
              <a:t>  </a:t>
            </a:r>
            <a:r>
              <a:rPr lang="en-US" altLang="ko-KR" sz="2100" dirty="0"/>
              <a:t>2. u ∼ Uniform(0,1) </a:t>
            </a:r>
            <a:r>
              <a:rPr lang="ko-KR" altLang="en-US" sz="2100" dirty="0" err="1"/>
              <a:t>일때</a:t>
            </a:r>
            <a:r>
              <a:rPr lang="en-US" altLang="ko-KR" sz="2100" dirty="0"/>
              <a:t>, </a:t>
            </a:r>
          </a:p>
          <a:p>
            <a:r>
              <a:rPr lang="en-US" altLang="ko-KR" sz="2100" dirty="0"/>
              <a:t>  3. p(x) </a:t>
            </a:r>
            <a:r>
              <a:rPr lang="ko-KR" altLang="en-US" sz="2100" dirty="0"/>
              <a:t>내부라면 승인</a:t>
            </a:r>
            <a:r>
              <a:rPr lang="en-US" altLang="ko-KR" sz="2100" dirty="0"/>
              <a:t>, </a:t>
            </a:r>
            <a:r>
              <a:rPr lang="ko-KR" altLang="en-US" sz="2100" dirty="0"/>
              <a:t>아니라면 거절 후 이동</a:t>
            </a:r>
            <a:endParaRPr lang="en-US" altLang="ko-KR" sz="2100" dirty="0"/>
          </a:p>
          <a:p>
            <a:endParaRPr lang="en-US" altLang="ko-KR" sz="2100" dirty="0"/>
          </a:p>
          <a:p>
            <a:r>
              <a:rPr lang="ko-KR" altLang="en-US" sz="2100" dirty="0" err="1"/>
              <a:t>기댓값은</a:t>
            </a:r>
            <a:r>
              <a:rPr lang="ko-KR" altLang="en-US" sz="2100" dirty="0"/>
              <a:t> </a:t>
            </a:r>
          </a:p>
          <a:p>
            <a:endParaRPr lang="en-US" altLang="ko-KR" dirty="0"/>
          </a:p>
          <a:p>
            <a:r>
              <a:rPr lang="ko-KR" altLang="en-US" dirty="0"/>
              <a:t>가 됩니다</a:t>
            </a:r>
            <a:r>
              <a:rPr lang="en-US" altLang="ko-KR"/>
              <a:t>. 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9A4741-9286-A1EB-433B-07B59CD10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79" y="1333466"/>
            <a:ext cx="5588091" cy="419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C04B2F-2E76-91FF-FBB0-B00D12F9510B}"/>
              </a:ext>
            </a:extLst>
          </p:cNvPr>
          <p:cNvSpPr txBox="1"/>
          <p:nvPr/>
        </p:nvSpPr>
        <p:spPr>
          <a:xfrm>
            <a:off x="429478" y="6323985"/>
            <a:ext cx="64344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[2]</a:t>
            </a:r>
            <a:r>
              <a:rPr lang="ko-KR" altLang="en-US" sz="800" dirty="0"/>
              <a:t>https://www.mlsys.ai/papers/speculative_decoding.html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32922-22B0-B8E7-D016-663ABF98EE61}"/>
              </a:ext>
            </a:extLst>
          </p:cNvPr>
          <p:cNvSpPr txBox="1"/>
          <p:nvPr/>
        </p:nvSpPr>
        <p:spPr>
          <a:xfrm>
            <a:off x="5397572" y="5262924"/>
            <a:ext cx="4656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[2]</a:t>
            </a:r>
            <a:endParaRPr lang="ko-KR" altLang="en-US" sz="10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001714-9018-FB6C-2B83-8724034C7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665" y="4947291"/>
            <a:ext cx="5389093" cy="37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85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BEC7B-A17A-838B-A221-AE2138872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이것도 사실 간단합니다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F110B4-4B19-02DB-7513-A432AF25DF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1698" y="1947553"/>
            <a:ext cx="10608604" cy="3111335"/>
          </a:xfrm>
        </p:spPr>
        <p:txBody>
          <a:bodyPr>
            <a:normAutofit/>
          </a:bodyPr>
          <a:lstStyle/>
          <a:p>
            <a:r>
              <a:rPr lang="ko-KR" altLang="en-US" sz="2400"/>
              <a:t>이번 출력이 정답과 </a:t>
            </a:r>
            <a:r>
              <a:rPr lang="ko-KR" altLang="en-US" sz="2400">
                <a:solidFill>
                  <a:srgbClr val="C00000"/>
                </a:solidFill>
              </a:rPr>
              <a:t>다르면</a:t>
            </a:r>
            <a:r>
              <a:rPr lang="ko-KR" altLang="en-US" sz="2400"/>
              <a:t> </a:t>
            </a:r>
            <a:r>
              <a:rPr lang="ko-KR" altLang="en-US" sz="2400" b="1">
                <a:solidFill>
                  <a:srgbClr val="FF0000"/>
                </a:solidFill>
              </a:rPr>
              <a:t>거절</a:t>
            </a:r>
            <a:r>
              <a:rPr lang="ko-KR" altLang="en-US" sz="2400"/>
              <a:t>한다</a:t>
            </a:r>
            <a:r>
              <a:rPr lang="en-US" altLang="ko-KR" sz="2400"/>
              <a:t>. </a:t>
            </a:r>
          </a:p>
          <a:p>
            <a:r>
              <a:rPr lang="ko-KR" altLang="en-US" sz="2400"/>
              <a:t>이번 출력이 정답과 </a:t>
            </a:r>
            <a:r>
              <a:rPr lang="ko-KR" altLang="en-US" sz="2400">
                <a:solidFill>
                  <a:srgbClr val="0070C0"/>
                </a:solidFill>
              </a:rPr>
              <a:t>같다면</a:t>
            </a:r>
            <a:r>
              <a:rPr lang="ko-KR" altLang="en-US" sz="2400"/>
              <a:t> </a:t>
            </a:r>
            <a:r>
              <a:rPr lang="ko-KR" altLang="en-US" sz="2400" b="1">
                <a:solidFill>
                  <a:srgbClr val="6A6AFF"/>
                </a:solidFill>
              </a:rPr>
              <a:t>승인</a:t>
            </a:r>
            <a:r>
              <a:rPr lang="ko-KR" altLang="en-US" sz="2400"/>
              <a:t>한다</a:t>
            </a:r>
            <a:r>
              <a:rPr lang="en-US" altLang="ko-KR" sz="2400"/>
              <a:t>. </a:t>
            </a:r>
          </a:p>
          <a:p>
            <a:endParaRPr lang="en-US" altLang="ko-KR" sz="2400"/>
          </a:p>
          <a:p>
            <a:r>
              <a:rPr lang="ko-KR" altLang="en-US" sz="2400"/>
              <a:t>따라서</a:t>
            </a:r>
            <a:r>
              <a:rPr lang="en-US" altLang="ko-KR" sz="2400"/>
              <a:t> </a:t>
            </a:r>
            <a:r>
              <a:rPr lang="ko-KR" altLang="en-US" sz="2400"/>
              <a:t>당연히</a:t>
            </a:r>
            <a:r>
              <a:rPr lang="en-US" altLang="ko-KR" sz="2400"/>
              <a:t> </a:t>
            </a:r>
            <a:r>
              <a:rPr lang="ko-KR" altLang="en-US" sz="2400"/>
              <a:t>모든 출력이 끝나면 남은 결과는 </a:t>
            </a:r>
            <a:r>
              <a:rPr lang="ko-KR" altLang="en-US" sz="2400">
                <a:solidFill>
                  <a:srgbClr val="40A040"/>
                </a:solidFill>
              </a:rPr>
              <a:t>정답과</a:t>
            </a:r>
            <a:r>
              <a:rPr lang="ko-KR" altLang="en-US" sz="2400"/>
              <a:t> </a:t>
            </a:r>
            <a:r>
              <a:rPr lang="ko-KR" altLang="en-US" sz="2400" b="1">
                <a:solidFill>
                  <a:srgbClr val="40A040"/>
                </a:solidFill>
              </a:rPr>
              <a:t>동일</a:t>
            </a:r>
            <a:r>
              <a:rPr lang="ko-KR" altLang="en-US" sz="2400"/>
              <a:t>해진다</a:t>
            </a:r>
            <a:r>
              <a:rPr lang="en-US" altLang="ko-KR" sz="2400"/>
              <a:t>.</a:t>
            </a:r>
          </a:p>
          <a:p>
            <a:endParaRPr lang="en-US" altLang="ko-KR" sz="2400"/>
          </a:p>
          <a:p>
            <a:r>
              <a:rPr lang="ko-KR" altLang="en-US" sz="2400"/>
              <a:t>결과적으로 이론상</a:t>
            </a:r>
            <a:r>
              <a:rPr lang="en-US" altLang="ko-KR" sz="2400"/>
              <a:t>, </a:t>
            </a:r>
            <a:r>
              <a:rPr lang="ko-KR" altLang="en-US" sz="2400"/>
              <a:t>성능 저하가 없습니다</a:t>
            </a:r>
            <a:r>
              <a:rPr lang="en-US" altLang="ko-KR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319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B8CA4-C0DF-E490-B029-69CE5A7D8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F04D4-94D6-D6C3-137A-0CCB95D6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놓치고 있는 지점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C7C2B5-4D60-44A7-8E21-C35FF0A856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96636" y="1447758"/>
            <a:ext cx="4845123" cy="4132613"/>
          </a:xfrm>
        </p:spPr>
        <p:txBody>
          <a:bodyPr>
            <a:normAutofit/>
          </a:bodyPr>
          <a:lstStyle/>
          <a:p>
            <a:endParaRPr lang="en-US" altLang="ko-KR" sz="2000"/>
          </a:p>
          <a:p>
            <a:r>
              <a:rPr lang="en-US" altLang="ko-KR" sz="2000"/>
              <a:t>N</a:t>
            </a:r>
            <a:r>
              <a:rPr lang="ko-KR" altLang="en-US" sz="2000"/>
              <a:t>개 토큰을 </a:t>
            </a:r>
            <a:r>
              <a:rPr lang="en-US" altLang="ko-KR" sz="2000"/>
              <a:t>N</a:t>
            </a:r>
            <a:r>
              <a:rPr lang="ko-KR" altLang="en-US" sz="2000"/>
              <a:t>번 비교해야하면</a:t>
            </a:r>
            <a:r>
              <a:rPr lang="en-US" altLang="ko-KR" sz="2000"/>
              <a:t>, </a:t>
            </a:r>
          </a:p>
          <a:p>
            <a:endParaRPr lang="en-US" altLang="ko-KR" sz="2000"/>
          </a:p>
          <a:p>
            <a:r>
              <a:rPr lang="ko-KR" altLang="en-US" sz="2000"/>
              <a:t>타겟 출력도 </a:t>
            </a:r>
            <a:r>
              <a:rPr lang="en-US" altLang="ko-KR" sz="2000"/>
              <a:t>N</a:t>
            </a:r>
            <a:r>
              <a:rPr lang="ko-KR" altLang="en-US" sz="2000"/>
              <a:t>번 필요한데</a:t>
            </a:r>
            <a:r>
              <a:rPr lang="en-US" altLang="ko-KR" sz="2000"/>
              <a:t>, </a:t>
            </a:r>
          </a:p>
          <a:p>
            <a:endParaRPr lang="en-US" altLang="ko-KR" sz="2000"/>
          </a:p>
          <a:p>
            <a:r>
              <a:rPr lang="ko-KR" altLang="en-US" sz="2000"/>
              <a:t>그럼 똑같은거 아닙니까</a:t>
            </a:r>
            <a:r>
              <a:rPr lang="en-US" altLang="ko-KR" sz="2000"/>
              <a:t>? </a:t>
            </a:r>
          </a:p>
          <a:p>
            <a:endParaRPr lang="en-US" altLang="ko-KR" sz="2000"/>
          </a:p>
          <a:p>
            <a:r>
              <a:rPr lang="ko-KR" altLang="en-US" sz="2000"/>
              <a:t>뭐가 개선된 것입니까</a:t>
            </a:r>
            <a:r>
              <a:rPr lang="en-US" altLang="ko-KR" sz="2000"/>
              <a:t>?</a:t>
            </a:r>
          </a:p>
          <a:p>
            <a:endParaRPr lang="en-US" altLang="ko-KR" sz="2000"/>
          </a:p>
          <a:p>
            <a:r>
              <a:rPr lang="ko-KR" altLang="en-US" sz="2000"/>
              <a:t>오히려 작은 모델 </a:t>
            </a:r>
            <a:r>
              <a:rPr lang="en-US" altLang="ko-KR" sz="2000"/>
              <a:t>N</a:t>
            </a:r>
            <a:r>
              <a:rPr lang="ko-KR" altLang="en-US" sz="2000"/>
              <a:t>번이 추가된 것 아닙니까</a:t>
            </a:r>
            <a:r>
              <a:rPr lang="en-US" altLang="ko-KR" sz="2000"/>
              <a:t>?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A2205A-6A09-8DC3-DAEF-40B1CE9ED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85" y="1959427"/>
            <a:ext cx="5524615" cy="31092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61501E-1722-011B-41F6-97E6907799C2}"/>
              </a:ext>
            </a:extLst>
          </p:cNvPr>
          <p:cNvSpPr txBox="1"/>
          <p:nvPr/>
        </p:nvSpPr>
        <p:spPr>
          <a:xfrm>
            <a:off x="2636322" y="5177463"/>
            <a:ext cx="121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(3 </a:t>
            </a:r>
            <a:r>
              <a:rPr lang="ko-KR" altLang="en-US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페이지</a:t>
            </a:r>
            <a:r>
              <a:rPr lang="en-US" altLang="ko-KR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)</a:t>
            </a:r>
            <a:endParaRPr lang="ko-KR" altLang="en-US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87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7F322-E4FD-B4CA-6F72-B193072C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Batched Decoding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46D7CD95-A519-DA67-79FB-B42185EEC671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968360" y="1424969"/>
                <a:ext cx="4161780" cy="3633919"/>
              </a:xfrm>
              <a:solidFill>
                <a:schemeClr val="tx2">
                  <a:lumMod val="10000"/>
                  <a:lumOff val="90000"/>
                </a:schemeClr>
              </a:solidFill>
              <a:ln w="22225">
                <a:solidFill>
                  <a:schemeClr val="accent1"/>
                </a:solidFill>
              </a:ln>
            </p:spPr>
            <p:txBody>
              <a:bodyPr>
                <a:noAutofit/>
              </a:bodyPr>
              <a:lstStyle/>
              <a:p>
                <a:endParaRPr lang="en-US" altLang="ko-KR" sz="2000"/>
              </a:p>
              <a:p>
                <a:r>
                  <a:rPr lang="en-US" altLang="ko-KR" sz="2000"/>
                  <a:t>a1 = A(</a:t>
                </a:r>
                <a:r>
                  <a:rPr lang="ko-KR" altLang="en-US" sz="2000"/>
                  <a:t>주입된 입력 </a:t>
                </a:r>
                <a:r>
                  <a:rPr lang="en-US" altLang="ko-KR" sz="2000"/>
                  <a:t>(Prefix) )</a:t>
                </a:r>
              </a:p>
              <a:p>
                <a:r>
                  <a:rPr lang="en-US" altLang="ko-KR" sz="2000"/>
                  <a:t>a2 = A(Prefix,a1)</a:t>
                </a:r>
              </a:p>
              <a:p>
                <a:r>
                  <a:rPr lang="en-US" altLang="ko-KR" sz="2000"/>
                  <a:t>a3 = A(Prefix,a1,a2)</a:t>
                </a:r>
              </a:p>
              <a:p>
                <a:r>
                  <a:rPr lang="en-US" altLang="ko-KR" sz="2000"/>
                  <a:t>a4 = A(Prefix,a1,a2,a3)</a:t>
                </a:r>
              </a:p>
              <a:p>
                <a:r>
                  <a:rPr lang="en-US" altLang="ko-KR" sz="2000" b="1"/>
                  <a:t>.</a:t>
                </a:r>
              </a:p>
              <a:p>
                <a:r>
                  <a:rPr lang="en-US" altLang="ko-KR" sz="2000" b="1"/>
                  <a:t>.</a:t>
                </a:r>
              </a:p>
              <a:p>
                <a:r>
                  <a:rPr lang="en-US" altLang="ko-KR" sz="2000" b="1"/>
                  <a:t>.</a:t>
                </a:r>
              </a:p>
              <a:p>
                <a:r>
                  <a:rPr lang="en-US" altLang="ko-KR" sz="2000"/>
                  <a:t>a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2000"/>
                  <a:t> </a:t>
                </a:r>
                <a:r>
                  <a:rPr lang="en-US" altLang="ko-KR" sz="2000"/>
                  <a:t>= A(Prefix,a1,a2,a3…a(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−1))</m:t>
                    </m:r>
                  </m:oMath>
                </a14:m>
                <a:endParaRPr lang="ko-KR" altLang="en-US" sz="2000"/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46D7CD95-A519-DA67-79FB-B42185EEC6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968360" y="1424969"/>
                <a:ext cx="4161780" cy="3633919"/>
              </a:xfrm>
              <a:blipFill>
                <a:blip r:embed="rId3"/>
                <a:stretch>
                  <a:fillRect l="-1310" b="-1167"/>
                </a:stretch>
              </a:blipFill>
              <a:ln w="2222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BFC5C8D-13EC-F00A-596E-EAF301EF3B02}"/>
              </a:ext>
            </a:extLst>
          </p:cNvPr>
          <p:cNvSpPr txBox="1"/>
          <p:nvPr/>
        </p:nvSpPr>
        <p:spPr>
          <a:xfrm>
            <a:off x="1360245" y="4880217"/>
            <a:ext cx="3378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 A</a:t>
            </a: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출력 </a:t>
            </a:r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(Sequential </a:t>
            </a: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처리 요구</a:t>
            </a:r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)</a:t>
            </a:r>
            <a:endParaRPr lang="ko-KR" altLang="en-US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텍스트 개체 틀 3">
                <a:extLst>
                  <a:ext uri="{FF2B5EF4-FFF2-40B4-BE49-F238E27FC236}">
                    <a16:creationId xmlns:a16="http://schemas.microsoft.com/office/drawing/2014/main" id="{55A52083-CF15-F4B3-B634-7F2D62C1B7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61862" y="1424968"/>
                <a:ext cx="4161780" cy="363391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 vert="horz" lIns="91440" tIns="45720" rIns="91440" bIns="45720" rtlCol="0" anchor="ctr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b="0" i="0" kern="1200" spc="0">
                    <a:solidFill>
                      <a:schemeClr val="tx1"/>
                    </a:solidFill>
                    <a:latin typeface="Microsoft GothicNeo" panose="020B0500000101010101" pitchFamily="34" charset="-127"/>
                    <a:ea typeface="Microsoft GothicNeo" panose="020B0500000101010101" pitchFamily="34" charset="-127"/>
                    <a:cs typeface="Microsoft GothicNeo" panose="020B0500000101010101" pitchFamily="34" charset="-127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altLang="ko-KR" sz="2000"/>
              </a:p>
              <a:p>
                <a:r>
                  <a:rPr lang="en-US" altLang="ko-KR" sz="2000"/>
                  <a:t>[b1,b2,b3,b4…b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ko-KR" sz="2000"/>
                  <a:t>]</a:t>
                </a:r>
                <a:r>
                  <a:rPr lang="ko-KR" altLang="en-US" sz="2000"/>
                  <a:t> </a:t>
                </a:r>
                <a:r>
                  <a:rPr lang="en-US" altLang="ko-KR" sz="2000"/>
                  <a:t>= B([Prefix,(Prefix,a1),(Prefix,a1,a2),(Prefix,a1,a2,a3)…(Prefix,a1,a2…a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ko-KR" sz="2000"/>
                  <a:t>])</a:t>
                </a:r>
                <a:endParaRPr lang="ko-KR" altLang="en-US" sz="2000"/>
              </a:p>
            </p:txBody>
          </p:sp>
        </mc:Choice>
        <mc:Fallback xmlns="">
          <p:sp>
            <p:nvSpPr>
              <p:cNvPr id="8" name="텍스트 개체 틀 3">
                <a:extLst>
                  <a:ext uri="{FF2B5EF4-FFF2-40B4-BE49-F238E27FC236}">
                    <a16:creationId xmlns:a16="http://schemas.microsoft.com/office/drawing/2014/main" id="{55A52083-CF15-F4B3-B634-7F2D62C1B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862" y="1424968"/>
                <a:ext cx="4161780" cy="3633919"/>
              </a:xfrm>
              <a:prstGeom prst="rect">
                <a:avLst/>
              </a:prstGeom>
              <a:blipFill>
                <a:blip r:embed="rId4"/>
                <a:stretch>
                  <a:fillRect l="-1163" r="-1017"/>
                </a:stretch>
              </a:blipFill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094927B-39CC-3FF0-2EAE-9EE5A8533CAC}"/>
              </a:ext>
            </a:extLst>
          </p:cNvPr>
          <p:cNvSpPr txBox="1"/>
          <p:nvPr/>
        </p:nvSpPr>
        <p:spPr>
          <a:xfrm>
            <a:off x="7453747" y="4880217"/>
            <a:ext cx="3378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 B</a:t>
            </a: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출력 </a:t>
            </a:r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(Parallel </a:t>
            </a:r>
            <a:r>
              <a:rPr lang="ko-KR" altLang="en-US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처리 가능</a:t>
            </a:r>
            <a:r>
              <a:rPr lang="en-US" altLang="ko-KR" sz="200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)</a:t>
            </a:r>
            <a:endParaRPr lang="ko-KR" altLang="en-US" sz="200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AE8CAC43-B516-A5A5-D98C-C954AEDF22B2}"/>
              </a:ext>
            </a:extLst>
          </p:cNvPr>
          <p:cNvSpPr/>
          <p:nvPr/>
        </p:nvSpPr>
        <p:spPr>
          <a:xfrm>
            <a:off x="5579424" y="2909418"/>
            <a:ext cx="1033153" cy="66501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175545-1419-B092-DFE5-77E481794F3D}"/>
              </a:ext>
            </a:extLst>
          </p:cNvPr>
          <p:cNvSpPr txBox="1"/>
          <p:nvPr/>
        </p:nvSpPr>
        <p:spPr>
          <a:xfrm>
            <a:off x="4021047" y="5433031"/>
            <a:ext cx="5847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 b="1">
              <a:solidFill>
                <a:srgbClr val="FF0000"/>
              </a:solidFill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  <a:p>
            <a:r>
              <a:rPr lang="ko-KR" altLang="en-US" sz="2000" b="1">
                <a:solidFill>
                  <a:srgbClr val="FF0000"/>
                </a:solidFill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앞 토큰이 틀렸다면</a:t>
            </a:r>
            <a:r>
              <a:rPr lang="en-US" altLang="ko-KR" sz="2000" b="1">
                <a:solidFill>
                  <a:srgbClr val="FF0000"/>
                </a:solidFill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2000" b="1">
                <a:solidFill>
                  <a:srgbClr val="FF0000"/>
                </a:solidFill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뒤는 모두 버립니다</a:t>
            </a:r>
            <a:r>
              <a:rPr lang="en-US" altLang="ko-KR" sz="2000" b="1">
                <a:solidFill>
                  <a:srgbClr val="FF0000"/>
                </a:solidFill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. </a:t>
            </a:r>
            <a:endParaRPr lang="ko-KR" altLang="en-US" sz="2000" b="1">
              <a:solidFill>
                <a:srgbClr val="FF0000"/>
              </a:solidFill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183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9" grpId="0"/>
      <p:bldP spid="10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EA4F2-BECB-7091-EEBF-16289290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Experiments - Setting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7472C054-1A80-E5AA-522B-BAC721E23286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718977" y="3392488"/>
                <a:ext cx="10934656" cy="2865808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개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토큰마다 검증 </a:t>
                </a:r>
                <a:endParaRPr lang="en-US" altLang="ko-KR"/>
              </a:p>
              <a:p>
                <a:r>
                  <a:rPr lang="ko-KR" altLang="en-US"/>
                  <a:t>따라서</a:t>
                </a:r>
                <a:r>
                  <a:rPr lang="en-US" altLang="ko-KR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가장 중요한 하이퍼파라미터</a:t>
                </a:r>
                <a:r>
                  <a:rPr lang="en-US" altLang="ko-KR"/>
                  <a:t>. </a:t>
                </a:r>
              </a:p>
              <a:p>
                <a:r>
                  <a:rPr lang="ko-KR" altLang="en-US"/>
                  <a:t>이것은 모델 크기 차이와 토큰 승인 확률의 기댓값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/>
                  <a:t>) </a:t>
                </a:r>
                <a:r>
                  <a:rPr lang="ko-KR" altLang="en-US"/>
                  <a:t>기반으로 정한다</a:t>
                </a:r>
                <a:r>
                  <a:rPr lang="en-US" altLang="ko-KR"/>
                  <a:t>. </a:t>
                </a:r>
              </a:p>
              <a:p>
                <a:r>
                  <a:rPr lang="ko-KR" altLang="en-US"/>
                  <a:t>이때의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/>
                  <a:t>를 승인률이라 칭한다</a:t>
                </a:r>
                <a:r>
                  <a:rPr lang="en-US" altLang="ko-KR"/>
                  <a:t>.  </a:t>
                </a:r>
              </a:p>
              <a:p>
                <a:endParaRPr lang="en-US" altLang="ko-KR"/>
              </a:p>
              <a:p>
                <a:r>
                  <a:rPr lang="ko-KR" altLang="en-US"/>
                  <a:t>기본적으로 </a:t>
                </a:r>
                <a:r>
                  <a:rPr lang="en-US" altLang="ko-KR"/>
                  <a:t>Draft </a:t>
                </a:r>
                <a:r>
                  <a:rPr lang="ko-KR" altLang="en-US"/>
                  <a:t>모델은 </a:t>
                </a:r>
                <a:r>
                  <a:rPr lang="en-US" altLang="ko-KR"/>
                  <a:t>Target </a:t>
                </a:r>
                <a:r>
                  <a:rPr lang="ko-KR" altLang="en-US"/>
                  <a:t>모델에 비해 </a:t>
                </a:r>
                <a:r>
                  <a:rPr lang="en-US" altLang="ko-KR"/>
                  <a:t>100</a:t>
                </a:r>
                <a:r>
                  <a:rPr lang="ko-KR" altLang="en-US"/>
                  <a:t>배 이상 작은 것을 채택</a:t>
                </a:r>
                <a:r>
                  <a:rPr lang="en-US" altLang="ko-KR"/>
                  <a:t>. </a:t>
                </a:r>
              </a:p>
              <a:p>
                <a:r>
                  <a:rPr lang="en-US" altLang="ko-KR"/>
                  <a:t>T5-XXL(11B)</a:t>
                </a:r>
                <a:r>
                  <a:rPr lang="ko-KR" altLang="en-US"/>
                  <a:t>를 타겟 모델로</a:t>
                </a:r>
                <a:r>
                  <a:rPr lang="en-US" altLang="ko-KR"/>
                  <a:t>, </a:t>
                </a:r>
              </a:p>
              <a:p>
                <a:endParaRPr lang="en-US" altLang="ko-KR"/>
              </a:p>
              <a:p>
                <a:r>
                  <a:rPr lang="en-US" altLang="ko-KR"/>
                  <a:t>T5-large(800M), T5-base(250M), T5-small(77M)</a:t>
                </a:r>
                <a:r>
                  <a:rPr lang="ko-KR" altLang="en-US"/>
                  <a:t>을 </a:t>
                </a:r>
                <a:r>
                  <a:rPr lang="en-US" altLang="ko-KR"/>
                  <a:t>Draft Model</a:t>
                </a:r>
                <a:r>
                  <a:rPr lang="ko-KR" altLang="en-US"/>
                  <a:t>로 사용</a:t>
                </a:r>
                <a:r>
                  <a:rPr lang="en-US" altLang="ko-KR"/>
                  <a:t>. </a:t>
                </a:r>
              </a:p>
              <a:p>
                <a:endParaRPr lang="en-US" altLang="ko-KR"/>
              </a:p>
              <a:p>
                <a:endParaRPr lang="en-US" altLang="ko-KR"/>
              </a:p>
              <a:p>
                <a:endParaRPr lang="ko-KR" altLang="en-US"/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7472C054-1A80-E5AA-522B-BAC721E232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718977" y="3392488"/>
                <a:ext cx="10934656" cy="2865808"/>
              </a:xfrm>
              <a:blipFill>
                <a:blip r:embed="rId3"/>
                <a:stretch>
                  <a:fillRect l="-390" t="-34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9146511A-860C-D5BF-280E-43E841A844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3171"/>
          <a:stretch>
            <a:fillRect/>
          </a:stretch>
        </p:blipFill>
        <p:spPr>
          <a:xfrm>
            <a:off x="718977" y="1402880"/>
            <a:ext cx="10756883" cy="198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055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6BA61-D409-6020-AF67-A53D198F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Experiments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5A2E52-0E8E-5CF3-FE71-566DC39B8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1. VS Model Size &amp; Temperature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081A79-8603-A323-76F4-1ECB894AEF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endParaRPr lang="en-US" altLang="ko-KR" sz="2000"/>
          </a:p>
          <a:p>
            <a:r>
              <a:rPr lang="en-US" altLang="ko-KR" sz="2000"/>
              <a:t>Draft </a:t>
            </a:r>
            <a:r>
              <a:rPr lang="ko-KR" altLang="en-US" sz="2000"/>
              <a:t>모델의 크기가 작아질수록 가속되나</a:t>
            </a:r>
            <a:r>
              <a:rPr lang="en-US" altLang="ko-KR" sz="2000"/>
              <a:t>, </a:t>
            </a:r>
            <a:r>
              <a:rPr lang="ko-KR" altLang="en-US" sz="2000"/>
              <a:t>낮은 승인률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en-US" altLang="ko-KR" sz="2000"/>
              <a:t>Draft </a:t>
            </a:r>
            <a:r>
              <a:rPr lang="ko-KR" altLang="en-US" sz="2000"/>
              <a:t>모델의 크기가 커질수록 느려지나</a:t>
            </a:r>
            <a:r>
              <a:rPr lang="en-US" altLang="ko-KR" sz="2000"/>
              <a:t>, </a:t>
            </a:r>
            <a:r>
              <a:rPr lang="ko-KR" altLang="en-US" sz="2000"/>
              <a:t>높은 승인률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ko-KR" altLang="en-US" sz="2000"/>
              <a:t>즉</a:t>
            </a:r>
            <a:r>
              <a:rPr lang="en-US" altLang="ko-KR" sz="2000"/>
              <a:t>, Trade-off </a:t>
            </a:r>
            <a:r>
              <a:rPr lang="ko-KR" altLang="en-US" sz="2000"/>
              <a:t>발생</a:t>
            </a:r>
            <a:r>
              <a:rPr lang="en-US" altLang="ko-KR" sz="2000"/>
              <a:t>. </a:t>
            </a:r>
          </a:p>
          <a:p>
            <a:endParaRPr lang="en-US" altLang="ko-KR" sz="2000"/>
          </a:p>
          <a:p>
            <a:r>
              <a:rPr lang="en-US" altLang="ko-KR" sz="2000"/>
              <a:t>Temperature</a:t>
            </a:r>
            <a:r>
              <a:rPr lang="ko-KR" altLang="en-US" sz="2000"/>
              <a:t>가 </a:t>
            </a:r>
            <a:r>
              <a:rPr lang="en-US" altLang="ko-KR" sz="2000"/>
              <a:t>0</a:t>
            </a:r>
            <a:r>
              <a:rPr lang="ko-KR" altLang="en-US" sz="2000"/>
              <a:t>일때 분포가 </a:t>
            </a:r>
            <a:r>
              <a:rPr lang="en-US" altLang="ko-KR" sz="2000"/>
              <a:t>Sharp</a:t>
            </a:r>
            <a:r>
              <a:rPr lang="ko-KR" altLang="en-US" sz="2000"/>
              <a:t>해져 </a:t>
            </a:r>
            <a:r>
              <a:rPr lang="en-US" altLang="ko-KR" sz="2000"/>
              <a:t>“</a:t>
            </a:r>
            <a:r>
              <a:rPr lang="ko-KR" altLang="en-US" sz="2000"/>
              <a:t>확정성 높은</a:t>
            </a:r>
            <a:r>
              <a:rPr lang="en-US" altLang="ko-KR" sz="2000"/>
              <a:t>”</a:t>
            </a:r>
          </a:p>
          <a:p>
            <a:r>
              <a:rPr lang="en-US" altLang="ko-KR" sz="2000"/>
              <a:t>Output </a:t>
            </a:r>
            <a:r>
              <a:rPr lang="ko-KR" altLang="en-US" sz="2000"/>
              <a:t>들로</a:t>
            </a:r>
            <a:r>
              <a:rPr lang="en-US" altLang="ko-KR" sz="2000"/>
              <a:t>, </a:t>
            </a:r>
            <a:r>
              <a:rPr lang="ko-KR" altLang="en-US" sz="2000"/>
              <a:t>승인률이 높아져 가속된다</a:t>
            </a:r>
            <a:r>
              <a:rPr lang="en-US" altLang="ko-KR" sz="2000"/>
              <a:t>. </a:t>
            </a:r>
            <a:endParaRPr lang="ko-KR" altLang="en-US" sz="20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0A1FD5-049E-68ED-DE92-7BF4A2EB2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697" y="1513262"/>
            <a:ext cx="5018442" cy="385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38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227BE5-EF32-AE7A-2129-B9753103F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Experiments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D2EAF8-DBC8-BCDF-154B-8B827E747E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2. VS Model Architecture, Trivial Models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9C2066-66BA-CD75-9AE5-CC2AF6482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8977" y="1988840"/>
            <a:ext cx="6014332" cy="4104451"/>
          </a:xfrm>
        </p:spPr>
        <p:txBody>
          <a:bodyPr>
            <a:normAutofit/>
          </a:bodyPr>
          <a:lstStyle/>
          <a:p>
            <a:r>
              <a:rPr lang="ko-KR" altLang="en-US" sz="2000"/>
              <a:t>이왕 작게 쓴다면</a:t>
            </a:r>
            <a:r>
              <a:rPr lang="en-US" altLang="ko-KR" sz="2000"/>
              <a:t>, </a:t>
            </a:r>
            <a:r>
              <a:rPr lang="ko-KR" altLang="en-US" sz="2000"/>
              <a:t>트랜스포머가 아니어도 되지 않나</a:t>
            </a:r>
            <a:r>
              <a:rPr lang="en-US" altLang="ko-KR" sz="2000"/>
              <a:t>? </a:t>
            </a:r>
          </a:p>
          <a:p>
            <a:endParaRPr lang="en-US" altLang="ko-KR" sz="2000"/>
          </a:p>
          <a:p>
            <a:r>
              <a:rPr lang="ko-KR" altLang="en-US" sz="2000"/>
              <a:t>아니면</a:t>
            </a:r>
            <a:r>
              <a:rPr lang="en-US" altLang="ko-KR" sz="2000"/>
              <a:t>, </a:t>
            </a:r>
            <a:r>
              <a:rPr lang="ko-KR" altLang="en-US" sz="2000"/>
              <a:t>딥러닝 모델이 아니어도 되지 않나</a:t>
            </a:r>
            <a:r>
              <a:rPr lang="en-US" altLang="ko-KR" sz="2000"/>
              <a:t>?</a:t>
            </a:r>
            <a:br>
              <a:rPr lang="en-US" altLang="ko-KR" sz="2000"/>
            </a:br>
            <a:br>
              <a:rPr lang="en-US" altLang="ko-KR" sz="2000"/>
            </a:br>
            <a:r>
              <a:rPr lang="en-US" altLang="ko-KR" sz="2000"/>
              <a:t>Bigram, Trigram</a:t>
            </a:r>
            <a:r>
              <a:rPr lang="ko-KR" altLang="en-US" sz="2000"/>
              <a:t>이라던가</a:t>
            </a:r>
            <a:r>
              <a:rPr lang="en-US" altLang="ko-KR" sz="2000"/>
              <a:t>. </a:t>
            </a:r>
          </a:p>
          <a:p>
            <a:endParaRPr lang="en-US" altLang="ko-KR" sz="2000"/>
          </a:p>
          <a:p>
            <a:r>
              <a:rPr lang="ko-KR" altLang="en-US" sz="2000"/>
              <a:t>그러나 </a:t>
            </a:r>
            <a:r>
              <a:rPr lang="en-US" altLang="ko-KR" sz="2000"/>
              <a:t>Target</a:t>
            </a:r>
            <a:r>
              <a:rPr lang="ko-KR" altLang="en-US" sz="2000"/>
              <a:t>과 동일한 </a:t>
            </a:r>
            <a:r>
              <a:rPr lang="en-US" altLang="ko-KR" sz="2000"/>
              <a:t>Architecture</a:t>
            </a:r>
            <a:r>
              <a:rPr lang="ko-KR" altLang="en-US" sz="2000"/>
              <a:t>일때 최고 효율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ko-KR" altLang="en-US" sz="2000"/>
              <a:t>하지만</a:t>
            </a:r>
            <a:r>
              <a:rPr lang="en-US" altLang="ko-KR" sz="2000"/>
              <a:t>, </a:t>
            </a:r>
            <a:r>
              <a:rPr lang="ko-KR" altLang="en-US" sz="2000"/>
              <a:t>아예 못쓸 정도는 아니라는 의미가 존재</a:t>
            </a:r>
            <a:r>
              <a:rPr lang="en-US" altLang="ko-KR" sz="2000"/>
              <a:t>. </a:t>
            </a:r>
            <a:endParaRPr lang="ko-KR" altLang="en-US" sz="20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DCDDE8-8627-7171-51B5-098C45B60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87" y="482168"/>
            <a:ext cx="394335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577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40130-86C4-3858-5326-8DCDCEE1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Conclusion &amp; Impact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E96600-B75F-3A4E-7A4A-3247663284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Training-Free, Non-modifying LLM Inference Acceleration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1C4DB8-0EFA-20E3-3ED9-5C612B6FBA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03" y="2268187"/>
            <a:ext cx="10934656" cy="382510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/>
              <a:t>별도의 모델 변형 </a:t>
            </a:r>
            <a:r>
              <a:rPr lang="en-US" altLang="ko-KR" sz="2000" dirty="0"/>
              <a:t>(Architecture</a:t>
            </a:r>
            <a:r>
              <a:rPr lang="ko-KR" altLang="en-US" sz="2000" dirty="0"/>
              <a:t> 변형</a:t>
            </a:r>
            <a:r>
              <a:rPr lang="en-US" altLang="ko-KR" sz="2000" dirty="0"/>
              <a:t>, Weight</a:t>
            </a:r>
            <a:r>
              <a:rPr lang="ko-KR" altLang="en-US" sz="2000" dirty="0"/>
              <a:t> 변형</a:t>
            </a:r>
            <a:r>
              <a:rPr lang="en-US" altLang="ko-KR" sz="2000" dirty="0"/>
              <a:t>)</a:t>
            </a:r>
            <a:r>
              <a:rPr lang="ko-KR" altLang="en-US" sz="2000" dirty="0"/>
              <a:t>을 포함하지 않는 방법론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/>
              <a:t>그럼에도</a:t>
            </a:r>
            <a:r>
              <a:rPr lang="en-US" altLang="ko-KR" sz="2000" dirty="0"/>
              <a:t>, </a:t>
            </a:r>
            <a:r>
              <a:rPr lang="ko-KR" altLang="en-US" sz="2000" dirty="0"/>
              <a:t>성능 저하 이론상</a:t>
            </a:r>
            <a:r>
              <a:rPr lang="en-US" altLang="ko-KR" sz="2000" dirty="0"/>
              <a:t>, </a:t>
            </a:r>
            <a:r>
              <a:rPr lang="ko-KR" altLang="en-US" sz="2000" dirty="0"/>
              <a:t>실제로 존재 </a:t>
            </a:r>
            <a:r>
              <a:rPr lang="en-US" altLang="ko-KR" sz="2000" dirty="0"/>
              <a:t>X. </a:t>
            </a:r>
            <a:r>
              <a:rPr lang="ko-KR" altLang="en-US" sz="2000" dirty="0"/>
              <a:t>이론상 무조건 가속 가능</a:t>
            </a:r>
            <a:r>
              <a:rPr lang="en-US" altLang="ko-K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/>
              <a:t>상용 서비스에도 충분히 간단히 구현 가능한 방법론</a:t>
            </a:r>
            <a:r>
              <a:rPr lang="en-US" altLang="ko-K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25</a:t>
            </a:r>
            <a:r>
              <a:rPr lang="ko-KR" altLang="en-US" sz="2000" dirty="0"/>
              <a:t>년 </a:t>
            </a:r>
            <a:r>
              <a:rPr lang="en-US" altLang="ko-KR" sz="2000" dirty="0"/>
              <a:t>06</a:t>
            </a:r>
            <a:r>
              <a:rPr lang="ko-KR" altLang="en-US" sz="2000" dirty="0"/>
              <a:t>월 </a:t>
            </a:r>
            <a:r>
              <a:rPr lang="en-US" altLang="ko-KR" sz="2000" dirty="0"/>
              <a:t>20</a:t>
            </a:r>
            <a:r>
              <a:rPr lang="ko-KR" altLang="en-US" sz="2000" dirty="0"/>
              <a:t>일 기준 </a:t>
            </a:r>
            <a:r>
              <a:rPr lang="en-US" altLang="ko-KR" sz="2000" dirty="0"/>
              <a:t>688</a:t>
            </a:r>
            <a:r>
              <a:rPr lang="ko-KR" altLang="en-US" sz="2000" dirty="0"/>
              <a:t>회 인용</a:t>
            </a:r>
            <a:r>
              <a:rPr lang="en-US" altLang="ko-KR" sz="20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/>
              <a:t>추론 가속 방법론의 한 계열로 정립</a:t>
            </a:r>
            <a:r>
              <a:rPr lang="en-US" altLang="ko-KR" sz="20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LLM </a:t>
            </a:r>
            <a:r>
              <a:rPr lang="ko-KR" altLang="en-US" sz="2000" dirty="0"/>
              <a:t>뿐 아닌</a:t>
            </a:r>
            <a:r>
              <a:rPr lang="en-US" altLang="ko-KR" sz="2000" dirty="0"/>
              <a:t>, </a:t>
            </a:r>
            <a:r>
              <a:rPr lang="ko-KR" altLang="en-US" sz="2000" dirty="0"/>
              <a:t>다른 계열 모델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ex.Diffusion</a:t>
            </a:r>
            <a:r>
              <a:rPr lang="en-US" altLang="ko-KR" sz="2000" dirty="0"/>
              <a:t>) </a:t>
            </a:r>
            <a:r>
              <a:rPr lang="ko-KR" altLang="en-US" sz="2000" dirty="0"/>
              <a:t>에도 적용 가능성 다수 </a:t>
            </a:r>
            <a:r>
              <a:rPr lang="ko-KR" altLang="en-US" sz="2000" dirty="0" err="1"/>
              <a:t>연구중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Auto-Regressive </a:t>
            </a:r>
            <a:r>
              <a:rPr lang="ko-KR" altLang="en-US" sz="2000" dirty="0"/>
              <a:t>모델의 한계를 완화한 논문</a:t>
            </a:r>
            <a:r>
              <a:rPr lang="en-US" altLang="ko-KR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8212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10E8-8180-BBC1-4F6F-03B94F112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BF62F4B-806E-1C9D-E0C7-93F40E46BB6B}"/>
              </a:ext>
            </a:extLst>
          </p:cNvPr>
          <p:cNvSpPr txBox="1">
            <a:spLocks/>
          </p:cNvSpPr>
          <p:nvPr/>
        </p:nvSpPr>
        <p:spPr>
          <a:xfrm>
            <a:off x="4287793" y="3041136"/>
            <a:ext cx="4003590" cy="775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spc="-150">
                <a:solidFill>
                  <a:schemeClr val="tx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</a:lstStyle>
          <a:p>
            <a:r>
              <a:rPr lang="ko-KR" altLang="en-US" sz="600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542725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215C364-F3D5-9601-95A7-B2C7A6910E07}"/>
              </a:ext>
            </a:extLst>
          </p:cNvPr>
          <p:cNvSpPr txBox="1">
            <a:spLocks/>
          </p:cNvSpPr>
          <p:nvPr/>
        </p:nvSpPr>
        <p:spPr>
          <a:xfrm>
            <a:off x="5226907" y="3041136"/>
            <a:ext cx="2842055" cy="775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spc="-150">
                <a:solidFill>
                  <a:schemeClr val="tx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</a:lstStyle>
          <a:p>
            <a:r>
              <a:rPr lang="en-US" altLang="ko-KR" sz="6000"/>
              <a:t>Q&amp;A</a:t>
            </a:r>
            <a:endParaRPr lang="ko-KR" altLang="en-US" sz="6000"/>
          </a:p>
        </p:txBody>
      </p:sp>
    </p:spTree>
    <p:extLst>
      <p:ext uri="{BB962C8B-B14F-4D97-AF65-F5344CB8AC3E}">
        <p14:creationId xmlns:p14="http://schemas.microsoft.com/office/powerpoint/2010/main" val="854969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1066</Words>
  <Application>Microsoft Office PowerPoint</Application>
  <PresentationFormat>와이드스크린</PresentationFormat>
  <Paragraphs>193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Microsoft GothicNeo</vt:lpstr>
      <vt:lpstr>Microsoft 고딕Neo</vt:lpstr>
      <vt:lpstr>맑은 고딕</vt:lpstr>
      <vt:lpstr>Arial</vt:lpstr>
      <vt:lpstr>Cambria Math</vt:lpstr>
      <vt:lpstr>Office 테마</vt:lpstr>
      <vt:lpstr> Fast Inference from Transformers via  Speculative Decoding </vt:lpstr>
      <vt:lpstr>(거)대-모델들의 시대</vt:lpstr>
      <vt:lpstr>Transformer 구조의 한계</vt:lpstr>
      <vt:lpstr>출력의 난이도는 동일하지 않다</vt:lpstr>
      <vt:lpstr>Main Idea : “그냥 2개 쓰죠?”</vt:lpstr>
      <vt:lpstr>Method : Speculative Decoding</vt:lpstr>
      <vt:lpstr>어떻게 검증하는가?</vt:lpstr>
      <vt:lpstr>사실, 훨씬 간단합니다.</vt:lpstr>
      <vt:lpstr>Rejection Sampling 과의 비교 – Rejection Sampling</vt:lpstr>
      <vt:lpstr>Rejection Sampling 과의 비교 – Speculative Decoding</vt:lpstr>
      <vt:lpstr>이것도 사실 간단합니다. </vt:lpstr>
      <vt:lpstr>놓치고 있는 지점?</vt:lpstr>
      <vt:lpstr>Batched Decoding</vt:lpstr>
      <vt:lpstr>Experiments - Setting</vt:lpstr>
      <vt:lpstr>Experiments</vt:lpstr>
      <vt:lpstr>Experiments</vt:lpstr>
      <vt:lpstr>Conclusion &amp; Impact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(대학원생) 김보성 (인공지능대학원)</dc:creator>
  <cp:lastModifiedBy>(대학원생) 김보성 (인공지능대학원)</cp:lastModifiedBy>
  <cp:revision>2</cp:revision>
  <dcterms:created xsi:type="dcterms:W3CDTF">2025-06-09T11:38:27Z</dcterms:created>
  <dcterms:modified xsi:type="dcterms:W3CDTF">2025-06-22T12:25:25Z</dcterms:modified>
</cp:coreProperties>
</file>