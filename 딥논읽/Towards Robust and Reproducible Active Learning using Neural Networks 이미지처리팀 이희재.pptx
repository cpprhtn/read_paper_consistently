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8" r:id="rId3"/>
    <p:sldId id="257" r:id="rId4"/>
    <p:sldId id="258" r:id="rId5"/>
    <p:sldId id="280" r:id="rId6"/>
    <p:sldId id="270" r:id="rId7"/>
    <p:sldId id="260" r:id="rId8"/>
    <p:sldId id="259" r:id="rId9"/>
    <p:sldId id="261" r:id="rId10"/>
    <p:sldId id="262" r:id="rId11"/>
    <p:sldId id="264" r:id="rId12"/>
    <p:sldId id="265" r:id="rId13"/>
    <p:sldId id="266" r:id="rId14"/>
    <p:sldId id="267" r:id="rId15"/>
    <p:sldId id="271" r:id="rId16"/>
    <p:sldId id="272" r:id="rId17"/>
    <p:sldId id="279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B0B53-82C5-40C6-8325-C26DE25F7900}" v="237" dt="2023-03-19T06:43:32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9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roAct Lee" userId="9682bd5161dedc83" providerId="LiveId" clId="{8F1B0B53-82C5-40C6-8325-C26DE25F7900}"/>
    <pc:docChg chg="undo custSel addSld delSld modSld sldOrd">
      <pc:chgData name="ZeroAct Lee" userId="9682bd5161dedc83" providerId="LiveId" clId="{8F1B0B53-82C5-40C6-8325-C26DE25F7900}" dt="2023-03-19T06:44:47.097" v="6111" actId="20577"/>
      <pc:docMkLst>
        <pc:docMk/>
      </pc:docMkLst>
      <pc:sldChg chg="modSp new mod">
        <pc:chgData name="ZeroAct Lee" userId="9682bd5161dedc83" providerId="LiveId" clId="{8F1B0B53-82C5-40C6-8325-C26DE25F7900}" dt="2023-03-19T03:33:24.885" v="466" actId="113"/>
        <pc:sldMkLst>
          <pc:docMk/>
          <pc:sldMk cId="4106438925" sldId="256"/>
        </pc:sldMkLst>
        <pc:spChg chg="mod">
          <ac:chgData name="ZeroAct Lee" userId="9682bd5161dedc83" providerId="LiveId" clId="{8F1B0B53-82C5-40C6-8325-C26DE25F7900}" dt="2023-03-19T03:05:02.141" v="21" actId="113"/>
          <ac:spMkLst>
            <pc:docMk/>
            <pc:sldMk cId="4106438925" sldId="256"/>
            <ac:spMk id="2" creationId="{6A483765-373B-C681-1BC6-EA85D699E7EA}"/>
          </ac:spMkLst>
        </pc:spChg>
        <pc:spChg chg="mod">
          <ac:chgData name="ZeroAct Lee" userId="9682bd5161dedc83" providerId="LiveId" clId="{8F1B0B53-82C5-40C6-8325-C26DE25F7900}" dt="2023-03-19T03:33:24.885" v="466" actId="113"/>
          <ac:spMkLst>
            <pc:docMk/>
            <pc:sldMk cId="4106438925" sldId="256"/>
            <ac:spMk id="3" creationId="{782B71AF-AA4B-9B7B-40EC-03A4EE6ED772}"/>
          </ac:spMkLst>
        </pc:spChg>
      </pc:sldChg>
      <pc:sldChg chg="addSp delSp modSp new mod ord setBg setClrOvrMap">
        <pc:chgData name="ZeroAct Lee" userId="9682bd5161dedc83" providerId="LiveId" clId="{8F1B0B53-82C5-40C6-8325-C26DE25F7900}" dt="2023-03-19T03:33:55.056" v="473"/>
        <pc:sldMkLst>
          <pc:docMk/>
          <pc:sldMk cId="2788570126" sldId="257"/>
        </pc:sldMkLst>
        <pc:spChg chg="mod ord">
          <ac:chgData name="ZeroAct Lee" userId="9682bd5161dedc83" providerId="LiveId" clId="{8F1B0B53-82C5-40C6-8325-C26DE25F7900}" dt="2023-03-19T03:20:15.088" v="274" actId="20577"/>
          <ac:spMkLst>
            <pc:docMk/>
            <pc:sldMk cId="2788570126" sldId="257"/>
            <ac:spMk id="2" creationId="{E890E378-9F42-126C-A532-082C16F0254A}"/>
          </ac:spMkLst>
        </pc:spChg>
        <pc:spChg chg="del mod">
          <ac:chgData name="ZeroAct Lee" userId="9682bd5161dedc83" providerId="LiveId" clId="{8F1B0B53-82C5-40C6-8325-C26DE25F7900}" dt="2023-03-19T03:23:11.674" v="277" actId="478"/>
          <ac:spMkLst>
            <pc:docMk/>
            <pc:sldMk cId="2788570126" sldId="257"/>
            <ac:spMk id="3" creationId="{3CA7CB31-F9D0-1339-CD86-39F97DF85D4F}"/>
          </ac:spMkLst>
        </pc:spChg>
        <pc:spChg chg="add mod topLvl">
          <ac:chgData name="ZeroAct Lee" userId="9682bd5161dedc83" providerId="LiveId" clId="{8F1B0B53-82C5-40C6-8325-C26DE25F7900}" dt="2023-03-19T03:29:25.871" v="356" actId="165"/>
          <ac:spMkLst>
            <pc:docMk/>
            <pc:sldMk cId="2788570126" sldId="257"/>
            <ac:spMk id="5" creationId="{A48C9CE6-A480-46FF-9F54-DB5C95AE4F4E}"/>
          </ac:spMkLst>
        </pc:spChg>
        <pc:spChg chg="add mod">
          <ac:chgData name="ZeroAct Lee" userId="9682bd5161dedc83" providerId="LiveId" clId="{8F1B0B53-82C5-40C6-8325-C26DE25F7900}" dt="2023-03-19T03:24:52.363" v="334"/>
          <ac:spMkLst>
            <pc:docMk/>
            <pc:sldMk cId="2788570126" sldId="257"/>
            <ac:spMk id="7" creationId="{6F80984B-7A25-204C-AF02-ADBACADFC023}"/>
          </ac:spMkLst>
        </pc:spChg>
        <pc:spChg chg="add del">
          <ac:chgData name="ZeroAct Lee" userId="9682bd5161dedc83" providerId="LiveId" clId="{8F1B0B53-82C5-40C6-8325-C26DE25F7900}" dt="2023-03-19T03:19:53.085" v="261" actId="26606"/>
          <ac:spMkLst>
            <pc:docMk/>
            <pc:sldMk cId="2788570126" sldId="257"/>
            <ac:spMk id="8" creationId="{7C159B63-C56D-4E4E-8B07-40A1346DC926}"/>
          </ac:spMkLst>
        </pc:spChg>
        <pc:spChg chg="add del mod">
          <ac:chgData name="ZeroAct Lee" userId="9682bd5161dedc83" providerId="LiveId" clId="{8F1B0B53-82C5-40C6-8325-C26DE25F7900}" dt="2023-03-19T03:28:29.670" v="346" actId="478"/>
          <ac:spMkLst>
            <pc:docMk/>
            <pc:sldMk cId="2788570126" sldId="257"/>
            <ac:spMk id="9" creationId="{E5EA53D6-4160-B6EE-7E45-56C6EB364E0A}"/>
          </ac:spMkLst>
        </pc:spChg>
        <pc:spChg chg="add del">
          <ac:chgData name="ZeroAct Lee" userId="9682bd5161dedc83" providerId="LiveId" clId="{8F1B0B53-82C5-40C6-8325-C26DE25F7900}" dt="2023-03-19T03:19:53.085" v="261" actId="26606"/>
          <ac:spMkLst>
            <pc:docMk/>
            <pc:sldMk cId="2788570126" sldId="257"/>
            <ac:spMk id="10" creationId="{27DEF201-077E-444A-A3F0-66E14253572F}"/>
          </ac:spMkLst>
        </pc:spChg>
        <pc:spChg chg="add del">
          <ac:chgData name="ZeroAct Lee" userId="9682bd5161dedc83" providerId="LiveId" clId="{8F1B0B53-82C5-40C6-8325-C26DE25F7900}" dt="2023-03-19T03:19:53.085" v="261" actId="26606"/>
          <ac:spMkLst>
            <pc:docMk/>
            <pc:sldMk cId="2788570126" sldId="257"/>
            <ac:spMk id="15" creationId="{3362DFFC-4DCC-48EE-B781-94D04B95F1E8}"/>
          </ac:spMkLst>
        </pc:spChg>
        <pc:spChg chg="add del">
          <ac:chgData name="ZeroAct Lee" userId="9682bd5161dedc83" providerId="LiveId" clId="{8F1B0B53-82C5-40C6-8325-C26DE25F7900}" dt="2023-03-19T03:19:53.085" v="261" actId="26606"/>
          <ac:spMkLst>
            <pc:docMk/>
            <pc:sldMk cId="2788570126" sldId="257"/>
            <ac:spMk id="17" creationId="{18B8B265-E68C-4B64-9238-781F0102C57B}"/>
          </ac:spMkLst>
        </pc:spChg>
        <pc:spChg chg="add del">
          <ac:chgData name="ZeroAct Lee" userId="9682bd5161dedc83" providerId="LiveId" clId="{8F1B0B53-82C5-40C6-8325-C26DE25F7900}" dt="2023-03-19T03:10:12.351" v="249" actId="26606"/>
          <ac:spMkLst>
            <pc:docMk/>
            <pc:sldMk cId="2788570126" sldId="257"/>
            <ac:spMk id="22" creationId="{C3638F2F-4688-4030-B1CC-802724443B77}"/>
          </ac:spMkLst>
        </pc:spChg>
        <pc:spChg chg="add del">
          <ac:chgData name="ZeroAct Lee" userId="9682bd5161dedc83" providerId="LiveId" clId="{8F1B0B53-82C5-40C6-8325-C26DE25F7900}" dt="2023-03-19T03:10:12.351" v="249" actId="26606"/>
          <ac:spMkLst>
            <pc:docMk/>
            <pc:sldMk cId="2788570126" sldId="257"/>
            <ac:spMk id="24" creationId="{48C811F0-0ED8-4A7B-BFDE-6433C690ED4F}"/>
          </ac:spMkLst>
        </pc:spChg>
        <pc:spChg chg="add del">
          <ac:chgData name="ZeroAct Lee" userId="9682bd5161dedc83" providerId="LiveId" clId="{8F1B0B53-82C5-40C6-8325-C26DE25F7900}" dt="2023-03-19T03:10:12.351" v="249" actId="26606"/>
          <ac:spMkLst>
            <pc:docMk/>
            <pc:sldMk cId="2788570126" sldId="257"/>
            <ac:spMk id="26" creationId="{AAC19CEE-435E-4643-849E-5194A57437C0}"/>
          </ac:spMkLst>
        </pc:spChg>
        <pc:spChg chg="add del">
          <ac:chgData name="ZeroAct Lee" userId="9682bd5161dedc83" providerId="LiveId" clId="{8F1B0B53-82C5-40C6-8325-C26DE25F7900}" dt="2023-03-19T03:10:13.424" v="251" actId="26606"/>
          <ac:spMkLst>
            <pc:docMk/>
            <pc:sldMk cId="2788570126" sldId="257"/>
            <ac:spMk id="28" creationId="{A3F67AAC-C977-4759-A5C8-6BC998F963D3}"/>
          </ac:spMkLst>
        </pc:spChg>
        <pc:spChg chg="add del">
          <ac:chgData name="ZeroAct Lee" userId="9682bd5161dedc83" providerId="LiveId" clId="{8F1B0B53-82C5-40C6-8325-C26DE25F7900}" dt="2023-03-19T03:10:13.424" v="251" actId="26606"/>
          <ac:spMkLst>
            <pc:docMk/>
            <pc:sldMk cId="2788570126" sldId="257"/>
            <ac:spMk id="29" creationId="{BA75F4A0-FEAF-4F1B-9C48-7688BF9D4148}"/>
          </ac:spMkLst>
        </pc:spChg>
        <pc:spChg chg="add del">
          <ac:chgData name="ZeroAct Lee" userId="9682bd5161dedc83" providerId="LiveId" clId="{8F1B0B53-82C5-40C6-8325-C26DE25F7900}" dt="2023-03-19T03:10:13.424" v="251" actId="26606"/>
          <ac:spMkLst>
            <pc:docMk/>
            <pc:sldMk cId="2788570126" sldId="257"/>
            <ac:spMk id="30" creationId="{F1EC79F3-0DE6-47BA-9C5C-039C54F4AC27}"/>
          </ac:spMkLst>
        </pc:spChg>
        <pc:spChg chg="add del">
          <ac:chgData name="ZeroAct Lee" userId="9682bd5161dedc83" providerId="LiveId" clId="{8F1B0B53-82C5-40C6-8325-C26DE25F7900}" dt="2023-03-19T03:10:13.424" v="251" actId="26606"/>
          <ac:spMkLst>
            <pc:docMk/>
            <pc:sldMk cId="2788570126" sldId="257"/>
            <ac:spMk id="31" creationId="{C86C2B07-2A41-4CB1-9C51-F037AF41765C}"/>
          </ac:spMkLst>
        </pc:spChg>
        <pc:spChg chg="add del">
          <ac:chgData name="ZeroAct Lee" userId="9682bd5161dedc83" providerId="LiveId" clId="{8F1B0B53-82C5-40C6-8325-C26DE25F7900}" dt="2023-03-19T03:10:19.496" v="253" actId="26606"/>
          <ac:spMkLst>
            <pc:docMk/>
            <pc:sldMk cId="2788570126" sldId="257"/>
            <ac:spMk id="33" creationId="{32812C54-7AEF-4ABB-826E-221F51CB0F30}"/>
          </ac:spMkLst>
        </pc:spChg>
        <pc:spChg chg="add del">
          <ac:chgData name="ZeroAct Lee" userId="9682bd5161dedc83" providerId="LiveId" clId="{8F1B0B53-82C5-40C6-8325-C26DE25F7900}" dt="2023-03-19T03:10:19.496" v="253" actId="26606"/>
          <ac:spMkLst>
            <pc:docMk/>
            <pc:sldMk cId="2788570126" sldId="257"/>
            <ac:spMk id="34" creationId="{891F40E4-8A76-44CF-91EC-907367352626}"/>
          </ac:spMkLst>
        </pc:spChg>
        <pc:spChg chg="add del">
          <ac:chgData name="ZeroAct Lee" userId="9682bd5161dedc83" providerId="LiveId" clId="{8F1B0B53-82C5-40C6-8325-C26DE25F7900}" dt="2023-03-19T03:10:19.496" v="253" actId="26606"/>
          <ac:spMkLst>
            <pc:docMk/>
            <pc:sldMk cId="2788570126" sldId="257"/>
            <ac:spMk id="35" creationId="{72171013-D973-4187-9CF2-EE098EEF8194}"/>
          </ac:spMkLst>
        </pc:spChg>
        <pc:spChg chg="add del">
          <ac:chgData name="ZeroAct Lee" userId="9682bd5161dedc83" providerId="LiveId" clId="{8F1B0B53-82C5-40C6-8325-C26DE25F7900}" dt="2023-03-19T03:10:20.307" v="255" actId="26606"/>
          <ac:spMkLst>
            <pc:docMk/>
            <pc:sldMk cId="2788570126" sldId="257"/>
            <ac:spMk id="37" creationId="{E4BB1650-B616-4EFB-9FB7-5D93104B5A00}"/>
          </ac:spMkLst>
        </pc:spChg>
        <pc:spChg chg="add del">
          <ac:chgData name="ZeroAct Lee" userId="9682bd5161dedc83" providerId="LiveId" clId="{8F1B0B53-82C5-40C6-8325-C26DE25F7900}" dt="2023-03-19T03:10:20.307" v="255" actId="26606"/>
          <ac:spMkLst>
            <pc:docMk/>
            <pc:sldMk cId="2788570126" sldId="257"/>
            <ac:spMk id="38" creationId="{BB47C962-A905-4168-832D-BF622B381E67}"/>
          </ac:spMkLst>
        </pc:spChg>
        <pc:spChg chg="add del">
          <ac:chgData name="ZeroAct Lee" userId="9682bd5161dedc83" providerId="LiveId" clId="{8F1B0B53-82C5-40C6-8325-C26DE25F7900}" dt="2023-03-19T03:10:20.307" v="255" actId="26606"/>
          <ac:spMkLst>
            <pc:docMk/>
            <pc:sldMk cId="2788570126" sldId="257"/>
            <ac:spMk id="39" creationId="{B0CAA55C-9F48-4F94-95AA-5635394974B4}"/>
          </ac:spMkLst>
        </pc:spChg>
        <pc:spChg chg="add del">
          <ac:chgData name="ZeroAct Lee" userId="9682bd5161dedc83" providerId="LiveId" clId="{8F1B0B53-82C5-40C6-8325-C26DE25F7900}" dt="2023-03-19T03:19:52.299" v="259" actId="26606"/>
          <ac:spMkLst>
            <pc:docMk/>
            <pc:sldMk cId="2788570126" sldId="257"/>
            <ac:spMk id="41" creationId="{32812C54-7AEF-4ABB-826E-221F51CB0F30}"/>
          </ac:spMkLst>
        </pc:spChg>
        <pc:spChg chg="add del">
          <ac:chgData name="ZeroAct Lee" userId="9682bd5161dedc83" providerId="LiveId" clId="{8F1B0B53-82C5-40C6-8325-C26DE25F7900}" dt="2023-03-19T03:19:52.299" v="259" actId="26606"/>
          <ac:spMkLst>
            <pc:docMk/>
            <pc:sldMk cId="2788570126" sldId="257"/>
            <ac:spMk id="42" creationId="{891F40E4-8A76-44CF-91EC-907367352626}"/>
          </ac:spMkLst>
        </pc:spChg>
        <pc:spChg chg="add del">
          <ac:chgData name="ZeroAct Lee" userId="9682bd5161dedc83" providerId="LiveId" clId="{8F1B0B53-82C5-40C6-8325-C26DE25F7900}" dt="2023-03-19T03:19:52.299" v="259" actId="26606"/>
          <ac:spMkLst>
            <pc:docMk/>
            <pc:sldMk cId="2788570126" sldId="257"/>
            <ac:spMk id="43" creationId="{72171013-D973-4187-9CF2-EE098EEF8194}"/>
          </ac:spMkLst>
        </pc:spChg>
        <pc:spChg chg="add del">
          <ac:chgData name="ZeroAct Lee" userId="9682bd5161dedc83" providerId="LiveId" clId="{8F1B0B53-82C5-40C6-8325-C26DE25F7900}" dt="2023-03-19T03:19:52.027" v="258" actId="26606"/>
          <ac:spMkLst>
            <pc:docMk/>
            <pc:sldMk cId="2788570126" sldId="257"/>
            <ac:spMk id="50" creationId="{6B205BC3-0B06-4EA6-9066-1A0BEC22C804}"/>
          </ac:spMkLst>
        </pc:spChg>
        <pc:grpChg chg="add del mod">
          <ac:chgData name="ZeroAct Lee" userId="9682bd5161dedc83" providerId="LiveId" clId="{8F1B0B53-82C5-40C6-8325-C26DE25F7900}" dt="2023-03-19T03:29:25.871" v="356" actId="165"/>
          <ac:grpSpMkLst>
            <pc:docMk/>
            <pc:sldMk cId="2788570126" sldId="257"/>
            <ac:grpSpMk id="4" creationId="{9A8ED0BF-9FFC-714E-9EF4-AB9C27654DE4}"/>
          </ac:grpSpMkLst>
        </pc:grpChg>
        <pc:picChg chg="add mod topLvl">
          <ac:chgData name="ZeroAct Lee" userId="9682bd5161dedc83" providerId="LiveId" clId="{8F1B0B53-82C5-40C6-8325-C26DE25F7900}" dt="2023-03-19T03:29:25.871" v="356" actId="165"/>
          <ac:picMkLst>
            <pc:docMk/>
            <pc:sldMk cId="2788570126" sldId="257"/>
            <ac:picMk id="6" creationId="{52DCB49B-88CE-8B45-0844-278602A5F5CD}"/>
          </ac:picMkLst>
        </pc:picChg>
        <pc:picChg chg="add del">
          <ac:chgData name="ZeroAct Lee" userId="9682bd5161dedc83" providerId="LiveId" clId="{8F1B0B53-82C5-40C6-8325-C26DE25F7900}" dt="2023-03-19T03:10:09.566" v="247" actId="26606"/>
          <ac:picMkLst>
            <pc:docMk/>
            <pc:sldMk cId="2788570126" sldId="257"/>
            <ac:picMk id="21" creationId="{5907EB07-6DD7-DB0F-E4FC-A272C117CEC9}"/>
          </ac:picMkLst>
        </pc:picChg>
        <pc:picChg chg="add del">
          <ac:chgData name="ZeroAct Lee" userId="9682bd5161dedc83" providerId="LiveId" clId="{8F1B0B53-82C5-40C6-8325-C26DE25F7900}" dt="2023-03-19T03:19:52.027" v="258" actId="26606"/>
          <ac:picMkLst>
            <pc:docMk/>
            <pc:sldMk cId="2788570126" sldId="257"/>
            <ac:picMk id="47" creationId="{07FE9F36-EBFE-3FE4-411E-F2D47757F35E}"/>
          </ac:picMkLst>
        </pc:picChg>
      </pc:sldChg>
      <pc:sldChg chg="addSp delSp modSp add mod setBg delDesignElem">
        <pc:chgData name="ZeroAct Lee" userId="9682bd5161dedc83" providerId="LiveId" clId="{8F1B0B53-82C5-40C6-8325-C26DE25F7900}" dt="2023-03-19T03:47:54.180" v="1193" actId="21"/>
        <pc:sldMkLst>
          <pc:docMk/>
          <pc:sldMk cId="4262115387" sldId="258"/>
        </pc:sldMkLst>
        <pc:spChg chg="add del mod">
          <ac:chgData name="ZeroAct Lee" userId="9682bd5161dedc83" providerId="LiveId" clId="{8F1B0B53-82C5-40C6-8325-C26DE25F7900}" dt="2023-03-19T03:31:32.671" v="400" actId="478"/>
          <ac:spMkLst>
            <pc:docMk/>
            <pc:sldMk cId="4262115387" sldId="258"/>
            <ac:spMk id="3" creationId="{D517BDCE-1CD9-7747-DDB3-82713E691773}"/>
          </ac:spMkLst>
        </pc:spChg>
        <pc:spChg chg="del mod">
          <ac:chgData name="ZeroAct Lee" userId="9682bd5161dedc83" providerId="LiveId" clId="{8F1B0B53-82C5-40C6-8325-C26DE25F7900}" dt="2023-03-19T03:39:36.785" v="1013" actId="478"/>
          <ac:spMkLst>
            <pc:docMk/>
            <pc:sldMk cId="4262115387" sldId="258"/>
            <ac:spMk id="7" creationId="{6F80984B-7A25-204C-AF02-ADBACADFC023}"/>
          </ac:spMkLst>
        </pc:spChg>
        <pc:spChg chg="del">
          <ac:chgData name="ZeroAct Lee" userId="9682bd5161dedc83" providerId="LiveId" clId="{8F1B0B53-82C5-40C6-8325-C26DE25F7900}" dt="2023-03-19T03:29:03.836" v="354"/>
          <ac:spMkLst>
            <pc:docMk/>
            <pc:sldMk cId="4262115387" sldId="258"/>
            <ac:spMk id="8" creationId="{7C159B63-C56D-4E4E-8B07-40A1346DC926}"/>
          </ac:spMkLst>
        </pc:spChg>
        <pc:spChg chg="del">
          <ac:chgData name="ZeroAct Lee" userId="9682bd5161dedc83" providerId="LiveId" clId="{8F1B0B53-82C5-40C6-8325-C26DE25F7900}" dt="2023-03-19T03:29:03.836" v="354"/>
          <ac:spMkLst>
            <pc:docMk/>
            <pc:sldMk cId="4262115387" sldId="258"/>
            <ac:spMk id="10" creationId="{27DEF201-077E-444A-A3F0-66E14253572F}"/>
          </ac:spMkLst>
        </pc:spChg>
        <pc:spChg chg="add del mod">
          <ac:chgData name="ZeroAct Lee" userId="9682bd5161dedc83" providerId="LiveId" clId="{8F1B0B53-82C5-40C6-8325-C26DE25F7900}" dt="2023-03-19T03:33:53.824" v="471" actId="478"/>
          <ac:spMkLst>
            <pc:docMk/>
            <pc:sldMk cId="4262115387" sldId="258"/>
            <ac:spMk id="12" creationId="{E6C7F65A-4E82-71E3-6ABE-FAD1F3241E36}"/>
          </ac:spMkLst>
        </pc:spChg>
        <pc:spChg chg="add del mod">
          <ac:chgData name="ZeroAct Lee" userId="9682bd5161dedc83" providerId="LiveId" clId="{8F1B0B53-82C5-40C6-8325-C26DE25F7900}" dt="2023-03-19T03:32:36.360" v="437" actId="478"/>
          <ac:spMkLst>
            <pc:docMk/>
            <pc:sldMk cId="4262115387" sldId="258"/>
            <ac:spMk id="13" creationId="{39865B56-CE09-5AE2-E343-4C042F5573E4}"/>
          </ac:spMkLst>
        </pc:spChg>
        <pc:spChg chg="add del mod">
          <ac:chgData name="ZeroAct Lee" userId="9682bd5161dedc83" providerId="LiveId" clId="{8F1B0B53-82C5-40C6-8325-C26DE25F7900}" dt="2023-03-19T03:33:53.824" v="471" actId="478"/>
          <ac:spMkLst>
            <pc:docMk/>
            <pc:sldMk cId="4262115387" sldId="258"/>
            <ac:spMk id="14" creationId="{C9F75B9F-9CC6-BD8D-D2EE-C6407A7C65EC}"/>
          </ac:spMkLst>
        </pc:spChg>
        <pc:spChg chg="add del mod">
          <ac:chgData name="ZeroAct Lee" userId="9682bd5161dedc83" providerId="LiveId" clId="{8F1B0B53-82C5-40C6-8325-C26DE25F7900}" dt="2023-03-19T03:38:03.743" v="943" actId="478"/>
          <ac:spMkLst>
            <pc:docMk/>
            <pc:sldMk cId="4262115387" sldId="258"/>
            <ac:spMk id="15" creationId="{1A649B35-71B7-69F9-9833-CF7F5B0E8C81}"/>
          </ac:spMkLst>
        </pc:spChg>
        <pc:spChg chg="add mod">
          <ac:chgData name="ZeroAct Lee" userId="9682bd5161dedc83" providerId="LiveId" clId="{8F1B0B53-82C5-40C6-8325-C26DE25F7900}" dt="2023-03-19T03:38:51.447" v="1006" actId="164"/>
          <ac:spMkLst>
            <pc:docMk/>
            <pc:sldMk cId="4262115387" sldId="258"/>
            <ac:spMk id="16" creationId="{E3C60EB2-8A16-480E-AC89-606E45CEB4B9}"/>
          </ac:spMkLst>
        </pc:spChg>
        <pc:spChg chg="add mod">
          <ac:chgData name="ZeroAct Lee" userId="9682bd5161dedc83" providerId="LiveId" clId="{8F1B0B53-82C5-40C6-8325-C26DE25F7900}" dt="2023-03-19T03:38:51.447" v="1006" actId="164"/>
          <ac:spMkLst>
            <pc:docMk/>
            <pc:sldMk cId="4262115387" sldId="258"/>
            <ac:spMk id="17" creationId="{D6F2DED9-B510-A0BB-09FF-9001BA696EF6}"/>
          </ac:spMkLst>
        </pc:spChg>
        <pc:spChg chg="add mod">
          <ac:chgData name="ZeroAct Lee" userId="9682bd5161dedc83" providerId="LiveId" clId="{8F1B0B53-82C5-40C6-8325-C26DE25F7900}" dt="2023-03-19T03:38:51.447" v="1006" actId="164"/>
          <ac:spMkLst>
            <pc:docMk/>
            <pc:sldMk cId="4262115387" sldId="258"/>
            <ac:spMk id="18" creationId="{386E9C17-8DAA-B9B4-F20A-380520812003}"/>
          </ac:spMkLst>
        </pc:spChg>
        <pc:spChg chg="add mod">
          <ac:chgData name="ZeroAct Lee" userId="9682bd5161dedc83" providerId="LiveId" clId="{8F1B0B53-82C5-40C6-8325-C26DE25F7900}" dt="2023-03-19T03:43:03.911" v="1071" actId="207"/>
          <ac:spMkLst>
            <pc:docMk/>
            <pc:sldMk cId="4262115387" sldId="258"/>
            <ac:spMk id="19" creationId="{2A969002-9628-A43B-C13B-A6DCAC7590BA}"/>
          </ac:spMkLst>
        </pc:spChg>
        <pc:spChg chg="add mod">
          <ac:chgData name="ZeroAct Lee" userId="9682bd5161dedc83" providerId="LiveId" clId="{8F1B0B53-82C5-40C6-8325-C26DE25F7900}" dt="2023-03-19T03:40:20.186" v="1018" actId="164"/>
          <ac:spMkLst>
            <pc:docMk/>
            <pc:sldMk cId="4262115387" sldId="258"/>
            <ac:spMk id="21" creationId="{DC2C5BC6-6EFE-1FF3-330B-17DC092FE930}"/>
          </ac:spMkLst>
        </pc:spChg>
        <pc:spChg chg="add mod">
          <ac:chgData name="ZeroAct Lee" userId="9682bd5161dedc83" providerId="LiveId" clId="{8F1B0B53-82C5-40C6-8325-C26DE25F7900}" dt="2023-03-19T03:40:20.186" v="1018" actId="164"/>
          <ac:spMkLst>
            <pc:docMk/>
            <pc:sldMk cId="4262115387" sldId="258"/>
            <ac:spMk id="22" creationId="{9FD1D8C6-760C-1CCF-CE88-1927E201BD64}"/>
          </ac:spMkLst>
        </pc:spChg>
        <pc:spChg chg="add mod">
          <ac:chgData name="ZeroAct Lee" userId="9682bd5161dedc83" providerId="LiveId" clId="{8F1B0B53-82C5-40C6-8325-C26DE25F7900}" dt="2023-03-19T03:40:20.186" v="1018" actId="164"/>
          <ac:spMkLst>
            <pc:docMk/>
            <pc:sldMk cId="4262115387" sldId="258"/>
            <ac:spMk id="23" creationId="{C306ED98-2616-A3D1-CF62-CBB15D828BF6}"/>
          </ac:spMkLst>
        </pc:spChg>
        <pc:spChg chg="add del">
          <ac:chgData name="ZeroAct Lee" userId="9682bd5161dedc83" providerId="LiveId" clId="{8F1B0B53-82C5-40C6-8325-C26DE25F7900}" dt="2023-03-19T03:40:12.533" v="1017" actId="478"/>
          <ac:spMkLst>
            <pc:docMk/>
            <pc:sldMk cId="4262115387" sldId="258"/>
            <ac:spMk id="24" creationId="{DAD0D0E8-7DB4-8C91-33C6-BEC090A1735A}"/>
          </ac:spMkLst>
        </pc:spChg>
        <pc:spChg chg="add mod">
          <ac:chgData name="ZeroAct Lee" userId="9682bd5161dedc83" providerId="LiveId" clId="{8F1B0B53-82C5-40C6-8325-C26DE25F7900}" dt="2023-03-19T03:43:24.494" v="1073" actId="164"/>
          <ac:spMkLst>
            <pc:docMk/>
            <pc:sldMk cId="4262115387" sldId="258"/>
            <ac:spMk id="26" creationId="{635B6AD3-5E09-FC83-84B6-63F2002B2D3A}"/>
          </ac:spMkLst>
        </pc:spChg>
        <pc:spChg chg="add mod">
          <ac:chgData name="ZeroAct Lee" userId="9682bd5161dedc83" providerId="LiveId" clId="{8F1B0B53-82C5-40C6-8325-C26DE25F7900}" dt="2023-03-19T03:43:34.231" v="1077" actId="403"/>
          <ac:spMkLst>
            <pc:docMk/>
            <pc:sldMk cId="4262115387" sldId="258"/>
            <ac:spMk id="32" creationId="{5CD942C6-51FA-BA3E-5D90-D0B45535CDDE}"/>
          </ac:spMkLst>
        </pc:spChg>
        <pc:spChg chg="add mod">
          <ac:chgData name="ZeroAct Lee" userId="9682bd5161dedc83" providerId="LiveId" clId="{8F1B0B53-82C5-40C6-8325-C26DE25F7900}" dt="2023-03-19T03:43:34.231" v="1077" actId="403"/>
          <ac:spMkLst>
            <pc:docMk/>
            <pc:sldMk cId="4262115387" sldId="258"/>
            <ac:spMk id="33" creationId="{8BADBF10-3E40-9EB3-0314-434E9B23C2BC}"/>
          </ac:spMkLst>
        </pc:spChg>
        <pc:spChg chg="add mod">
          <ac:chgData name="ZeroAct Lee" userId="9682bd5161dedc83" providerId="LiveId" clId="{8F1B0B53-82C5-40C6-8325-C26DE25F7900}" dt="2023-03-19T03:44:34.141" v="1109" actId="1076"/>
          <ac:spMkLst>
            <pc:docMk/>
            <pc:sldMk cId="4262115387" sldId="258"/>
            <ac:spMk id="37" creationId="{F37574F3-28A6-C587-94D3-F43EAFED71B4}"/>
          </ac:spMkLst>
        </pc:spChg>
        <pc:spChg chg="add del mod">
          <ac:chgData name="ZeroAct Lee" userId="9682bd5161dedc83" providerId="LiveId" clId="{8F1B0B53-82C5-40C6-8325-C26DE25F7900}" dt="2023-03-19T03:47:54.180" v="1193" actId="21"/>
          <ac:spMkLst>
            <pc:docMk/>
            <pc:sldMk cId="4262115387" sldId="258"/>
            <ac:spMk id="38" creationId="{E52AE604-A261-D5F2-6D84-695AA2B62DA1}"/>
          </ac:spMkLst>
        </pc:spChg>
        <pc:grpChg chg="del">
          <ac:chgData name="ZeroAct Lee" userId="9682bd5161dedc83" providerId="LiveId" clId="{8F1B0B53-82C5-40C6-8325-C26DE25F7900}" dt="2023-03-19T03:29:06.779" v="355" actId="478"/>
          <ac:grpSpMkLst>
            <pc:docMk/>
            <pc:sldMk cId="4262115387" sldId="258"/>
            <ac:grpSpMk id="4" creationId="{9A8ED0BF-9FFC-714E-9EF4-AB9C27654DE4}"/>
          </ac:grpSpMkLst>
        </pc:grpChg>
        <pc:grpChg chg="add mod">
          <ac:chgData name="ZeroAct Lee" userId="9682bd5161dedc83" providerId="LiveId" clId="{8F1B0B53-82C5-40C6-8325-C26DE25F7900}" dt="2023-03-19T03:40:20.186" v="1018" actId="164"/>
          <ac:grpSpMkLst>
            <pc:docMk/>
            <pc:sldMk cId="4262115387" sldId="258"/>
            <ac:grpSpMk id="20" creationId="{B054CDDC-F1E5-50EF-E41C-FC63F8DD62CE}"/>
          </ac:grpSpMkLst>
        </pc:grpChg>
        <pc:grpChg chg="add mod">
          <ac:chgData name="ZeroAct Lee" userId="9682bd5161dedc83" providerId="LiveId" clId="{8F1B0B53-82C5-40C6-8325-C26DE25F7900}" dt="2023-03-19T03:43:19.098" v="1072" actId="1076"/>
          <ac:grpSpMkLst>
            <pc:docMk/>
            <pc:sldMk cId="4262115387" sldId="258"/>
            <ac:grpSpMk id="25" creationId="{E60C61D2-CEA7-7B48-567C-69B695ECF7EE}"/>
          </ac:grpSpMkLst>
        </pc:grpChg>
        <pc:grpChg chg="add mod">
          <ac:chgData name="ZeroAct Lee" userId="9682bd5161dedc83" providerId="LiveId" clId="{8F1B0B53-82C5-40C6-8325-C26DE25F7900}" dt="2023-03-19T03:43:28.209" v="1075" actId="1076"/>
          <ac:grpSpMkLst>
            <pc:docMk/>
            <pc:sldMk cId="4262115387" sldId="258"/>
            <ac:grpSpMk id="34" creationId="{7E814260-9669-7667-619F-F63B51C3EE94}"/>
          </ac:grpSpMkLst>
        </pc:grpChg>
        <pc:picChg chg="add del mod">
          <ac:chgData name="ZeroAct Lee" userId="9682bd5161dedc83" providerId="LiveId" clId="{8F1B0B53-82C5-40C6-8325-C26DE25F7900}" dt="2023-03-19T03:32:16.925" v="405" actId="478"/>
          <ac:picMkLst>
            <pc:docMk/>
            <pc:sldMk cId="4262115387" sldId="258"/>
            <ac:picMk id="11" creationId="{9835F969-CA83-7860-6DA6-9FFECEB27C0F}"/>
          </ac:picMkLst>
        </pc:picChg>
        <pc:cxnChg chg="add mod">
          <ac:chgData name="ZeroAct Lee" userId="9682bd5161dedc83" providerId="LiveId" clId="{8F1B0B53-82C5-40C6-8325-C26DE25F7900}" dt="2023-03-19T03:43:24.494" v="1073" actId="164"/>
          <ac:cxnSpMkLst>
            <pc:docMk/>
            <pc:sldMk cId="4262115387" sldId="258"/>
            <ac:cxnSpMk id="28" creationId="{60504DF8-72B2-4460-C915-554FCB1B5606}"/>
          </ac:cxnSpMkLst>
        </pc:cxnChg>
        <pc:cxnChg chg="add mod">
          <ac:chgData name="ZeroAct Lee" userId="9682bd5161dedc83" providerId="LiveId" clId="{8F1B0B53-82C5-40C6-8325-C26DE25F7900}" dt="2023-03-19T03:43:24.494" v="1073" actId="164"/>
          <ac:cxnSpMkLst>
            <pc:docMk/>
            <pc:sldMk cId="4262115387" sldId="258"/>
            <ac:cxnSpMk id="29" creationId="{FEA11403-DAB1-1B17-3D93-36440EE9C41F}"/>
          </ac:cxnSpMkLst>
        </pc:cxnChg>
        <pc:cxnChg chg="add mod">
          <ac:chgData name="ZeroAct Lee" userId="9682bd5161dedc83" providerId="LiveId" clId="{8F1B0B53-82C5-40C6-8325-C26DE25F7900}" dt="2023-03-19T03:44:58.268" v="1111" actId="1035"/>
          <ac:cxnSpMkLst>
            <pc:docMk/>
            <pc:sldMk cId="4262115387" sldId="258"/>
            <ac:cxnSpMk id="35" creationId="{9EDBFC0C-06A2-1594-414E-1C04FE42CF51}"/>
          </ac:cxnSpMkLst>
        </pc:cxnChg>
      </pc:sldChg>
      <pc:sldChg chg="addSp delSp modSp add mod">
        <pc:chgData name="ZeroAct Lee" userId="9682bd5161dedc83" providerId="LiveId" clId="{8F1B0B53-82C5-40C6-8325-C26DE25F7900}" dt="2023-03-19T04:32:11.479" v="1621" actId="20577"/>
        <pc:sldMkLst>
          <pc:docMk/>
          <pc:sldMk cId="4221981430" sldId="259"/>
        </pc:sldMkLst>
        <pc:spChg chg="mod">
          <ac:chgData name="ZeroAct Lee" userId="9682bd5161dedc83" providerId="LiveId" clId="{8F1B0B53-82C5-40C6-8325-C26DE25F7900}" dt="2023-03-19T03:59:01.070" v="1421"/>
          <ac:spMkLst>
            <pc:docMk/>
            <pc:sldMk cId="4221981430" sldId="259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3" creationId="{E3548E94-7BCC-070C-CB06-CE8CBE2C2400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" creationId="{77878D82-E8F9-1CBA-A899-8FF15522040F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" creationId="{83501897-6E74-0EBC-E31F-C6212AF964F9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6" creationId="{9D83C8AA-8CC7-1192-FD9C-77C3F7A6B482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7" creationId="{59676A86-A6CC-E042-6F5A-4618BB8D3ED5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8" creationId="{BC02C10E-788A-0D91-C97F-E45F053C3F43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9" creationId="{C6594C0B-E721-A185-79E0-AE5600AC8776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10" creationId="{BBB17534-7216-7E37-AFF0-0CB9696805C0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11" creationId="{782CE985-83A2-0422-84E9-E1564CFC9C12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12" creationId="{47EE94CA-93F7-B73D-B26F-E6397E9FF08F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13" creationId="{F98149BC-BDDF-5629-E192-9123DFADDAEC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14" creationId="{F44A3266-D5CC-857E-8F9F-9A9BC770A156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15" creationId="{672006B3-438F-5596-415E-83E7595D7046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24" creationId="{344D64F9-8B45-31F3-25AA-F2ADF5C10A79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27" creationId="{17852DF3-FA09-C51F-EFFF-2E6E447DB0F7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30" creationId="{BB8DE47C-7EBC-7F54-D1AC-6C23E8275BF3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31" creationId="{44B532BF-6992-6E05-3E99-B13408186989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36" creationId="{CB0AEDBD-2FF3-CFC0-B148-93AE3DE7D893}"/>
          </ac:spMkLst>
        </pc:spChg>
        <pc:spChg chg="del">
          <ac:chgData name="ZeroAct Lee" userId="9682bd5161dedc83" providerId="LiveId" clId="{8F1B0B53-82C5-40C6-8325-C26DE25F7900}" dt="2023-03-19T03:45:30.586" v="1113" actId="478"/>
          <ac:spMkLst>
            <pc:docMk/>
            <pc:sldMk cId="4221981430" sldId="259"/>
            <ac:spMk id="37" creationId="{F37574F3-28A6-C587-94D3-F43EAFED71B4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38" creationId="{C7C0A84A-4B32-DBB7-7CD5-349CD0E5585D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39" creationId="{554DA0F5-6BA6-0BCC-8B51-1A650BF16E63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0" creationId="{FF3474CA-3225-2583-FEFC-C19890D8C98B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1" creationId="{BE6CEFDD-718F-6287-D823-9C50FEC79DB7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2" creationId="{D0836EF2-9304-6B6E-ACC3-9BF1D6B8E412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3" creationId="{8D62885B-2D22-C70E-868D-988BBC9E2122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4" creationId="{CA9D7430-A2D4-9039-B95F-44A769F2A9A5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5" creationId="{05429F53-3CF4-D108-2CB8-D2867488C284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6" creationId="{DE65449F-D4DA-6144-60C1-4FED68B5331A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7" creationId="{E6339585-15B7-D442-106A-C7D31F628329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8" creationId="{863364EA-036A-479C-03A7-DA21897EB659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49" creationId="{E7514B2F-55AA-C60E-EFD2-DD7A74D74837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0" creationId="{40A370D2-48DA-396E-73D3-9BF6789653ED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1" creationId="{4F09FC4F-5121-9486-12A8-221615570DC4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2" creationId="{16252737-254F-1E3C-B49E-D0F486E728A3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3" creationId="{CE9B3335-451A-8741-6C57-32CD43FA5620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4" creationId="{3BB11B0F-D593-0D20-6AF1-E142417B3D44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5" creationId="{14A11C8B-DD03-CB7C-5B34-5F2FC5EB27E6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6" creationId="{24D805B7-6A91-456D-9DE2-F5DE814823A7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7" creationId="{060479A9-3C96-DAC5-FCD6-1A7D50FB2FE7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8" creationId="{BA41D2FC-6B4B-9DFF-CEB0-1F308BB63C82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59" creationId="{8B2218D0-5477-62F0-C5ED-6A99934CA196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60" creationId="{DF921AFA-BC58-0170-12E1-F7354DF2EEE0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61" creationId="{B9DECA8A-BA71-442C-7659-10EAF79C0CF7}"/>
          </ac:spMkLst>
        </pc:spChg>
        <pc:spChg chg="add mod">
          <ac:chgData name="ZeroAct Lee" userId="9682bd5161dedc83" providerId="LiveId" clId="{8F1B0B53-82C5-40C6-8325-C26DE25F7900}" dt="2023-03-19T03:48:13.691" v="1219" actId="164"/>
          <ac:spMkLst>
            <pc:docMk/>
            <pc:sldMk cId="4221981430" sldId="259"/>
            <ac:spMk id="62" creationId="{69243EE2-6114-2D8A-5988-BC3D0A1BD676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63" creationId="{668C97C3-9EF4-28DC-3FED-B1B710F708D4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64" creationId="{02B500C0-543B-BF3D-F2DC-3AA6E3BFE44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65" creationId="{A7FB9426-1D5F-668F-25DD-4906E9DC881F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66" creationId="{3C0E5966-AA14-CF50-8A10-B6E0EED3C705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67" creationId="{03209EBB-6E90-549C-CB7A-281E357A5F67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68" creationId="{731617AC-B34D-BDD8-89D8-7A57DFCE3906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69" creationId="{9B451970-7441-94E6-F55C-EACC905ADD1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0" creationId="{2E2B1261-C2B8-07C4-0CDD-CFFAAEA128C8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1" creationId="{4373B6EA-C1F0-D3ED-381D-F0A246927DAA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2" creationId="{7A33C4B8-D18E-513F-9D40-FF4ECAE0CD8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3" creationId="{9AFD274E-FEEF-33A1-58EF-81C40E11A910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4" creationId="{E498ECE8-3526-3C1E-03A6-CC7BFE2BAE9A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5" creationId="{6CAF171D-D5DD-D570-6D70-900AC248CAA8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6" creationId="{E4496241-D16E-26BE-5589-79A52BA38F20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7" creationId="{DE5D77D4-E295-E0D1-6D80-2FD3AD60650A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8" creationId="{A1152100-FC83-F828-9568-634077D6A33A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79" creationId="{3F061845-8D60-0029-0ADF-8C41C8F589FA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0" creationId="{BBA9D2EF-CF11-2A96-4CAA-A96964E424A5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1" creationId="{DCF9FFFB-53E5-F68D-FB98-FCBA3862E96F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2" creationId="{13EF82B7-4143-8C43-18B6-3930F7FACD4D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3" creationId="{E04808A4-ECFF-C2E1-D813-66C626E3145C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4" creationId="{3954220E-55AB-9E6E-2831-E592BF58F7D0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5" creationId="{6D7E9616-AD95-1E7C-0E99-9F719B21D59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6" creationId="{B74AB4D9-72A4-AC45-B467-86899E658202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7" creationId="{3D9ABFC4-E67A-46E5-03F0-E708AEDCC31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8" creationId="{C30BA4AD-1AA8-CB86-065F-3A3AAEA4CB9D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89" creationId="{EF7945A9-CDCE-37CA-0E1A-9DC434F2C981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0" creationId="{EEC57C82-3D01-3BD4-F3DA-B162C862E8F2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1" creationId="{9BE8FE9E-3128-33E5-6391-0409FC502F0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2" creationId="{253F862D-AB45-762D-0AD2-BDAA1F7BE92B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3" creationId="{A712BC9E-C378-C186-9737-1E88881F651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4" creationId="{18107878-33F2-E662-477C-17C4C98F8CB7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5" creationId="{5F0B1C7B-1312-381A-2C9B-617386857D92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6" creationId="{2DE40657-5EB0-431A-4161-68E3E4698F53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7" creationId="{A1BA8135-D52A-F4EF-EA8A-EDA58377FDDA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8" creationId="{F23FD34B-1C0D-75BF-9F24-195FF74C267E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99" creationId="{DEA72BB6-4045-BAC6-441E-0C4DD861FBCF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100" creationId="{104AAD5E-01AA-8ED0-2EEE-49DD29B4A39C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101" creationId="{CB604FFD-18EE-DBB2-6075-2E99DEF2224B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102" creationId="{E695A9EF-F178-0C43-3128-12B63966EE6D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103" creationId="{AFAC0F06-0C11-3B9C-4F8E-C72190593959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104" creationId="{7E70B54B-293F-3F5E-B502-68945872F213}"/>
          </ac:spMkLst>
        </pc:spChg>
        <pc:spChg chg="add mod topLvl">
          <ac:chgData name="ZeroAct Lee" userId="9682bd5161dedc83" providerId="LiveId" clId="{8F1B0B53-82C5-40C6-8325-C26DE25F7900}" dt="2023-03-19T03:49:37.676" v="1233" actId="164"/>
          <ac:spMkLst>
            <pc:docMk/>
            <pc:sldMk cId="4221981430" sldId="259"/>
            <ac:spMk id="105" creationId="{B93C9FFF-7839-0B37-0768-4EF8CAC0DBA4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06" creationId="{0C97F8CA-0F6B-EE73-845D-F3A31C7DBB6B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07" creationId="{6587A283-26B6-D3A6-D588-2B6010D5ED2F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08" creationId="{B8541EDB-776E-CC69-0DD2-292CF1C948A5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09" creationId="{18CA91D9-09AE-C451-37CF-86F9340FD0A7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0" creationId="{EA7B7DBF-26F6-560F-FFE8-FFEE74FD798E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1" creationId="{1623AA09-5D4C-17B8-50F3-15863F3A347E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2" creationId="{57BBDD9B-1D37-746E-1236-8EB6CB9537EC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3" creationId="{9998BEFD-991B-D7F1-FE25-1441BC26F2C5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4" creationId="{B2968990-09C3-1833-55D6-43CC1CB784C0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5" creationId="{08A771C8-7FA8-3D3A-8CA6-21D6C325A476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6" creationId="{D559CEBB-8A01-73F3-36D6-98B5BCCE966E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7" creationId="{8CF91490-C769-9786-193D-3885F8B720B3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8" creationId="{10A0EC1C-A613-104C-5DEA-EF6C0C198CB1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19" creationId="{7296FB01-C79F-5869-D8A2-87222B4AA503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0" creationId="{93FACBD4-8879-A474-6D91-5710EDD13264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1" creationId="{3A1A834F-F688-501C-DB48-4059CC5C4CA8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2" creationId="{BE36D64E-716C-F74F-0222-DE643E1A4107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3" creationId="{309915B1-2311-CA2D-B0A8-9814CE0917F8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4" creationId="{0E0D401D-E99E-4D6B-BC7D-AB925AFDE912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5" creationId="{7053D244-B8CE-95A4-8B74-52306117E73C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6" creationId="{9C642BBB-E5CE-3AEC-085C-EFCC810ECB81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7" creationId="{90E4A372-585F-5A5C-488A-3F032088050E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8" creationId="{4D6C833E-4CFD-2746-2B47-7036F006D9B9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29" creationId="{31AFD92C-F7E9-57FE-CED5-AA5ED3770ABA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0" creationId="{ECC28464-12E6-12E0-6ADB-446A246FEC18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1" creationId="{66510A25-6692-09A2-FAD1-841549218F8A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2" creationId="{4326CE8A-E9D4-E423-E17D-669FC3FF962A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3" creationId="{B8E69D2F-6252-90A0-23EE-310AB34F442D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4" creationId="{A3D4E36B-9100-3B8F-8FDD-935396390138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5" creationId="{BC5CC033-4C12-3A6E-527B-8774E083CB79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6" creationId="{5B9C3725-C2B7-60BA-016B-440DC02E0854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7" creationId="{CB5BC6F6-5739-0895-5274-C36BD2CF91F1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8" creationId="{878686FE-8550-855D-B7CA-E410EFE263BB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39" creationId="{5B3B214C-96E1-1575-2913-37676443ED6D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0" creationId="{0D852D89-49BE-F05A-AA55-F5AC8F027A71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1" creationId="{96F1CB72-A174-8F52-D841-52D023DA4DE4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2" creationId="{21499D6C-DC8C-7853-0BBF-70DBF19990EE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3" creationId="{507E523F-327D-EBE0-C523-89FB570C929D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4" creationId="{2F257AAE-3222-9336-00BA-C12D6F7C5222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5" creationId="{59D65B40-45B1-7AF6-EF1D-CE43A3F24230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6" creationId="{FA2CD191-8879-225C-1B4D-60BB1166ACDB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7" creationId="{113A734A-3427-9D70-2D07-A6A4D27E51B4}"/>
          </ac:spMkLst>
        </pc:spChg>
        <pc:spChg chg="add mod topLvl">
          <ac:chgData name="ZeroAct Lee" userId="9682bd5161dedc83" providerId="LiveId" clId="{8F1B0B53-82C5-40C6-8325-C26DE25F7900}" dt="2023-03-19T03:59:26.727" v="1425" actId="164"/>
          <ac:spMkLst>
            <pc:docMk/>
            <pc:sldMk cId="4221981430" sldId="259"/>
            <ac:spMk id="148" creationId="{53EAC0A3-AF99-9B40-C7F0-390D774B3956}"/>
          </ac:spMkLst>
        </pc:spChg>
        <pc:spChg chg="add mod">
          <ac:chgData name="ZeroAct Lee" userId="9682bd5161dedc83" providerId="LiveId" clId="{8F1B0B53-82C5-40C6-8325-C26DE25F7900}" dt="2023-03-19T04:00:07.549" v="1428" actId="1076"/>
          <ac:spMkLst>
            <pc:docMk/>
            <pc:sldMk cId="4221981430" sldId="259"/>
            <ac:spMk id="149" creationId="{CC35E0CC-FB56-5F82-2B5A-420139F7D95F}"/>
          </ac:spMkLst>
        </pc:spChg>
        <pc:spChg chg="add del mod">
          <ac:chgData name="ZeroAct Lee" userId="9682bd5161dedc83" providerId="LiveId" clId="{8F1B0B53-82C5-40C6-8325-C26DE25F7900}" dt="2023-03-19T04:00:19.708" v="1432"/>
          <ac:spMkLst>
            <pc:docMk/>
            <pc:sldMk cId="4221981430" sldId="259"/>
            <ac:spMk id="157" creationId="{BF0AA8FE-8FBA-075B-001F-DA0DF7AB9D3E}"/>
          </ac:spMkLst>
        </pc:spChg>
        <pc:spChg chg="add mod">
          <ac:chgData name="ZeroAct Lee" userId="9682bd5161dedc83" providerId="LiveId" clId="{8F1B0B53-82C5-40C6-8325-C26DE25F7900}" dt="2023-03-19T04:32:02.593" v="1602" actId="20577"/>
          <ac:spMkLst>
            <pc:docMk/>
            <pc:sldMk cId="4221981430" sldId="259"/>
            <ac:spMk id="158" creationId="{E60706F9-7786-58AE-9346-7C0609AA3461}"/>
          </ac:spMkLst>
        </pc:spChg>
        <pc:spChg chg="add mod">
          <ac:chgData name="ZeroAct Lee" userId="9682bd5161dedc83" providerId="LiveId" clId="{8F1B0B53-82C5-40C6-8325-C26DE25F7900}" dt="2023-03-19T04:32:11.479" v="1621" actId="20577"/>
          <ac:spMkLst>
            <pc:docMk/>
            <pc:sldMk cId="4221981430" sldId="259"/>
            <ac:spMk id="159" creationId="{498AA6F1-3E73-CFB7-3C14-E14D30ABEC82}"/>
          </ac:spMkLst>
        </pc:spChg>
        <pc:grpChg chg="del">
          <ac:chgData name="ZeroAct Lee" userId="9682bd5161dedc83" providerId="LiveId" clId="{8F1B0B53-82C5-40C6-8325-C26DE25F7900}" dt="2023-03-19T03:45:30.586" v="1113" actId="478"/>
          <ac:grpSpMkLst>
            <pc:docMk/>
            <pc:sldMk cId="4221981430" sldId="259"/>
            <ac:grpSpMk id="25" creationId="{E60C61D2-CEA7-7B48-567C-69B695ECF7EE}"/>
          </ac:grpSpMkLst>
        </pc:grpChg>
        <pc:grpChg chg="del">
          <ac:chgData name="ZeroAct Lee" userId="9682bd5161dedc83" providerId="LiveId" clId="{8F1B0B53-82C5-40C6-8325-C26DE25F7900}" dt="2023-03-19T03:45:30.586" v="1113" actId="478"/>
          <ac:grpSpMkLst>
            <pc:docMk/>
            <pc:sldMk cId="4221981430" sldId="259"/>
            <ac:grpSpMk id="34" creationId="{7E814260-9669-7667-619F-F63B51C3EE94}"/>
          </ac:grpSpMkLst>
        </pc:grpChg>
        <pc:grpChg chg="add mod">
          <ac:chgData name="ZeroAct Lee" userId="9682bd5161dedc83" providerId="LiveId" clId="{8F1B0B53-82C5-40C6-8325-C26DE25F7900}" dt="2023-03-19T04:00:07.549" v="1428" actId="1076"/>
          <ac:grpSpMkLst>
            <pc:docMk/>
            <pc:sldMk cId="4221981430" sldId="259"/>
            <ac:grpSpMk id="150" creationId="{BD005D63-4FFE-259C-CE0B-BCECF046CED5}"/>
          </ac:grpSpMkLst>
        </pc:grpChg>
        <pc:grpChg chg="add del mod">
          <ac:chgData name="ZeroAct Lee" userId="9682bd5161dedc83" providerId="LiveId" clId="{8F1B0B53-82C5-40C6-8325-C26DE25F7900}" dt="2023-03-19T03:49:43.258" v="1234" actId="165"/>
          <ac:grpSpMkLst>
            <pc:docMk/>
            <pc:sldMk cId="4221981430" sldId="259"/>
            <ac:grpSpMk id="151" creationId="{ACC459DF-200C-4898-34C1-831FA1A6C6D1}"/>
          </ac:grpSpMkLst>
        </pc:grpChg>
        <pc:grpChg chg="add del mod">
          <ac:chgData name="ZeroAct Lee" userId="9682bd5161dedc83" providerId="LiveId" clId="{8F1B0B53-82C5-40C6-8325-C26DE25F7900}" dt="2023-03-19T03:49:04.408" v="1228" actId="165"/>
          <ac:grpSpMkLst>
            <pc:docMk/>
            <pc:sldMk cId="4221981430" sldId="259"/>
            <ac:grpSpMk id="152" creationId="{249EC495-FEB5-A53D-FE81-600F3AA61DBD}"/>
          </ac:grpSpMkLst>
        </pc:grpChg>
        <pc:grpChg chg="add mod">
          <ac:chgData name="ZeroAct Lee" userId="9682bd5161dedc83" providerId="LiveId" clId="{8F1B0B53-82C5-40C6-8325-C26DE25F7900}" dt="2023-03-19T04:00:07.549" v="1428" actId="1076"/>
          <ac:grpSpMkLst>
            <pc:docMk/>
            <pc:sldMk cId="4221981430" sldId="259"/>
            <ac:grpSpMk id="155" creationId="{FE765CB1-1BB6-5829-3835-D8D36A0F883D}"/>
          </ac:grpSpMkLst>
        </pc:grpChg>
        <pc:grpChg chg="add mod">
          <ac:chgData name="ZeroAct Lee" userId="9682bd5161dedc83" providerId="LiveId" clId="{8F1B0B53-82C5-40C6-8325-C26DE25F7900}" dt="2023-03-19T04:00:07.549" v="1428" actId="1076"/>
          <ac:grpSpMkLst>
            <pc:docMk/>
            <pc:sldMk cId="4221981430" sldId="259"/>
            <ac:grpSpMk id="156" creationId="{A0DCED7A-125A-027A-A7ED-6020145506B1}"/>
          </ac:grpSpMkLst>
        </pc:grpChg>
        <pc:cxnChg chg="del">
          <ac:chgData name="ZeroAct Lee" userId="9682bd5161dedc83" providerId="LiveId" clId="{8F1B0B53-82C5-40C6-8325-C26DE25F7900}" dt="2023-03-19T03:45:30.586" v="1113" actId="478"/>
          <ac:cxnSpMkLst>
            <pc:docMk/>
            <pc:sldMk cId="4221981430" sldId="259"/>
            <ac:cxnSpMk id="35" creationId="{9EDBFC0C-06A2-1594-414E-1C04FE42CF51}"/>
          </ac:cxnSpMkLst>
        </pc:cxnChg>
        <pc:cxnChg chg="add mod">
          <ac:chgData name="ZeroAct Lee" userId="9682bd5161dedc83" providerId="LiveId" clId="{8F1B0B53-82C5-40C6-8325-C26DE25F7900}" dt="2023-03-19T03:49:37.676" v="1233" actId="164"/>
          <ac:cxnSpMkLst>
            <pc:docMk/>
            <pc:sldMk cId="4221981430" sldId="259"/>
            <ac:cxnSpMk id="154" creationId="{4CBE2D06-3405-4738-FAA6-79CC910EF9D6}"/>
          </ac:cxnSpMkLst>
        </pc:cxnChg>
      </pc:sldChg>
      <pc:sldChg chg="addSp delSp modSp add mod ord">
        <pc:chgData name="ZeroAct Lee" userId="9682bd5161dedc83" providerId="LiveId" clId="{8F1B0B53-82C5-40C6-8325-C26DE25F7900}" dt="2023-03-19T04:00:47.832" v="1436"/>
        <pc:sldMkLst>
          <pc:docMk/>
          <pc:sldMk cId="3493619546" sldId="260"/>
        </pc:sldMkLst>
        <pc:spChg chg="mod">
          <ac:chgData name="ZeroAct Lee" userId="9682bd5161dedc83" providerId="LiveId" clId="{8F1B0B53-82C5-40C6-8325-C26DE25F7900}" dt="2023-03-19T03:52:06.624" v="1261" actId="20577"/>
          <ac:spMkLst>
            <pc:docMk/>
            <pc:sldMk cId="3493619546" sldId="260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3:55:05.584" v="1419" actId="20577"/>
          <ac:spMkLst>
            <pc:docMk/>
            <pc:sldMk cId="3493619546" sldId="260"/>
            <ac:spMk id="16" creationId="{40C65B45-76AB-5BE5-87E3-CBFF7F895BB1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06" creationId="{0C97F8CA-0F6B-EE73-845D-F3A31C7DBB6B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07" creationId="{6587A283-26B6-D3A6-D588-2B6010D5ED2F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08" creationId="{B8541EDB-776E-CC69-0DD2-292CF1C948A5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09" creationId="{18CA91D9-09AE-C451-37CF-86F9340FD0A7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0" creationId="{EA7B7DBF-26F6-560F-FFE8-FFEE74FD798E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1" creationId="{1623AA09-5D4C-17B8-50F3-15863F3A347E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2" creationId="{57BBDD9B-1D37-746E-1236-8EB6CB9537EC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3" creationId="{9998BEFD-991B-D7F1-FE25-1441BC26F2C5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4" creationId="{B2968990-09C3-1833-55D6-43CC1CB784C0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5" creationId="{08A771C8-7FA8-3D3A-8CA6-21D6C325A476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6" creationId="{D559CEBB-8A01-73F3-36D6-98B5BCCE966E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7" creationId="{8CF91490-C769-9786-193D-3885F8B720B3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8" creationId="{10A0EC1C-A613-104C-5DEA-EF6C0C198CB1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19" creationId="{7296FB01-C79F-5869-D8A2-87222B4AA503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0" creationId="{93FACBD4-8879-A474-6D91-5710EDD13264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1" creationId="{3A1A834F-F688-501C-DB48-4059CC5C4CA8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2" creationId="{BE36D64E-716C-F74F-0222-DE643E1A4107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3" creationId="{309915B1-2311-CA2D-B0A8-9814CE0917F8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4" creationId="{0E0D401D-E99E-4D6B-BC7D-AB925AFDE912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5" creationId="{7053D244-B8CE-95A4-8B74-52306117E73C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6" creationId="{9C642BBB-E5CE-3AEC-085C-EFCC810ECB81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7" creationId="{90E4A372-585F-5A5C-488A-3F032088050E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8" creationId="{4D6C833E-4CFD-2746-2B47-7036F006D9B9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29" creationId="{31AFD92C-F7E9-57FE-CED5-AA5ED3770ABA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0" creationId="{ECC28464-12E6-12E0-6ADB-446A246FEC18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1" creationId="{66510A25-6692-09A2-FAD1-841549218F8A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2" creationId="{4326CE8A-E9D4-E423-E17D-669FC3FF962A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3" creationId="{B8E69D2F-6252-90A0-23EE-310AB34F442D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4" creationId="{A3D4E36B-9100-3B8F-8FDD-935396390138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5" creationId="{BC5CC033-4C12-3A6E-527B-8774E083CB79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6" creationId="{5B9C3725-C2B7-60BA-016B-440DC02E0854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7" creationId="{CB5BC6F6-5739-0895-5274-C36BD2CF91F1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8" creationId="{878686FE-8550-855D-B7CA-E410EFE263BB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39" creationId="{5B3B214C-96E1-1575-2913-37676443ED6D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0" creationId="{0D852D89-49BE-F05A-AA55-F5AC8F027A71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1" creationId="{96F1CB72-A174-8F52-D841-52D023DA4DE4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2" creationId="{21499D6C-DC8C-7853-0BBF-70DBF19990EE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3" creationId="{507E523F-327D-EBE0-C523-89FB570C929D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4" creationId="{2F257AAE-3222-9336-00BA-C12D6F7C5222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5" creationId="{59D65B40-45B1-7AF6-EF1D-CE43A3F24230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6" creationId="{FA2CD191-8879-225C-1B4D-60BB1166ACDB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7" creationId="{113A734A-3427-9D70-2D07-A6A4D27E51B4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8" creationId="{53EAC0A3-AF99-9B40-C7F0-390D774B3956}"/>
          </ac:spMkLst>
        </pc:spChg>
        <pc:spChg chg="del">
          <ac:chgData name="ZeroAct Lee" userId="9682bd5161dedc83" providerId="LiveId" clId="{8F1B0B53-82C5-40C6-8325-C26DE25F7900}" dt="2023-03-19T03:52:10.964" v="1262" actId="478"/>
          <ac:spMkLst>
            <pc:docMk/>
            <pc:sldMk cId="3493619546" sldId="260"/>
            <ac:spMk id="149" creationId="{CC35E0CC-FB56-5F82-2B5A-420139F7D95F}"/>
          </ac:spMkLst>
        </pc:spChg>
        <pc:grpChg chg="del">
          <ac:chgData name="ZeroAct Lee" userId="9682bd5161dedc83" providerId="LiveId" clId="{8F1B0B53-82C5-40C6-8325-C26DE25F7900}" dt="2023-03-19T03:52:10.964" v="1262" actId="478"/>
          <ac:grpSpMkLst>
            <pc:docMk/>
            <pc:sldMk cId="3493619546" sldId="260"/>
            <ac:grpSpMk id="150" creationId="{BD005D63-4FFE-259C-CE0B-BCECF046CED5}"/>
          </ac:grpSpMkLst>
        </pc:grpChg>
        <pc:grpChg chg="del">
          <ac:chgData name="ZeroAct Lee" userId="9682bd5161dedc83" providerId="LiveId" clId="{8F1B0B53-82C5-40C6-8325-C26DE25F7900}" dt="2023-03-19T03:52:10.964" v="1262" actId="478"/>
          <ac:grpSpMkLst>
            <pc:docMk/>
            <pc:sldMk cId="3493619546" sldId="260"/>
            <ac:grpSpMk id="155" creationId="{FE765CB1-1BB6-5829-3835-D8D36A0F883D}"/>
          </ac:grpSpMkLst>
        </pc:grpChg>
        <pc:picChg chg="add mod">
          <ac:chgData name="ZeroAct Lee" userId="9682bd5161dedc83" providerId="LiveId" clId="{8F1B0B53-82C5-40C6-8325-C26DE25F7900}" dt="2023-03-19T03:53:26.619" v="1298" actId="1076"/>
          <ac:picMkLst>
            <pc:docMk/>
            <pc:sldMk cId="3493619546" sldId="260"/>
            <ac:picMk id="1026" creationId="{E3245F40-99A2-A9D1-11C4-C7877626B45B}"/>
          </ac:picMkLst>
        </pc:picChg>
      </pc:sldChg>
      <pc:sldChg chg="add del">
        <pc:chgData name="ZeroAct Lee" userId="9682bd5161dedc83" providerId="LiveId" clId="{8F1B0B53-82C5-40C6-8325-C26DE25F7900}" dt="2023-03-19T03:52:12.512" v="1264"/>
        <pc:sldMkLst>
          <pc:docMk/>
          <pc:sldMk cId="1737965483" sldId="261"/>
        </pc:sldMkLst>
      </pc:sldChg>
      <pc:sldChg chg="addSp delSp modSp add mod">
        <pc:chgData name="ZeroAct Lee" userId="9682bd5161dedc83" providerId="LiveId" clId="{8F1B0B53-82C5-40C6-8325-C26DE25F7900}" dt="2023-03-19T05:42:41.798" v="3407" actId="20577"/>
        <pc:sldMkLst>
          <pc:docMk/>
          <pc:sldMk cId="2480922936" sldId="261"/>
        </pc:sldMkLst>
        <pc:spChg chg="mod">
          <ac:chgData name="ZeroAct Lee" userId="9682bd5161dedc83" providerId="LiveId" clId="{8F1B0B53-82C5-40C6-8325-C26DE25F7900}" dt="2023-03-19T04:07:17.972" v="1539" actId="14100"/>
          <ac:spMkLst>
            <pc:docMk/>
            <pc:sldMk cId="2480922936" sldId="261"/>
            <ac:spMk id="2" creationId="{E890E378-9F42-126C-A532-082C16F0254A}"/>
          </ac:spMkLst>
        </pc:spChg>
        <pc:spChg chg="add del mod">
          <ac:chgData name="ZeroAct Lee" userId="9682bd5161dedc83" providerId="LiveId" clId="{8F1B0B53-82C5-40C6-8325-C26DE25F7900}" dt="2023-03-19T04:31:00.144" v="1546" actId="478"/>
          <ac:spMkLst>
            <pc:docMk/>
            <pc:sldMk cId="2480922936" sldId="261"/>
            <ac:spMk id="3" creationId="{F6CAAD50-B066-A029-82E9-C046042A2163}"/>
          </ac:spMkLst>
        </pc:spChg>
        <pc:spChg chg="add mod">
          <ac:chgData name="ZeroAct Lee" userId="9682bd5161dedc83" providerId="LiveId" clId="{8F1B0B53-82C5-40C6-8325-C26DE25F7900}" dt="2023-03-19T04:43:19.820" v="1979" actId="14100"/>
          <ac:spMkLst>
            <pc:docMk/>
            <pc:sldMk cId="2480922936" sldId="261"/>
            <ac:spMk id="4" creationId="{136F898C-6633-9A2C-3DB9-006FF4DABDFE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6" creationId="{2E7AD47F-FA2E-C6CD-5295-1A02712A624D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7" creationId="{A5ECB2F4-23E8-A623-322F-89338A0E6595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8" creationId="{D7FA80E7-571D-5C5A-6907-2A2BAF7467C1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9" creationId="{C8D69E09-DBAB-2144-9198-36AD15F1E1B2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10" creationId="{A4966348-2239-F6A3-2F06-DB6E58A0DB9E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11" creationId="{DBBE5399-093C-34FC-FEA1-A5389EEEC9AE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12" creationId="{0A68C8C3-A524-3A1D-D67B-3D90C2724ADC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13" creationId="{F9AA4E3C-1A5B-80C7-E758-F875F696D63D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14" creationId="{DB4BABD9-CAFC-BE5D-E5E7-F7E462A3615F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15" creationId="{744F68AD-3045-AD9F-9890-62809BFDB568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16" creationId="{B669372E-7CAC-82EF-39AE-312555FD9B9F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17" creationId="{1B62CA6D-F051-8B21-7471-EF0ADDDADD60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18" creationId="{A3D0478A-693B-3758-4BBE-836982BC0CA9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19" creationId="{DE86D374-05CD-80CD-A00E-AEF8FBA6D09D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20" creationId="{8B8ABCC8-3502-2436-2013-1927F9626CAD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21" creationId="{ABE0AAC5-B510-8B1C-B3D4-E062A155DCC7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22" creationId="{DAC751F6-C616-6C87-21E4-785E8643FC35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23" creationId="{ABEEDA81-4178-DF2B-9694-D9379E065EAD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24" creationId="{E94ACB44-CF78-96CA-1656-CD4577918949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25" creationId="{76034D2F-F8BC-B0FC-E0E4-BBDED8C0C5F8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26" creationId="{E2E13B7E-920D-F31C-0595-F93D7F3C2C97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27" creationId="{7D200DF6-BEC9-F820-4EBA-F80B988909AA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28" creationId="{289321AD-8104-AAB0-122F-22C5975B2CF8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29" creationId="{A5DC0D52-EE98-71E7-3AEB-599457C4B0CE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0" creationId="{1286E30A-C340-5302-72AD-D4C8140A5162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1" creationId="{6D34AB82-738F-7613-EEFF-D825B2B6BF54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2" creationId="{F77B4C5D-E795-BCB2-1574-991F434C2394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3" creationId="{F659DF1E-F3E1-E80F-0BB8-6A187230657C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4" creationId="{9353ACD2-8E91-A914-0517-436F8E00E6A8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35" creationId="{82F981B9-5815-B513-5A72-4299D85B7308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6" creationId="{2E5CA2E7-0504-F1A6-4C8B-113CA0B26BA8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7" creationId="{EE22145E-E09F-5842-6BA1-3FCF8019047D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8" creationId="{157E9B63-A9CE-656C-9049-E55CDE37B4C1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39" creationId="{B4DEE595-FB98-7250-4BCD-BA2BBCC5D626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0" creationId="{3AA55B1D-83DC-299A-B267-E862505DDACA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1" creationId="{70308BBF-BDD6-6536-4359-B884758D90A9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2" creationId="{4FEBFD8B-AA4A-0F7D-5F01-18E6183D9BF6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3" creationId="{90152102-852B-444E-DBD1-BEEC3928A670}"/>
          </ac:spMkLst>
        </pc:spChg>
        <pc:spChg chg="mod">
          <ac:chgData name="ZeroAct Lee" userId="9682bd5161dedc83" providerId="LiveId" clId="{8F1B0B53-82C5-40C6-8325-C26DE25F7900}" dt="2023-03-19T04:41:22.239" v="1804" actId="208"/>
          <ac:spMkLst>
            <pc:docMk/>
            <pc:sldMk cId="2480922936" sldId="261"/>
            <ac:spMk id="44" creationId="{990C3C97-14C2-3AE7-0225-AE66DDA87A9D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5" creationId="{98A433B0-E332-FDC7-0099-FC2C000E5E75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6" creationId="{2799D636-1503-635C-CA98-5C73CA26C7FF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7" creationId="{9E77BAD1-DFDE-8E50-204A-38E18E938C86}"/>
          </ac:spMkLst>
        </pc:spChg>
        <pc:spChg chg="mod">
          <ac:chgData name="ZeroAct Lee" userId="9682bd5161dedc83" providerId="LiveId" clId="{8F1B0B53-82C5-40C6-8325-C26DE25F7900}" dt="2023-03-19T04:40:51.465" v="1801"/>
          <ac:spMkLst>
            <pc:docMk/>
            <pc:sldMk cId="2480922936" sldId="261"/>
            <ac:spMk id="48" creationId="{7B39092D-D586-C9C6-4091-75B4EFCAB282}"/>
          </ac:spMkLst>
        </pc:spChg>
        <pc:spChg chg="add mod">
          <ac:chgData name="ZeroAct Lee" userId="9682bd5161dedc83" providerId="LiveId" clId="{8F1B0B53-82C5-40C6-8325-C26DE25F7900}" dt="2023-03-19T05:42:41.798" v="3407" actId="20577"/>
          <ac:spMkLst>
            <pc:docMk/>
            <pc:sldMk cId="2480922936" sldId="261"/>
            <ac:spMk id="50" creationId="{AF70C025-7D93-598D-6DBE-C6BC89A2D321}"/>
          </ac:spMkLst>
        </pc:spChg>
        <pc:grpChg chg="add mod">
          <ac:chgData name="ZeroAct Lee" userId="9682bd5161dedc83" providerId="LiveId" clId="{8F1B0B53-82C5-40C6-8325-C26DE25F7900}" dt="2023-03-19T04:44:08.996" v="2040" actId="1076"/>
          <ac:grpSpMkLst>
            <pc:docMk/>
            <pc:sldMk cId="2480922936" sldId="261"/>
            <ac:grpSpMk id="5" creationId="{D2663676-1E3E-1250-1D1E-455FF66BC005}"/>
          </ac:grpSpMkLst>
        </pc:grpChg>
        <pc:picChg chg="del">
          <ac:chgData name="ZeroAct Lee" userId="9682bd5161dedc83" providerId="LiveId" clId="{8F1B0B53-82C5-40C6-8325-C26DE25F7900}" dt="2023-03-19T03:56:49.761" v="1420" actId="478"/>
          <ac:picMkLst>
            <pc:docMk/>
            <pc:sldMk cId="2480922936" sldId="261"/>
            <ac:picMk id="1026" creationId="{E3245F40-99A2-A9D1-11C4-C7877626B45B}"/>
          </ac:picMkLst>
        </pc:picChg>
      </pc:sldChg>
      <pc:sldChg chg="addSp delSp modSp add mod">
        <pc:chgData name="ZeroAct Lee" userId="9682bd5161dedc83" providerId="LiveId" clId="{8F1B0B53-82C5-40C6-8325-C26DE25F7900}" dt="2023-03-19T05:42:34.422" v="3392" actId="20577"/>
        <pc:sldMkLst>
          <pc:docMk/>
          <pc:sldMk cId="1245258588" sldId="262"/>
        </pc:sldMkLst>
        <pc:spChg chg="mod">
          <ac:chgData name="ZeroAct Lee" userId="9682bd5161dedc83" providerId="LiveId" clId="{8F1B0B53-82C5-40C6-8325-C26DE25F7900}" dt="2023-03-19T04:37:47.168" v="1634" actId="20577"/>
          <ac:spMkLst>
            <pc:docMk/>
            <pc:sldMk cId="1245258588" sldId="262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4:50:27.897" v="2175" actId="20577"/>
          <ac:spMkLst>
            <pc:docMk/>
            <pc:sldMk cId="1245258588" sldId="262"/>
            <ac:spMk id="3" creationId="{04192C83-136C-8BC0-705B-FE52FC1A6CDD}"/>
          </ac:spMkLst>
        </pc:spChg>
        <pc:spChg chg="del">
          <ac:chgData name="ZeroAct Lee" userId="9682bd5161dedc83" providerId="LiveId" clId="{8F1B0B53-82C5-40C6-8325-C26DE25F7900}" dt="2023-03-19T04:49:37.385" v="2141" actId="478"/>
          <ac:spMkLst>
            <pc:docMk/>
            <pc:sldMk cId="1245258588" sldId="262"/>
            <ac:spMk id="4" creationId="{136F898C-6633-9A2C-3DB9-006FF4DABDFE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6" creationId="{0F3517DD-95E0-05A5-EDF3-91EDF0C827E3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7" creationId="{2579FB20-4E5E-B751-BBE9-F9A8277302C6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8" creationId="{B78ED55C-F532-2B16-6395-B735F324FA96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9" creationId="{1D5F45A5-AFEA-F5E8-B1BF-0E7D2BF5B9DB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0" creationId="{69425B89-B2EF-D63D-7476-B02DDF86A848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1" creationId="{939736A1-E770-83A9-FC68-F010A4B8BC75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2" creationId="{21D09911-E80D-CAF1-45ED-FB5E73070C91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3" creationId="{0D7D5E9D-1D75-C062-D33B-73D3BFD55724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4" creationId="{12F61ED6-B141-B56B-97C0-2BA58B75E063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5" creationId="{97D3B9C6-E311-5A80-0EC9-2E97F50B4BD4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6" creationId="{E49C39A4-157E-2EED-C40A-B61224ADA3EB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7" creationId="{417FDC2B-B23F-6A3B-2845-6E5D80399F6F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8" creationId="{EA48D7A9-9F3B-CCBD-081B-7CB3406A6B09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19" creationId="{31788F57-A1AB-BC37-BD29-6A1F5763CB5E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0" creationId="{A857EB96-6076-992C-D129-C76ABCC8647B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1" creationId="{2E2F582F-EA71-FF26-8714-5AFF26307519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2" creationId="{F05A5C40-06FD-B817-F5C0-B74A0323E150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3" creationId="{D2DBD7FB-5040-AA6F-8E78-3870474E0C26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4" creationId="{F3017C58-8A28-94D6-39D3-6ED99747CA95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5" creationId="{BECA0BB3-B223-9DC1-4F4E-345BB502CD0F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6" creationId="{48002000-39B6-BCDF-40C6-F14B8D1FFD9F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7" creationId="{F98C5EB5-3BE0-92F5-67C0-3900A35DAFFB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8" creationId="{9B7C2BD5-340F-11C5-5031-811A40EA54B2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29" creationId="{7EAD3137-8647-C8F7-C8F4-E43FCB23A37A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0" creationId="{431508A0-B323-A243-936E-6D17D77E3527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1" creationId="{28797038-43B2-A5D2-2482-5F9B660ED1DC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2" creationId="{19EDBB71-BCDA-B564-31E0-FB6F467EFFDA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3" creationId="{184E356E-D4B8-9E2A-D137-955E9E7C5F10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4" creationId="{70D659DF-7A4A-F018-DC1A-CD832C6B436F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5" creationId="{415FF12A-BD68-4E3E-82C4-2C13335AFD41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6" creationId="{4BBE7168-9A1B-1A35-83CE-1846261335A7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7" creationId="{6CE67C26-A423-E7AF-9E08-320205381D3E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8" creationId="{F2D5AD08-D8DA-2373-E716-EDDFD2569861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39" creationId="{1511EC0F-1912-AEF4-329B-ED74D7891C9E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0" creationId="{C74E5A0A-1354-5356-7D03-DB3FEFC8B78D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1" creationId="{505F3E08-FE33-56DA-6795-847514B0E2FF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2" creationId="{30A23C5B-6D42-D257-21D5-80AC70CD8ED0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3" creationId="{C4C83661-5AFE-2B7D-1773-955DFC3B4B7F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4" creationId="{F40ED0D1-7465-E069-BC91-408A58257766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5" creationId="{AB6AE085-631C-F969-51C2-57F3D6D1FD7B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6" creationId="{4A644859-D321-3D38-8F1F-2D138F7BFFFB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7" creationId="{547EADFC-228D-B08F-848B-56426444170C}"/>
          </ac:spMkLst>
        </pc:spChg>
        <pc:spChg chg="mod">
          <ac:chgData name="ZeroAct Lee" userId="9682bd5161dedc83" providerId="LiveId" clId="{8F1B0B53-82C5-40C6-8325-C26DE25F7900}" dt="2023-03-19T04:49:49.995" v="2147"/>
          <ac:spMkLst>
            <pc:docMk/>
            <pc:sldMk cId="1245258588" sldId="262"/>
            <ac:spMk id="48" creationId="{DB3BF896-C2F0-342F-C5BE-02435EC28C9C}"/>
          </ac:spMkLst>
        </pc:spChg>
        <pc:spChg chg="add mod">
          <ac:chgData name="ZeroAct Lee" userId="9682bd5161dedc83" providerId="LiveId" clId="{8F1B0B53-82C5-40C6-8325-C26DE25F7900}" dt="2023-03-19T05:42:34.422" v="3392" actId="20577"/>
          <ac:spMkLst>
            <pc:docMk/>
            <pc:sldMk cId="1245258588" sldId="262"/>
            <ac:spMk id="49" creationId="{151EEA96-536C-D988-E29D-2F4F7F397C8C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1" creationId="{9C64E216-C227-9086-24D1-28C216DD5920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2" creationId="{2FE2D4DF-9728-B206-C0CD-728916C9E88E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3" creationId="{64C38BCD-DD54-6944-C157-9F75991EAAF2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4" creationId="{16B29AF5-8AEC-2BE6-FA59-01EEAC42BB63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5" creationId="{B288695F-233C-CEAC-57BA-F39DE99BB7A9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6" creationId="{8A56122A-6ACE-F971-4248-134A975DFEC1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7" creationId="{670ECAA5-FD10-DCFB-7F3C-C83681A85B0D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8" creationId="{DDF2CB76-E84B-BE21-2608-B4140FAF8CAA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59" creationId="{16A716A1-9997-7ADD-8D1F-08461C10E455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0" creationId="{522A580F-77FF-AF85-C0BE-A25B0E5EC57B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1" creationId="{5D3C9C88-2737-833C-DAF0-30D75AB0D566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2" creationId="{01DBEBE9-1559-0E44-AEA1-B35CA00A7413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3" creationId="{991FCD72-115A-C833-4D58-491A28C54461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4" creationId="{9EC8927F-7641-F2EC-0937-6E2686C03292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5" creationId="{6C1194B5-66D0-29FB-B9C9-2A12346197B5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6" creationId="{F07CB74E-8DF2-84F1-5E5B-727E54DD8ED5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7" creationId="{C54E416A-EB81-C6C6-6C25-E22D48AE7D0F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8" creationId="{E33829E7-474A-02FE-7F31-C245C276419A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69" creationId="{C80F7D72-5957-9BD3-45C6-F3EBFCDD61D6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0" creationId="{EC1336B9-84FE-D4FC-44A9-241BF7EDEBD0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1" creationId="{6D6B4DFF-DDE1-5A14-5E7E-0C78D4984C87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2" creationId="{AF7E07DE-DB9C-9C61-F3F0-C9CEB90EF85D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3" creationId="{965F9D65-05A2-4041-412B-6C78E3DF05D2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4" creationId="{933FEBC1-804C-BFE0-43F3-9791DC8B7740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5" creationId="{6D98A20A-634A-C996-102A-34F57F4DEDB8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6" creationId="{92BAE57E-0408-051D-2702-BE1739202456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7" creationId="{27B9C97E-69EE-FF8E-AFFA-62D8BF84814B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8" creationId="{D8E8B82F-062D-4CB3-9E27-AD121E9E6D81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79" creationId="{8291D621-13D7-E733-445A-AB04B6B54FE0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0" creationId="{3154C26C-BEA6-E18D-CEED-1960A4A6506D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1" creationId="{3DF53E2A-BCFC-592A-54D5-932968C89807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2" creationId="{F2E0F181-C942-E688-5C8D-A0D3BE2815FE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3" creationId="{4F1B32F3-65CA-1028-746C-EE4ED88A2A44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4" creationId="{D6F49B7C-BCE2-0A32-4DF3-6BAA68996BC9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5" creationId="{0A13A9EA-F812-02CF-8E35-DBC6E21707F1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6" creationId="{7A1D02E0-F571-E478-B75D-A51566EECFF3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7" creationId="{4476C89A-707A-82C3-6702-20093F32AC28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8" creationId="{6AA979B9-35C8-AF0B-6C90-CBD80F9C4EA6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89" creationId="{9D0ECA31-8D7D-325A-F3C3-C908F84A0B78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90" creationId="{90B62973-5AF5-2C9F-1FEE-DC59ACC73746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91" creationId="{88B58BB8-CC86-DA52-995B-C136B5A66711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92" creationId="{D483F1A3-A6C5-46C6-E9A4-6E6A0ADFBC41}"/>
          </ac:spMkLst>
        </pc:spChg>
        <pc:spChg chg="mod">
          <ac:chgData name="ZeroAct Lee" userId="9682bd5161dedc83" providerId="LiveId" clId="{8F1B0B53-82C5-40C6-8325-C26DE25F7900}" dt="2023-03-19T04:50:07.402" v="2153"/>
          <ac:spMkLst>
            <pc:docMk/>
            <pc:sldMk cId="1245258588" sldId="262"/>
            <ac:spMk id="93" creationId="{25D3AFD9-34BC-8E51-0FA1-E7DA41728E8E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95" creationId="{3936AAEC-7AB9-0E41-7BE6-6B7C5E37D045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96" creationId="{585D0301-86C9-8E13-6F69-E6C7F5584581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97" creationId="{38D0AA9F-E05C-EF5E-922D-0BFFC74AE0D7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98" creationId="{E65A1D7D-417A-D6E8-C0C3-8DC84F182980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99" creationId="{44630F2C-08F0-2091-A028-1A29DF2EB11B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0" creationId="{97B94D31-ED12-C101-E424-132E957A159D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1" creationId="{C0191647-EA79-371D-0D2B-4F36CCB99EE6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2" creationId="{2FC51C5D-8A84-3D1A-FD8B-13BDA174B2B6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3" creationId="{5A578600-429A-F0E0-5C5A-FB5D24F14EF9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4" creationId="{59EA8659-8793-2291-8BF2-C0E1589731E2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5" creationId="{2A43123A-C9AB-9DDB-75DC-20D01EEB4D02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6" creationId="{C7BF0202-9563-3C51-D112-7A282E8732C9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7" creationId="{AB66CE28-C8E9-0242-D90D-6ACADA3444A4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8" creationId="{C1ABD97E-38DE-1E6E-D6F5-831668B8130C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09" creationId="{A8EF5A65-8E4B-F2D2-3D6C-8E627465C1D4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0" creationId="{FA810E35-7F96-4AFB-4211-4DEEC21DFAAA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1" creationId="{2941B5EE-7B3E-E8AC-9FDB-33F18895DCF3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2" creationId="{F05B74AF-5C22-02AB-4D23-83636D12C5BB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3" creationId="{4D456895-D5C2-AEBA-B002-DDC279C4ADA0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4" creationId="{F36F117F-9A6C-C972-6C77-051BD5E392FD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5" creationId="{75ACAD95-4C80-E539-07FA-4C5D11452A3A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6" creationId="{C9D9B212-9D9C-5927-76A0-35E3A6159E99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7" creationId="{A4A6525C-F266-A41A-8CD9-39EF89EA7E28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8" creationId="{638A36AC-42E7-3B2B-BAE8-17D22E4C30A9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19" creationId="{BADB6D82-2F1F-936D-EE59-47E8EC04244E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0" creationId="{A778F700-98BB-8E89-F9F7-697633481148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1" creationId="{0345318E-A997-454D-DCA8-AB176FF64413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2" creationId="{1B917E0E-2224-C8D7-E085-CF62E0EB2933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3" creationId="{508BF262-3894-BDC0-1E22-F2816AEFA763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4" creationId="{BA4C987F-39E4-B54F-1F2E-0B0CDCB35C53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5" creationId="{D2484EAD-0C59-0B6A-4CDF-70C4879B7D65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6" creationId="{8226C915-D577-F8AC-AC08-C129A64BDFC1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7" creationId="{86C46ACC-1BB4-B027-39BC-562B53297E6B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8" creationId="{8758E570-4F73-CAA7-B450-9108B391AA05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29" creationId="{E013D56D-4B31-2FF7-CF23-321C066F8169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0" creationId="{D9DCA7F1-B5EB-F14F-9C6E-A06AE01EB318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1" creationId="{3810D436-C037-7629-A72C-A8475CAD2A49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2" creationId="{404AE5C9-FFE3-0B75-3129-E2EAFBC88F53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3" creationId="{76059106-6F92-BA77-2883-0B32892052C7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4" creationId="{17C08498-BEE1-B59E-358D-2C9DD72C69F0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5" creationId="{3757A8F4-8FE2-197D-5D2E-F6EABD386378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6" creationId="{AF17DFD8-426C-F80E-2DB6-192486B91CF5}"/>
          </ac:spMkLst>
        </pc:spChg>
        <pc:spChg chg="mod">
          <ac:chgData name="ZeroAct Lee" userId="9682bd5161dedc83" providerId="LiveId" clId="{8F1B0B53-82C5-40C6-8325-C26DE25F7900}" dt="2023-03-19T04:52:38.003" v="2370"/>
          <ac:spMkLst>
            <pc:docMk/>
            <pc:sldMk cId="1245258588" sldId="262"/>
            <ac:spMk id="137" creationId="{D29F29D2-6964-D1E6-00FA-01E4854522EB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39" creationId="{3CD11D59-31C0-3A6B-9C84-E30194326B8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0" creationId="{95648680-5E79-40B5-B528-F1E9D0DD00EB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1" creationId="{0A082EFB-AF0A-2B41-E9F3-B7D4E21E51EA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2" creationId="{37688EC4-4C51-2536-DED2-6359671F1D8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3" creationId="{A2E4D8E9-7A68-FD83-875B-2F3185F0594C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4" creationId="{E99A016B-AC78-7A7B-A6FF-C2F5F539CD01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5" creationId="{16CFFD24-E9F3-807C-3683-69F5B0A8093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6" creationId="{5F4C8EB1-2867-4747-F9D2-7B242E100245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7" creationId="{051376E2-DC0C-DA3A-674E-FC8110BF0B91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8" creationId="{AF298DE8-DC3E-8352-6730-863617D2BD60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49" creationId="{9CBAB838-11AC-B186-A2E1-C494CE609085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0" creationId="{9B7B7A4F-6005-0E5A-A175-3AF675F0D081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1" creationId="{DCD8ED30-FF51-2098-BA7E-76333A0AFF99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2" creationId="{7479DEAC-3D31-789C-6930-1FAAAFD3ADBD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3" creationId="{1034C371-971A-E6FA-366F-911B23E13506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4" creationId="{0FB7638F-2EC8-DC42-92F1-7CBB07EAA8C6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5" creationId="{D2099471-448E-8B28-8796-2F13931B1786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6" creationId="{90F2CDF8-AAAC-2343-3914-2F492097E78C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7" creationId="{4923578D-40EA-195A-7715-0251A5C2DBAA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8" creationId="{86A7D26A-A6D2-2EE0-4839-6FA1DA055553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59" creationId="{7CB4CAD5-4F09-128D-415E-93B39CE36CEC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0" creationId="{9E54978B-EB12-D080-F3E1-77E204C7C070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1" creationId="{66ABEAA5-080D-771E-86DC-2CAD3537E291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2" creationId="{E49824D3-A82E-E853-C12D-4E1EE3826B59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3" creationId="{D8409AE3-FF3C-ACE3-420C-96D46CA8EA57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4" creationId="{8B16936F-3B28-4DA5-C0F4-5568FECF5A8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5" creationId="{5168512A-8F49-F9AB-D68B-6D7AF608A13D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6" creationId="{5548D7AA-25D8-772F-20C8-326D53E18D8C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7" creationId="{A2ABE10C-CFD8-512F-89D9-120EED629BAE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8" creationId="{174EE18B-5E8D-A510-F169-351143D0530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69" creationId="{DE8273DE-A2B5-0256-A54A-E1C20FEEA86C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0" creationId="{82DEBF1E-EED0-63BF-6CA7-ABD7404FAC50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1" creationId="{46AB6700-502F-192C-541D-9520F252FF7F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2" creationId="{A836F610-69C9-36F7-E83A-032D0143D50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3" creationId="{A87695FB-8F02-E6A0-E96E-611D69A64DC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4" creationId="{928038F4-47FF-4329-DCA2-E7995D2875D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5" creationId="{0722B1B0-3275-AA29-548D-5EBBD3E980AC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6" creationId="{3D228640-CA46-0266-3052-01F9EC2FADD9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7" creationId="{718FEBE4-B1C0-88EE-562C-20A300E95AE9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8" creationId="{02E92EA4-F50D-8DC0-CF2C-96B682CC9C38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79" creationId="{D1DB37DD-D8CE-FAEF-194F-D1B3E603EE4C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80" creationId="{2A44B5A8-A5AC-5A5B-5890-863B20663F1B}"/>
          </ac:spMkLst>
        </pc:spChg>
        <pc:spChg chg="mod">
          <ac:chgData name="ZeroAct Lee" userId="9682bd5161dedc83" providerId="LiveId" clId="{8F1B0B53-82C5-40C6-8325-C26DE25F7900}" dt="2023-03-19T04:53:08.212" v="2384"/>
          <ac:spMkLst>
            <pc:docMk/>
            <pc:sldMk cId="1245258588" sldId="262"/>
            <ac:spMk id="181" creationId="{98C040D3-87E1-2A91-081B-2C75F28E9AC3}"/>
          </ac:spMkLst>
        </pc:spChg>
        <pc:spChg chg="add mod">
          <ac:chgData name="ZeroAct Lee" userId="9682bd5161dedc83" providerId="LiveId" clId="{8F1B0B53-82C5-40C6-8325-C26DE25F7900}" dt="2023-03-19T04:54:10.808" v="2403" actId="1076"/>
          <ac:spMkLst>
            <pc:docMk/>
            <pc:sldMk cId="1245258588" sldId="262"/>
            <ac:spMk id="182" creationId="{469144C2-2E00-8FD9-3483-CDA051950CD6}"/>
          </ac:spMkLst>
        </pc:spChg>
        <pc:spChg chg="add mod">
          <ac:chgData name="ZeroAct Lee" userId="9682bd5161dedc83" providerId="LiveId" clId="{8F1B0B53-82C5-40C6-8325-C26DE25F7900}" dt="2023-03-19T04:53:45.476" v="2392" actId="1076"/>
          <ac:spMkLst>
            <pc:docMk/>
            <pc:sldMk cId="1245258588" sldId="262"/>
            <ac:spMk id="183" creationId="{AE747ABF-2DF6-23E1-1476-18B1A9221EDD}"/>
          </ac:spMkLst>
        </pc:spChg>
        <pc:spChg chg="add mod">
          <ac:chgData name="ZeroAct Lee" userId="9682bd5161dedc83" providerId="LiveId" clId="{8F1B0B53-82C5-40C6-8325-C26DE25F7900}" dt="2023-03-19T04:53:48.891" v="2394" actId="1076"/>
          <ac:spMkLst>
            <pc:docMk/>
            <pc:sldMk cId="1245258588" sldId="262"/>
            <ac:spMk id="184" creationId="{2C9B2E40-7BC1-8D2C-D9E1-406BA84D3248}"/>
          </ac:spMkLst>
        </pc:spChg>
        <pc:spChg chg="add mod">
          <ac:chgData name="ZeroAct Lee" userId="9682bd5161dedc83" providerId="LiveId" clId="{8F1B0B53-82C5-40C6-8325-C26DE25F7900}" dt="2023-03-19T04:53:55.621" v="2396" actId="1076"/>
          <ac:spMkLst>
            <pc:docMk/>
            <pc:sldMk cId="1245258588" sldId="262"/>
            <ac:spMk id="185" creationId="{A9385F97-A654-5E41-A565-905E32A50342}"/>
          </ac:spMkLst>
        </pc:spChg>
        <pc:spChg chg="add mod">
          <ac:chgData name="ZeroAct Lee" userId="9682bd5161dedc83" providerId="LiveId" clId="{8F1B0B53-82C5-40C6-8325-C26DE25F7900}" dt="2023-03-19T04:54:14.974" v="2405" actId="1076"/>
          <ac:spMkLst>
            <pc:docMk/>
            <pc:sldMk cId="1245258588" sldId="262"/>
            <ac:spMk id="186" creationId="{CC3F1966-6EF1-3B42-DCD0-9CD2D8A6AFAE}"/>
          </ac:spMkLst>
        </pc:spChg>
        <pc:spChg chg="add mod">
          <ac:chgData name="ZeroAct Lee" userId="9682bd5161dedc83" providerId="LiveId" clId="{8F1B0B53-82C5-40C6-8325-C26DE25F7900}" dt="2023-03-19T04:54:03.265" v="2400" actId="1076"/>
          <ac:spMkLst>
            <pc:docMk/>
            <pc:sldMk cId="1245258588" sldId="262"/>
            <ac:spMk id="187" creationId="{EF61F77D-59B9-8F9E-A7E5-2E898116FF6F}"/>
          </ac:spMkLst>
        </pc:spChg>
        <pc:spChg chg="add mod">
          <ac:chgData name="ZeroAct Lee" userId="9682bd5161dedc83" providerId="LiveId" clId="{8F1B0B53-82C5-40C6-8325-C26DE25F7900}" dt="2023-03-19T04:54:12.167" v="2404" actId="1076"/>
          <ac:spMkLst>
            <pc:docMk/>
            <pc:sldMk cId="1245258588" sldId="262"/>
            <ac:spMk id="188" creationId="{8A032E2C-9EEB-9EC8-E2A9-67944BBB76B0}"/>
          </ac:spMkLst>
        </pc:spChg>
        <pc:grpChg chg="add del mod">
          <ac:chgData name="ZeroAct Lee" userId="9682bd5161dedc83" providerId="LiveId" clId="{8F1B0B53-82C5-40C6-8325-C26DE25F7900}" dt="2023-03-19T04:50:16.765" v="2156" actId="478"/>
          <ac:grpSpMkLst>
            <pc:docMk/>
            <pc:sldMk cId="1245258588" sldId="262"/>
            <ac:grpSpMk id="5" creationId="{8DBFFF9D-9BEE-ADED-8EEF-78EB221851C1}"/>
          </ac:grpSpMkLst>
        </pc:grpChg>
        <pc:grpChg chg="add del mod ord">
          <ac:chgData name="ZeroAct Lee" userId="9682bd5161dedc83" providerId="LiveId" clId="{8F1B0B53-82C5-40C6-8325-C26DE25F7900}" dt="2023-03-19T04:52:45.731" v="2373" actId="478"/>
          <ac:grpSpMkLst>
            <pc:docMk/>
            <pc:sldMk cId="1245258588" sldId="262"/>
            <ac:grpSpMk id="50" creationId="{C9EE35FE-2A2B-5F82-1E88-B2730094F89B}"/>
          </ac:grpSpMkLst>
        </pc:grpChg>
        <pc:grpChg chg="add del mod ord">
          <ac:chgData name="ZeroAct Lee" userId="9682bd5161dedc83" providerId="LiveId" clId="{8F1B0B53-82C5-40C6-8325-C26DE25F7900}" dt="2023-03-19T04:53:23.992" v="2387" actId="478"/>
          <ac:grpSpMkLst>
            <pc:docMk/>
            <pc:sldMk cId="1245258588" sldId="262"/>
            <ac:grpSpMk id="94" creationId="{E63D3311-9155-6B87-C47C-FF31CE67D672}"/>
          </ac:grpSpMkLst>
        </pc:grpChg>
        <pc:grpChg chg="add mod ord">
          <ac:chgData name="ZeroAct Lee" userId="9682bd5161dedc83" providerId="LiveId" clId="{8F1B0B53-82C5-40C6-8325-C26DE25F7900}" dt="2023-03-19T04:53:22.403" v="2386" actId="167"/>
          <ac:grpSpMkLst>
            <pc:docMk/>
            <pc:sldMk cId="1245258588" sldId="262"/>
            <ac:grpSpMk id="138" creationId="{19808F6A-A598-7A1A-F621-FA8C4EB3720E}"/>
          </ac:grpSpMkLst>
        </pc:grpChg>
      </pc:sldChg>
      <pc:sldChg chg="addSp delSp modSp add del mod ord">
        <pc:chgData name="ZeroAct Lee" userId="9682bd5161dedc83" providerId="LiveId" clId="{8F1B0B53-82C5-40C6-8325-C26DE25F7900}" dt="2023-03-19T05:33:14.560" v="2947" actId="47"/>
        <pc:sldMkLst>
          <pc:docMk/>
          <pc:sldMk cId="138644026" sldId="263"/>
        </pc:sldMkLst>
        <pc:spChg chg="mod">
          <ac:chgData name="ZeroAct Lee" userId="9682bd5161dedc83" providerId="LiveId" clId="{8F1B0B53-82C5-40C6-8325-C26DE25F7900}" dt="2023-03-19T04:38:25.551" v="1669" actId="20577"/>
          <ac:spMkLst>
            <pc:docMk/>
            <pc:sldMk cId="138644026" sldId="263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5:24:25.045" v="2935" actId="20577"/>
          <ac:spMkLst>
            <pc:docMk/>
            <pc:sldMk cId="138644026" sldId="263"/>
            <ac:spMk id="3" creationId="{4B6991CA-6DEB-1076-3EF4-C04DC19B4AF4}"/>
          </ac:spMkLst>
        </pc:spChg>
        <pc:spChg chg="del">
          <ac:chgData name="ZeroAct Lee" userId="9682bd5161dedc83" providerId="LiveId" clId="{8F1B0B53-82C5-40C6-8325-C26DE25F7900}" dt="2023-03-19T04:49:39.995" v="2142" actId="478"/>
          <ac:spMkLst>
            <pc:docMk/>
            <pc:sldMk cId="138644026" sldId="263"/>
            <ac:spMk id="4" creationId="{136F898C-6633-9A2C-3DB9-006FF4DABDFE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6" creationId="{4567FBD5-1C49-1821-BD74-D946B01F2FDD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7" creationId="{9533C38B-D2B9-1B3A-AA4C-F92F6E880960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8" creationId="{1C43CE78-069F-7A6B-0EF5-EFC93EBDF182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9" creationId="{7505CA0C-672C-5A1A-4BA0-83CC17A93AF4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0" creationId="{D4B8DCE8-846B-D763-6EB2-9CF203D8F088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1" creationId="{A9CFE099-CE8B-60E7-F739-62EB1C1CFC14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2" creationId="{42276DB0-02D7-DBAE-E25E-2895958F14FF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3" creationId="{B50EAA45-0AB5-604F-546F-544D341CC067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4" creationId="{1B4671A4-6C9A-34AE-2BE6-B457C9274076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5" creationId="{6586B300-5DF2-DF93-BDF0-5AFA718F7175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6" creationId="{B32AA30E-0B13-09E1-9CE9-14A35C184301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7" creationId="{FB5D624A-1815-923C-7C17-F9CE556C6C3C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8" creationId="{E63496BE-BAE3-1FA1-0D6C-BACCF6F373C3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19" creationId="{3CEB1C28-3BA9-4102-A92F-61C1576962E2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0" creationId="{1AC9065F-C572-A126-DDDA-8617BCA4DC81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1" creationId="{60EE7AF6-DA84-7087-F02E-E5779339127E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2" creationId="{B0A7763C-AC81-75F5-B904-82DA1EE27796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3" creationId="{FB230E76-2761-0B69-D173-72D3DCE7106F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4" creationId="{E2BA8CA5-4534-2A9A-6E76-37814F306909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5" creationId="{F48FC7C1-F646-8D52-7A07-825B69882950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6" creationId="{9C231EBA-2DDB-A259-225F-F60396B6A591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7" creationId="{AAE2E0B1-86E7-5B6F-E854-750AC08FDAE8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8" creationId="{12C1DACE-1C27-BB96-7BCF-EC41E8934839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29" creationId="{9B52A185-B735-2722-94ED-ABC5A10F1E5B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0" creationId="{89A769DC-9AF1-9B9B-1677-2811B2C7082C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1" creationId="{103E49AE-EB11-9058-402E-874824344E20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2" creationId="{59D84472-D8D5-2352-8196-01FEF044598D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3" creationId="{BE43F2B0-0142-CCA2-E168-B23A01480079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4" creationId="{27DAFD08-5C6C-65B0-424B-F72B1E90B4DD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5" creationId="{56282B2A-213D-827B-BEF2-2A81B7C9C0D3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6" creationId="{44898E6E-46ED-E99D-5262-44A5C7B4769B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7" creationId="{DFB84BF5-F281-50E6-59C6-E69FE89B377F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8" creationId="{7B59C60F-451B-99F2-9E7A-079CEE93B808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39" creationId="{D7430DC4-9F1F-AE1E-F46A-E47D544B2F07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0" creationId="{316BE0C6-5B14-E240-A835-9C64A63EA51D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1" creationId="{7A16C2E1-5B25-DD08-72D4-ADBFA5399AD0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2" creationId="{FE2C6DA6-7750-D927-475B-FBC6EDE71617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3" creationId="{4008EA4F-93F1-436A-327C-E0CDC9AEC0CC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4" creationId="{BCBDF90A-5D99-A91E-4A8D-A6D659FAAF9F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5" creationId="{F3674538-56DC-762A-CCD9-3ECB174D1C1D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6" creationId="{ED6570E6-8ECA-591C-0659-58ED1CF46C42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7" creationId="{55EE84A5-9D48-964E-30B1-A196245B8C60}"/>
          </ac:spMkLst>
        </pc:spChg>
        <pc:spChg chg="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8" creationId="{6308F26A-9129-101A-1C29-4A6C8A62EA4C}"/>
          </ac:spMkLst>
        </pc:spChg>
        <pc:spChg chg="add mod">
          <ac:chgData name="ZeroAct Lee" userId="9682bd5161dedc83" providerId="LiveId" clId="{8F1B0B53-82C5-40C6-8325-C26DE25F7900}" dt="2023-03-19T04:49:51.505" v="2148"/>
          <ac:spMkLst>
            <pc:docMk/>
            <pc:sldMk cId="138644026" sldId="263"/>
            <ac:spMk id="49" creationId="{9976DBF0-2104-1459-D3E9-9E2D340691D4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1" creationId="{A4BFF869-5595-366B-2AD3-79DDEA87A75A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2" creationId="{D4945E80-B2D6-F901-86B9-BD89AFB233E0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3" creationId="{109B9BF2-01A3-EB12-A19F-1FE6ADEA7043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4" creationId="{472F93EA-E278-1AB8-62A9-7F517A2E07E9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5" creationId="{5589C934-C321-59B5-53C2-D4FDFEF58213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6" creationId="{D82A98A3-2B1C-F9E6-4850-AD2E774A55DF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7" creationId="{D1AE9704-9AFB-1829-8C4A-D7B4EE015E32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8" creationId="{1B42D5E5-CCEE-9AF5-2DAC-E7A71CDEE3BE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59" creationId="{EBDBB7DC-629F-725E-7D92-E3AC0BC43DFE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0" creationId="{E6EA0E71-13C1-830F-1270-DF345E3CEB1F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1" creationId="{97A2CEBA-1D11-8FC0-A4BD-72DB26BCC729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2" creationId="{1F7123B8-C827-44C5-2B44-6FF359391E5F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3" creationId="{FB95C674-C26F-BFB7-621F-AA74FA480930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4" creationId="{79AF496F-D059-5DA1-730B-3D507661C3D5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5" creationId="{742DA3F5-A1DD-3FF7-D074-F6A63B8205C9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6" creationId="{1F8AC830-1B71-FBB4-58CD-650BE7BAB963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7" creationId="{8667F21A-F736-ED79-A40D-324A5E6D7F6C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8" creationId="{CFCADDD5-53D0-CBF3-7747-024CF4C7647B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69" creationId="{EFDD32BD-EB6B-6C86-7AAF-527F61F520CB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0" creationId="{2BB063A8-F49C-D125-4A75-CF220424153A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1" creationId="{BF1A1C78-3032-B81C-B5AA-D78B51763E39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2" creationId="{4873059A-1595-A962-9B68-3AD263668D9F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3" creationId="{78C887B3-5259-530D-6718-200CC0337507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4" creationId="{9C91B683-4597-FC3C-404F-DDD47E8CD1DE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5" creationId="{FA09A407-7E2D-81A1-4416-D4B2E51056BB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6" creationId="{E8838C3D-011D-E482-722A-909A09F713C3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7" creationId="{295FF0C4-5D84-67C2-687C-657929572F2D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8" creationId="{28106914-F7FC-72F7-2FB7-31C9BF391763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79" creationId="{5EE9FF14-EE9C-3776-DA03-25DB694888DD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0" creationId="{A6049F2A-E19C-2F5C-DA8C-5D3E5FB16131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1" creationId="{B4B66085-C0DC-DBB8-4205-F22AA08429C5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2" creationId="{4BE8405D-23F1-CF9C-E6AF-C68AD2847DCF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3" creationId="{44441F2C-751D-213B-548D-0E95A994A5F5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4" creationId="{FEE961F1-6DCE-6E21-A7C8-6FA70D3FCCDD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5" creationId="{50B89436-40F0-2DF0-4B86-2E92065D5BDA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6" creationId="{5414224D-B1EF-7D5B-DE88-7A736F966F29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7" creationId="{FBA7C643-4308-9664-3A3E-4C75E8C4347D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8" creationId="{29E884C1-3B82-DC7E-336B-89695661F605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89" creationId="{A147003A-B0E8-FBED-1F46-526FE7D16C67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90" creationId="{E2C78DE4-2774-706D-1B82-6F9A1F2938C2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91" creationId="{8EB4556C-B45F-2830-1CBF-4F946F593848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92" creationId="{EC7536A2-92B7-885E-B4D1-5AEEF79D95A9}"/>
          </ac:spMkLst>
        </pc:spChg>
        <pc:spChg chg="mod">
          <ac:chgData name="ZeroAct Lee" userId="9682bd5161dedc83" providerId="LiveId" clId="{8F1B0B53-82C5-40C6-8325-C26DE25F7900}" dt="2023-03-19T04:52:55.587" v="2379"/>
          <ac:spMkLst>
            <pc:docMk/>
            <pc:sldMk cId="138644026" sldId="263"/>
            <ac:spMk id="93" creationId="{B803C820-1D9C-9428-7A13-F5FC35F62F94}"/>
          </ac:spMkLst>
        </pc:spChg>
        <pc:grpChg chg="add del mod">
          <ac:chgData name="ZeroAct Lee" userId="9682bd5161dedc83" providerId="LiveId" clId="{8F1B0B53-82C5-40C6-8325-C26DE25F7900}" dt="2023-03-19T04:52:48.503" v="2374" actId="478"/>
          <ac:grpSpMkLst>
            <pc:docMk/>
            <pc:sldMk cId="138644026" sldId="263"/>
            <ac:grpSpMk id="5" creationId="{4937F895-56BA-32D7-2F97-C6EC7B6836E1}"/>
          </ac:grpSpMkLst>
        </pc:grpChg>
        <pc:grpChg chg="add mod">
          <ac:chgData name="ZeroAct Lee" userId="9682bd5161dedc83" providerId="LiveId" clId="{8F1B0B53-82C5-40C6-8325-C26DE25F7900}" dt="2023-03-19T04:52:55.587" v="2379"/>
          <ac:grpSpMkLst>
            <pc:docMk/>
            <pc:sldMk cId="138644026" sldId="263"/>
            <ac:grpSpMk id="50" creationId="{3F0A2460-C317-7476-2C0B-A2DB1A293877}"/>
          </ac:grpSpMkLst>
        </pc:grpChg>
      </pc:sldChg>
      <pc:sldChg chg="addSp delSp modSp add mod ord">
        <pc:chgData name="ZeroAct Lee" userId="9682bd5161dedc83" providerId="LiveId" clId="{8F1B0B53-82C5-40C6-8325-C26DE25F7900}" dt="2023-03-19T05:33:10.170" v="2946" actId="27636"/>
        <pc:sldMkLst>
          <pc:docMk/>
          <pc:sldMk cId="1018844359" sldId="264"/>
        </pc:sldMkLst>
        <pc:spChg chg="mod">
          <ac:chgData name="ZeroAct Lee" userId="9682bd5161dedc83" providerId="LiveId" clId="{8F1B0B53-82C5-40C6-8325-C26DE25F7900}" dt="2023-03-19T05:33:10.170" v="2946" actId="27636"/>
          <ac:spMkLst>
            <pc:docMk/>
            <pc:sldMk cId="1018844359" sldId="264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5:11:45.821" v="2649"/>
          <ac:spMkLst>
            <pc:docMk/>
            <pc:sldMk cId="1018844359" sldId="264"/>
            <ac:spMk id="3" creationId="{D6D8434D-FE4A-55B0-E766-989F083559AC}"/>
          </ac:spMkLst>
        </pc:spChg>
        <pc:spChg chg="del">
          <ac:chgData name="ZeroAct Lee" userId="9682bd5161dedc83" providerId="LiveId" clId="{8F1B0B53-82C5-40C6-8325-C26DE25F7900}" dt="2023-03-19T04:49:42.233" v="2143" actId="478"/>
          <ac:spMkLst>
            <pc:docMk/>
            <pc:sldMk cId="1018844359" sldId="264"/>
            <ac:spMk id="4" creationId="{136F898C-6633-9A2C-3DB9-006FF4DABDFE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6" creationId="{20503CAB-DCD2-443D-62C7-197BED853F20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7" creationId="{757735E1-D78B-4D54-8F72-2F6CA7CC16DE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8" creationId="{4AEFDBB0-05FC-5E45-392C-E5C6CAB32F34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9" creationId="{2D83B10F-32C9-82EC-AB71-3E5D8EAA3243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0" creationId="{57F85C02-18D0-228C-D27F-5BA2B7EE32A0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1" creationId="{3F53F0CA-68A1-9AC9-005A-6D0FBC14DD93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2" creationId="{7BBA2230-9904-E7F9-3768-09077E3175A4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3" creationId="{6CE07E15-398F-3DE2-378F-615E564303CE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4" creationId="{B50A3FF8-5A9F-DAAB-20E5-CC2BE22B3E10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5" creationId="{462D39C2-D989-C665-B5E9-F525048A5CF0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6" creationId="{F91DBA91-DA98-E46B-ED50-84DB221D6DA6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7" creationId="{5BB6FFA4-2834-758D-2B28-73AF2C145954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8" creationId="{6C6641D0-9F85-2B09-DB5D-F1B680FD2A47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19" creationId="{1A1C1829-0702-6E45-0C14-7168B625E871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0" creationId="{5C8C9FCA-27D5-6D47-24A0-641BE1B588E1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1" creationId="{AF489C69-95CE-0E0A-421F-9C2A980B0E8E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2" creationId="{8E138BA2-C03A-47DB-BBB7-ED5ADD8447FC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3" creationId="{6EB05D90-3015-C995-5A65-81EF0CDB696F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4" creationId="{05DE09DA-B477-71F3-1E62-4B698D1E0129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5" creationId="{12FE0D45-4A9D-5830-62A3-9509C60A6DA3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6" creationId="{F17C8B8D-BB4F-7B0C-A517-E605DF666B64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7" creationId="{9584B431-B35A-78A0-8F14-DAA73F36CB0B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8" creationId="{9BC8D50D-9AB5-4183-25DE-458DE538EEBF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29" creationId="{06960C63-002F-A22D-6627-BF8781D0B67F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0" creationId="{A505ADF8-8CFC-0854-86A6-3EAF64707295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1" creationId="{D0E42456-F70C-FB54-3DA0-5DF2D186958B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2" creationId="{5CAD6452-EAA5-91C6-B857-43D62B8EF622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3" creationId="{614DC84B-5D89-0FB3-6C52-C619CB91CC84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4" creationId="{A996B9E5-E4A5-352C-6168-E3817C245FF2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5" creationId="{5CB3B2FE-0B98-8D5E-DE0A-AAED8B7A2043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6" creationId="{D61285E6-ECF7-5FD2-D754-C358029AB159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7" creationId="{87FE3F05-3C49-2631-2ADA-906D19E363F3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8" creationId="{10B9E96D-CDB4-3F12-B81F-92983E1DF755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39" creationId="{6395E433-3710-02CB-4B21-6E12247FC0F4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0" creationId="{68B047D0-6EBE-CF1A-E3A8-7D19A74A2326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1" creationId="{961E46FA-7719-BCB5-FBD9-27B58C92A38D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2" creationId="{AD436125-20E8-32CF-73A1-53D922FF1ED1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3" creationId="{5E981D4A-3F1F-6C7F-3AC6-24D582E76E3A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4" creationId="{61C9CE38-E523-1546-CBE0-3746D7B89719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5" creationId="{5EBFFE71-47FF-0FCB-EEC0-E611B1CC0971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6" creationId="{C21AF229-3E2C-52E6-79A7-488328AE4748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7" creationId="{8B707669-3038-22AC-358E-3769025D9D21}"/>
          </ac:spMkLst>
        </pc:spChg>
        <pc:spChg chg="mod">
          <ac:chgData name="ZeroAct Lee" userId="9682bd5161dedc83" providerId="LiveId" clId="{8F1B0B53-82C5-40C6-8325-C26DE25F7900}" dt="2023-03-19T04:49:52.058" v="2149"/>
          <ac:spMkLst>
            <pc:docMk/>
            <pc:sldMk cId="1018844359" sldId="264"/>
            <ac:spMk id="48" creationId="{4C404C2F-72F0-4DB2-27E8-21105DEDAFA8}"/>
          </ac:spMkLst>
        </pc:spChg>
        <pc:spChg chg="add mod">
          <ac:chgData name="ZeroAct Lee" userId="9682bd5161dedc83" providerId="LiveId" clId="{8F1B0B53-82C5-40C6-8325-C26DE25F7900}" dt="2023-03-19T05:13:25.311" v="2796" actId="20577"/>
          <ac:spMkLst>
            <pc:docMk/>
            <pc:sldMk cId="1018844359" sldId="264"/>
            <ac:spMk id="49" creationId="{FCE53932-7A08-3F0E-9A9A-52A0A01EB378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1" creationId="{50F5BFE5-1344-6148-B050-290A91CB040B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2" creationId="{D173A20B-707E-0591-5ED4-C11766673F5D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3" creationId="{67C4B579-AAD7-1CF8-D5A0-A533FA462A5F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4" creationId="{E4E09F76-207D-5C85-25DD-045E329E8747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5" creationId="{403AD0CE-2851-3E10-90A8-AB9C94BB438B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6" creationId="{4C368785-B3FE-6BE9-EDA1-0423FB0B9BC7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7" creationId="{2B6CAF0F-9DA1-DF91-C4D3-24602FDCE7A1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8" creationId="{FA53C498-6161-01CC-68F8-65FE8B38FE11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59" creationId="{393C95DB-5C2D-6E34-CE75-9C397F7AA024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0" creationId="{D8C62B7D-A063-62A5-B988-477E51E2F191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1" creationId="{913EA2A4-3A19-EE38-41A3-BBEFC72457E4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2" creationId="{B55EED92-5174-0AB9-06B7-F04218C9C4FE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3" creationId="{86821A39-8B4A-BDA6-A0F8-1EEBE81ED9F0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4" creationId="{0F012590-84F0-5D57-6B40-2ABF39F5122E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5" creationId="{64FF9949-07B5-46A3-53A9-AD493EA53BE3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6" creationId="{3D990671-2B87-4E26-43CA-AEF9E8E7C634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7" creationId="{59B34909-EFED-8746-A011-4D58DCFC7AFB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8" creationId="{D3207323-4DC1-7781-698B-13D1691BEE20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69" creationId="{C36C3685-A996-467E-5C5F-A5EB4991799D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0" creationId="{4F8E0070-6666-1802-8A76-82D33E53CC0D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1" creationId="{ED2D90FD-0929-83F6-5EA8-CA38DB3E90AB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2" creationId="{4D4F005D-B8CD-8CB5-CCC5-285A34BB1D52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3" creationId="{D32B580F-BFFB-A3D5-589A-B44623D8CD25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4" creationId="{0F05390A-9D38-20BC-C383-CE972669678E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5" creationId="{2985A661-F2C8-7E11-F3A5-FE22B4C9D964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6" creationId="{36D6FD03-8C27-D4ED-7013-5327955EFC6B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7" creationId="{1C8B54CE-15A8-4515-60BD-AA67CC1E6D48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8" creationId="{705D5070-8153-00F8-FC95-ACA1F46CA6A9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79" creationId="{99A6925E-255C-9BE8-2BB2-01832CBD0713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0" creationId="{9B855E10-EF94-BCDB-C9F4-5BACF527D8E3}"/>
          </ac:spMkLst>
        </pc:spChg>
        <pc:spChg chg="mod">
          <ac:chgData name="ZeroAct Lee" userId="9682bd5161dedc83" providerId="LiveId" clId="{8F1B0B53-82C5-40C6-8325-C26DE25F7900}" dt="2023-03-19T05:14:09.064" v="2805"/>
          <ac:spMkLst>
            <pc:docMk/>
            <pc:sldMk cId="1018844359" sldId="264"/>
            <ac:spMk id="81" creationId="{9002A102-42F9-3574-0E5F-7BE807FA40C5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2" creationId="{259B8D04-8D1D-CF54-B38A-F510C528C7E9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3" creationId="{7D8B508C-CA31-B8D2-782E-ADF702775E21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4" creationId="{FAFF351C-B34D-1516-A31E-32093C55781F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5" creationId="{797A7621-079B-E5B8-DD7C-15F0943041F0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6" creationId="{8E32AC55-0C9F-E9FF-5AAA-E575E4C31A9C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7" creationId="{D61C2799-DB3D-2BD3-87B1-D6ABBFAE3CA0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8" creationId="{15C709F8-ED2D-AE8A-7A1A-B3C555BADA15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89" creationId="{EC5F5092-8449-8944-4380-5787EB28D239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90" creationId="{9673C778-6B65-C792-F190-BDB979EF057B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91" creationId="{F0277F25-89B7-C859-4C98-673D9F7E8170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92" creationId="{E8333540-3D57-E786-AE5D-2B12EF157F81}"/>
          </ac:spMkLst>
        </pc:spChg>
        <pc:spChg chg="mod">
          <ac:chgData name="ZeroAct Lee" userId="9682bd5161dedc83" providerId="LiveId" clId="{8F1B0B53-82C5-40C6-8325-C26DE25F7900}" dt="2023-03-19T04:52:56.092" v="2380"/>
          <ac:spMkLst>
            <pc:docMk/>
            <pc:sldMk cId="1018844359" sldId="264"/>
            <ac:spMk id="93" creationId="{8DB61895-9D88-B058-E03F-06A35DDD92B9}"/>
          </ac:spMkLst>
        </pc:spChg>
        <pc:spChg chg="add mod">
          <ac:chgData name="ZeroAct Lee" userId="9682bd5161dedc83" providerId="LiveId" clId="{8F1B0B53-82C5-40C6-8325-C26DE25F7900}" dt="2023-03-19T05:19:36.038" v="2890" actId="1076"/>
          <ac:spMkLst>
            <pc:docMk/>
            <pc:sldMk cId="1018844359" sldId="264"/>
            <ac:spMk id="94" creationId="{E65925D3-71A7-8B32-0A64-66662EB88247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95" creationId="{BE5C5E43-20E9-0CC4-1DEF-A9894C193624}"/>
          </ac:spMkLst>
        </pc:spChg>
        <pc:spChg chg="add del mod">
          <ac:chgData name="ZeroAct Lee" userId="9682bd5161dedc83" providerId="LiveId" clId="{8F1B0B53-82C5-40C6-8325-C26DE25F7900}" dt="2023-03-19T05:14:25.909" v="2812"/>
          <ac:spMkLst>
            <pc:docMk/>
            <pc:sldMk cId="1018844359" sldId="264"/>
            <ac:spMk id="96" creationId="{D0020EBB-5501-9E46-388C-C6BE259736FB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97" creationId="{A8C868F8-2C8A-CBD3-A191-CD00FC10F2FF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98" creationId="{6754CECE-FBED-DE25-BFCC-4D13F12FF6C1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99" creationId="{17EEFBDA-46C9-79CC-5F78-22E1DD09AAE8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0" creationId="{736DC4B6-FBA6-FAB0-9700-C383FF1786C5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1" creationId="{6B6E71B9-D2B5-D23E-EE5F-09A1E2C3E4AF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2" creationId="{FA2E2B4A-2599-784E-EC25-5FEB61E9638E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3" creationId="{34B6F57A-3D33-06CE-2C62-2D20E100535A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4" creationId="{AC8098ED-7621-CE16-9FA4-62C6EE173390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5" creationId="{D73A0C89-1EC8-ED58-571A-13A58F0715ED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6" creationId="{401A270E-5A8C-19EE-B0F1-71A2244EFAFC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7" creationId="{3DCC767C-8ABF-9DF9-C7E2-9ABBBE5E8A71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8" creationId="{5260C3C5-FD6D-86D0-23D0-5D3C169027AB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09" creationId="{BBB41905-C15E-BA0B-A938-18915166AD3E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10" creationId="{46BF7C10-9B8F-E25E-5944-719F12A1A1DA}"/>
          </ac:spMkLst>
        </pc:spChg>
        <pc:spChg chg="add mod">
          <ac:chgData name="ZeroAct Lee" userId="9682bd5161dedc83" providerId="LiveId" clId="{8F1B0B53-82C5-40C6-8325-C26DE25F7900}" dt="2023-03-19T05:14:52.432" v="2821" actId="164"/>
          <ac:spMkLst>
            <pc:docMk/>
            <pc:sldMk cId="1018844359" sldId="264"/>
            <ac:spMk id="111" creationId="{763B8ED6-9127-69E4-9737-B8F7EF02536B}"/>
          </ac:spMkLst>
        </pc:spChg>
        <pc:spChg chg="add del mod">
          <ac:chgData name="ZeroAct Lee" userId="9682bd5161dedc83" providerId="LiveId" clId="{8F1B0B53-82C5-40C6-8325-C26DE25F7900}" dt="2023-03-19T05:19:25.916" v="2888" actId="478"/>
          <ac:spMkLst>
            <pc:docMk/>
            <pc:sldMk cId="1018844359" sldId="264"/>
            <ac:spMk id="116" creationId="{A8687123-6985-2279-3160-EE9B7EB93559}"/>
          </ac:spMkLst>
        </pc:spChg>
        <pc:spChg chg="add del mod">
          <ac:chgData name="ZeroAct Lee" userId="9682bd5161dedc83" providerId="LiveId" clId="{8F1B0B53-82C5-40C6-8325-C26DE25F7900}" dt="2023-03-19T05:19:25.916" v="2888" actId="478"/>
          <ac:spMkLst>
            <pc:docMk/>
            <pc:sldMk cId="1018844359" sldId="264"/>
            <ac:spMk id="117" creationId="{38A525AF-6A74-1E01-24CD-FF4CCC6EF2D2}"/>
          </ac:spMkLst>
        </pc:spChg>
        <pc:spChg chg="add del mod">
          <ac:chgData name="ZeroAct Lee" userId="9682bd5161dedc83" providerId="LiveId" clId="{8F1B0B53-82C5-40C6-8325-C26DE25F7900}" dt="2023-03-19T05:19:25.916" v="2888" actId="478"/>
          <ac:spMkLst>
            <pc:docMk/>
            <pc:sldMk cId="1018844359" sldId="264"/>
            <ac:spMk id="118" creationId="{045E622A-D2D7-8EC8-00AA-30A86DFBE921}"/>
          </ac:spMkLst>
        </pc:spChg>
        <pc:spChg chg="add del mod">
          <ac:chgData name="ZeroAct Lee" userId="9682bd5161dedc83" providerId="LiveId" clId="{8F1B0B53-82C5-40C6-8325-C26DE25F7900}" dt="2023-03-19T05:19:25.916" v="2888" actId="478"/>
          <ac:spMkLst>
            <pc:docMk/>
            <pc:sldMk cId="1018844359" sldId="264"/>
            <ac:spMk id="119" creationId="{DD79231D-3898-496C-E74D-1CCA8ACAB00E}"/>
          </ac:spMkLst>
        </pc:spChg>
        <pc:spChg chg="add mod">
          <ac:chgData name="ZeroAct Lee" userId="9682bd5161dedc83" providerId="LiveId" clId="{8F1B0B53-82C5-40C6-8325-C26DE25F7900}" dt="2023-03-19T05:19:36.038" v="2890" actId="1076"/>
          <ac:spMkLst>
            <pc:docMk/>
            <pc:sldMk cId="1018844359" sldId="264"/>
            <ac:spMk id="120" creationId="{62681DB7-FEEE-9538-6C00-6E2286C4BECB}"/>
          </ac:spMkLst>
        </pc:spChg>
        <pc:spChg chg="add mod">
          <ac:chgData name="ZeroAct Lee" userId="9682bd5161dedc83" providerId="LiveId" clId="{8F1B0B53-82C5-40C6-8325-C26DE25F7900}" dt="2023-03-19T05:19:47.030" v="2894" actId="1076"/>
          <ac:spMkLst>
            <pc:docMk/>
            <pc:sldMk cId="1018844359" sldId="264"/>
            <ac:spMk id="121" creationId="{C9FEFBE2-9C62-CD9E-1210-D14109EB0E16}"/>
          </ac:spMkLst>
        </pc:spChg>
        <pc:spChg chg="add mod">
          <ac:chgData name="ZeroAct Lee" userId="9682bd5161dedc83" providerId="LiveId" clId="{8F1B0B53-82C5-40C6-8325-C26DE25F7900}" dt="2023-03-19T05:20:00.783" v="2897" actId="403"/>
          <ac:spMkLst>
            <pc:docMk/>
            <pc:sldMk cId="1018844359" sldId="264"/>
            <ac:spMk id="122" creationId="{C69E7F00-AC9D-314F-42F5-256CF4031914}"/>
          </ac:spMkLst>
        </pc:spChg>
        <pc:grpChg chg="add del mod">
          <ac:chgData name="ZeroAct Lee" userId="9682bd5161dedc83" providerId="LiveId" clId="{8F1B0B53-82C5-40C6-8325-C26DE25F7900}" dt="2023-03-19T04:52:49.954" v="2375" actId="478"/>
          <ac:grpSpMkLst>
            <pc:docMk/>
            <pc:sldMk cId="1018844359" sldId="264"/>
            <ac:grpSpMk id="5" creationId="{D67C6A73-DDEC-AF67-7C44-F6A0FA8D3140}"/>
          </ac:grpSpMkLst>
        </pc:grpChg>
        <pc:grpChg chg="add del mod">
          <ac:chgData name="ZeroAct Lee" userId="9682bd5161dedc83" providerId="LiveId" clId="{8F1B0B53-82C5-40C6-8325-C26DE25F7900}" dt="2023-03-19T05:18:15.591" v="2845" actId="478"/>
          <ac:grpSpMkLst>
            <pc:docMk/>
            <pc:sldMk cId="1018844359" sldId="264"/>
            <ac:grpSpMk id="50" creationId="{C97E0BC1-4B0C-8F14-3492-0E95E212FF3E}"/>
          </ac:grpSpMkLst>
        </pc:grpChg>
        <pc:grpChg chg="add mod">
          <ac:chgData name="ZeroAct Lee" userId="9682bd5161dedc83" providerId="LiveId" clId="{8F1B0B53-82C5-40C6-8325-C26DE25F7900}" dt="2023-03-19T05:19:36.038" v="2890" actId="1076"/>
          <ac:grpSpMkLst>
            <pc:docMk/>
            <pc:sldMk cId="1018844359" sldId="264"/>
            <ac:grpSpMk id="112" creationId="{83D025EC-F62B-8252-B7FC-DF2A972DB615}"/>
          </ac:grpSpMkLst>
        </pc:grpChg>
        <pc:cxnChg chg="add del mod">
          <ac:chgData name="ZeroAct Lee" userId="9682bd5161dedc83" providerId="LiveId" clId="{8F1B0B53-82C5-40C6-8325-C26DE25F7900}" dt="2023-03-19T05:16:55.082" v="2829" actId="478"/>
          <ac:cxnSpMkLst>
            <pc:docMk/>
            <pc:sldMk cId="1018844359" sldId="264"/>
            <ac:cxnSpMk id="113" creationId="{4B46C4EA-ABD8-69F2-7385-21F40799EBE7}"/>
          </ac:cxnSpMkLst>
        </pc:cxnChg>
        <pc:cxnChg chg="add del mod">
          <ac:chgData name="ZeroAct Lee" userId="9682bd5161dedc83" providerId="LiveId" clId="{8F1B0B53-82C5-40C6-8325-C26DE25F7900}" dt="2023-03-19T05:17:00.105" v="2831"/>
          <ac:cxnSpMkLst>
            <pc:docMk/>
            <pc:sldMk cId="1018844359" sldId="264"/>
            <ac:cxnSpMk id="114" creationId="{F9ED5C8F-9221-678F-42F2-9AE422A7EE69}"/>
          </ac:cxnSpMkLst>
        </pc:cxnChg>
        <pc:cxnChg chg="add del mod">
          <ac:chgData name="ZeroAct Lee" userId="9682bd5161dedc83" providerId="LiveId" clId="{8F1B0B53-82C5-40C6-8325-C26DE25F7900}" dt="2023-03-19T05:17:02.850" v="2833"/>
          <ac:cxnSpMkLst>
            <pc:docMk/>
            <pc:sldMk cId="1018844359" sldId="264"/>
            <ac:cxnSpMk id="115" creationId="{2FDA4331-9092-553B-6B38-77400A408C2A}"/>
          </ac:cxnSpMkLst>
        </pc:cxnChg>
      </pc:sldChg>
      <pc:sldChg chg="addSp delSp modSp add mod">
        <pc:chgData name="ZeroAct Lee" userId="9682bd5161dedc83" providerId="LiveId" clId="{8F1B0B53-82C5-40C6-8325-C26DE25F7900}" dt="2023-03-19T05:36:00.897" v="3109" actId="207"/>
        <pc:sldMkLst>
          <pc:docMk/>
          <pc:sldMk cId="3307707511" sldId="265"/>
        </pc:sldMkLst>
        <pc:spChg chg="mod">
          <ac:chgData name="ZeroAct Lee" userId="9682bd5161dedc83" providerId="LiveId" clId="{8F1B0B53-82C5-40C6-8325-C26DE25F7900}" dt="2023-03-19T04:39:35.732" v="1751" actId="20577"/>
          <ac:spMkLst>
            <pc:docMk/>
            <pc:sldMk cId="3307707511" sldId="265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5:34:21.915" v="2992" actId="20577"/>
          <ac:spMkLst>
            <pc:docMk/>
            <pc:sldMk cId="3307707511" sldId="265"/>
            <ac:spMk id="3" creationId="{2E8063D3-9B53-571A-9B5B-7A3B999C2D2D}"/>
          </ac:spMkLst>
        </pc:spChg>
        <pc:spChg chg="del">
          <ac:chgData name="ZeroAct Lee" userId="9682bd5161dedc83" providerId="LiveId" clId="{8F1B0B53-82C5-40C6-8325-C26DE25F7900}" dt="2023-03-19T04:49:44.461" v="2144" actId="478"/>
          <ac:spMkLst>
            <pc:docMk/>
            <pc:sldMk cId="3307707511" sldId="265"/>
            <ac:spMk id="4" creationId="{136F898C-6633-9A2C-3DB9-006FF4DABDFE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6" creationId="{C21DA73E-C4FD-8B23-6561-ED8A311CEC91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7" creationId="{557E3431-A930-D191-CC1E-6DF1D8D40C8C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8" creationId="{11323F26-8290-4FC3-555B-3F54A3786BBE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9" creationId="{06D65BFC-076C-7ECE-64B9-B3942110AF3C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0" creationId="{2DE2C07B-3BFA-C783-5E61-4F631E8AE681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1" creationId="{BB83F3F3-96F4-0CDD-CDDE-AB83788998F1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2" creationId="{BC9679D5-8AC7-0A25-DE14-B6CF896864CB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3" creationId="{F2D402DC-A451-B38B-B2A6-CBB6E16929F8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4" creationId="{67453521-A970-9826-5336-72B35E8D44F4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5" creationId="{6C08C645-A2FB-C260-CEC2-B37047B2911B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6" creationId="{E69FDA80-D17D-F099-5137-C37884B18A5B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7" creationId="{3AF11E50-0B1A-5F37-4EF6-3C65CB90ADAA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8" creationId="{03BB0DC1-FA90-1AE4-E273-876940760384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19" creationId="{93A9290F-0A86-B399-9C74-7719B62D7716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0" creationId="{4F30EF2A-32EB-6F0D-95AF-B50AAAA499F5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1" creationId="{4D191785-A69C-D195-4974-C9C5EFF4892B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2" creationId="{4D8C0B74-601D-F6D0-873E-75ED2A5133D8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3" creationId="{A79B393E-0296-B3CF-2026-72FEE125AFD5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4" creationId="{F5D37AA6-C77B-F7DC-7A75-0DFA566C8A94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5" creationId="{BB2749D6-6468-1604-4D11-4BAC9006A3C7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6" creationId="{C112653E-BDE6-1F09-8EBE-A173CCEDBF89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7" creationId="{90A82C63-2AD4-547C-16F7-9A52D5D2A9B0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8" creationId="{8C931347-3674-C82C-79A3-62E143B5EAF1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29" creationId="{B533ED7A-B18E-44E2-8E7C-498FA35E330A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0" creationId="{4BBA78D0-C0FB-FF04-FA28-F9BD6E739319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1" creationId="{B9827F06-4D14-BFE8-AE29-A39D7A8D2CD7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2" creationId="{9A4ED84B-0911-C535-82B1-230B9FA76AA1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3" creationId="{C3C4E7B2-9171-5E3F-E143-1B5DB1B5F16C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4" creationId="{DE52C3E5-3240-C127-3D36-4665B1A16272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5" creationId="{783B4D99-8CD2-7043-5AFB-5A12684723B3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6" creationId="{A69A7DAB-5E8C-768B-AE02-67EE86600E64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7" creationId="{87E9235F-22E7-1959-F84B-CD291E8838C0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8" creationId="{D8EB0914-19AC-1956-C254-7C1EFBA691F9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39" creationId="{0E7B100E-E4D8-E8EF-68F0-C5B699ADC6A6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0" creationId="{6F3E8708-CA34-D206-BD8D-1C1197349CFF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1" creationId="{201109F9-D05F-C8B7-E5CC-8B87C3A7BE1F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2" creationId="{41D8FC07-A544-BC02-EA7B-BF35D6EC991A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3" creationId="{D9520E7D-1A3F-4F97-6C8B-B1949517CF31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4" creationId="{697BC177-3408-E508-96B0-E00B6B72C82D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5" creationId="{175B231E-BE94-4391-67C8-176C0FCD33EB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6" creationId="{0C25A7FE-2CBA-8348-2C05-59C7D5DAE573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7" creationId="{7E4E7FEC-AC6A-3D92-E140-0963CC15B9D3}"/>
          </ac:spMkLst>
        </pc:spChg>
        <pc:spChg chg="mod">
          <ac:chgData name="ZeroAct Lee" userId="9682bd5161dedc83" providerId="LiveId" clId="{8F1B0B53-82C5-40C6-8325-C26DE25F7900}" dt="2023-03-19T04:49:52.585" v="2150"/>
          <ac:spMkLst>
            <pc:docMk/>
            <pc:sldMk cId="3307707511" sldId="265"/>
            <ac:spMk id="48" creationId="{D0F0E2F0-3368-BFAD-8430-611486C519F9}"/>
          </ac:spMkLst>
        </pc:spChg>
        <pc:spChg chg="add mod">
          <ac:chgData name="ZeroAct Lee" userId="9682bd5161dedc83" providerId="LiveId" clId="{8F1B0B53-82C5-40C6-8325-C26DE25F7900}" dt="2023-03-19T05:35:09.284" v="3097" actId="20577"/>
          <ac:spMkLst>
            <pc:docMk/>
            <pc:sldMk cId="3307707511" sldId="265"/>
            <ac:spMk id="49" creationId="{353DACE8-F4AF-FF46-2FE4-C33F6B61FB5E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1" creationId="{F4AB1F71-2E2F-2D5C-4757-B1BECD892783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2" creationId="{7CD9EC54-89E4-C78F-1181-1C9866A941F3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3" creationId="{60C3B89D-5A97-988F-6015-0109907C19DA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4" creationId="{51369629-F58A-A23D-7A6F-7BBE21D83288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5" creationId="{0D0CB64B-B68B-1589-2A9E-ABFFB078064F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6" creationId="{E425C97E-8E1B-11C8-F8D3-045B6141CFC0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7" creationId="{DCE75BA9-D789-A369-DCB5-47EC2F297FDA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8" creationId="{E890A81B-4F0C-D16B-E859-EE2BE70D4EBD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59" creationId="{A5F0384C-B845-E268-AAEA-44099F01380D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0" creationId="{7808305A-ACB7-9FE6-57B2-E7A204F02DD4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1" creationId="{E31AB2DF-3075-2987-27EA-7743CB3F13C7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2" creationId="{08D74FD6-E860-C370-E969-D494C51D7943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3" creationId="{81501380-90C5-37DC-2DDC-D93F6A18F51B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4" creationId="{EA73442E-3B44-B6DD-4765-7DB28722D08A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5" creationId="{340FA066-AB10-47E6-69D6-E412FFD09F81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6" creationId="{BED18FF7-F102-2D8A-341E-76061332CABA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7" creationId="{F7FB82DC-ABBC-6112-C9C7-29FC6CCD8A2D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8" creationId="{EC44DAA5-2AC7-533E-73C4-9F605C904CF7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69" creationId="{B2F8A350-022A-43C5-FEF5-FF0AD0F67332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0" creationId="{F803CAA0-1128-D211-F431-F94AC384EB57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1" creationId="{269D6873-7D74-EF5F-6F60-BC3E7F544403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2" creationId="{0CDE2874-05F2-ADD0-E6E0-86F31FFBC214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3" creationId="{B1FFE6A9-3451-D491-1209-185364B3EB51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4" creationId="{985BC285-6D14-544E-A5A5-980DA82BBD88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5" creationId="{EBCB3788-2522-EF20-9BFF-DD54A47A393C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6" creationId="{82292A50-F91C-6F33-919F-77891429CFF5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7" creationId="{97B90779-0C19-243B-74AD-270C49090940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8" creationId="{88D2A906-D426-C5FC-DC7A-1D9FFCBE9BA3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79" creationId="{10DCEF01-8454-8BCD-420E-05975498A7B6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0" creationId="{81962A27-4647-9F81-E7A3-1BBE2F34D9B6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1" creationId="{F9036E14-2103-1596-DAC2-DF8700E0A560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2" creationId="{CB8EB997-1A52-AD4C-7348-023669CF1200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3" creationId="{08956E76-7623-5BDF-AC0C-E422E14BC2A0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4" creationId="{A89E6C22-B406-C395-7BC4-59BB7BF5C752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5" creationId="{D385251F-D3B4-0721-5257-0E5A13D93D5B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6" creationId="{F95A825B-95E4-944A-B89D-D271E99DB70D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7" creationId="{CF420EA0-D8FF-22B3-50F0-3D5C3FBB714D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8" creationId="{74669DA8-EBD8-06F4-D868-6F00DE739045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89" creationId="{1CFB95F1-C6C8-E4CB-0366-9095AEECF8E5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90" creationId="{30050EFB-64F0-992D-F974-FF091AC4453E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91" creationId="{AF6A4FBE-B42A-1F7C-7D0C-55B8F936EBA3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92" creationId="{FB85331F-E137-8FF6-B5E4-8FD69ED209FD}"/>
          </ac:spMkLst>
        </pc:spChg>
        <pc:spChg chg="mod">
          <ac:chgData name="ZeroAct Lee" userId="9682bd5161dedc83" providerId="LiveId" clId="{8F1B0B53-82C5-40C6-8325-C26DE25F7900}" dt="2023-03-19T05:35:21.383" v="3102" actId="208"/>
          <ac:spMkLst>
            <pc:docMk/>
            <pc:sldMk cId="3307707511" sldId="265"/>
            <ac:spMk id="93" creationId="{AF2167BD-5010-F630-8ECA-6B8DDC42E001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95" creationId="{73BCB434-F64D-8873-5D49-84623DAE357B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96" creationId="{2E22541E-13B8-DAE8-0020-CB82BDA6D298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97" creationId="{A06A0F6D-A666-F783-EA9E-F8C4C9BAA073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98" creationId="{955469FB-76D0-97B6-C44A-27055CF2FCAA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99" creationId="{C721B851-CFA9-A7E1-B2DB-A77D0796A786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0" creationId="{142E1516-A55D-067B-88F0-799A6981C67C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01" creationId="{9165068E-C95E-906C-7019-6D2DCDE1C596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2" creationId="{8AC6C454-6C3B-76ED-530A-EA26B64664D8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3" creationId="{61D63192-AEC2-0433-C57C-6DE3E79F51AD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4" creationId="{505693AA-1F9B-68D7-2CED-2CD2C3717131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5" creationId="{9EE42975-B1A5-DD32-2FA1-278A133CFCBB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6" creationId="{629BE685-272B-B1B8-933D-5589CE0D9A68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7" creationId="{5569CA7E-EA63-2556-6E99-F590BFF2D0C9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08" creationId="{E85A6E2F-1C8F-3765-71D8-31567D0E25E6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09" creationId="{10CA83B9-96DB-FB38-6EC9-5ACEDE607141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10" creationId="{0B55C1CD-A55F-1D19-EE4B-2AADF88D1BB3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1" creationId="{E8BC1EB1-4223-FA66-54F2-E5DA8A0F3EB4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2" creationId="{2DE33F1D-7681-312B-31EB-01805168E24F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3" creationId="{FF426B41-AE3F-2C34-89C8-4E85DAE34522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4" creationId="{8FCECE33-A54A-08D1-9090-59EC44FDEADB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5" creationId="{3C113E5E-D467-0113-B6F5-DD269FAE34D3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6" creationId="{1506A545-FB1D-6716-2829-A04EA6F3FB86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7" creationId="{0AE90D6C-2A58-693E-DFD5-C80338E974BC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8" creationId="{093BC4C3-5B7F-9BC3-0754-F1454C9D6112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19" creationId="{83351626-E95F-BAF9-0F47-241AA031A804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20" creationId="{19D6634E-1F5D-132B-9DC3-263C1E7CD444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21" creationId="{BDF3E699-FF73-098C-DD9A-CEC4FB6DE488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22" creationId="{913553B0-43F1-8338-C0EC-6FF4D3457134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23" creationId="{8205BB8A-8069-7FB6-78C8-1E1CBEBC715B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24" creationId="{26298D3B-B5F6-DE32-CC90-10C3F819D24D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25" creationId="{081BE84D-58EC-44D8-844B-4EC3F40D935A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26" creationId="{384072EB-EAD9-2E19-6422-C49278383703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27" creationId="{ECEECAEB-07B6-2E5A-DF33-AEAF4FF404DB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28" creationId="{F199F6E3-0B38-D127-41ED-CD5601B16CB6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29" creationId="{2B6DF446-40F8-2933-8E54-27FE04146238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30" creationId="{D693BD99-B89F-C524-A9A3-EEBE8BD9A8C7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31" creationId="{C1EB03B8-B2DB-7CC3-D559-142AD6B0B6C2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32" creationId="{14B75CB5-0CC4-432F-4AF0-63C6027F4902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33" creationId="{B65856AB-8BA8-362A-938A-52047DB35E1B}"/>
          </ac:spMkLst>
        </pc:spChg>
        <pc:spChg chg="mod">
          <ac:chgData name="ZeroAct Lee" userId="9682bd5161dedc83" providerId="LiveId" clId="{8F1B0B53-82C5-40C6-8325-C26DE25F7900}" dt="2023-03-19T05:36:00.897" v="3109" actId="207"/>
          <ac:spMkLst>
            <pc:docMk/>
            <pc:sldMk cId="3307707511" sldId="265"/>
            <ac:spMk id="134" creationId="{8DC33960-4BC4-C113-7926-AB1A7B42D2B6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35" creationId="{5A10B732-6C7E-4DCC-12E4-F89A399374BF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36" creationId="{8E643A88-4A51-1AD9-6217-FA1803C26BA9}"/>
          </ac:spMkLst>
        </pc:spChg>
        <pc:spChg chg="mod">
          <ac:chgData name="ZeroAct Lee" userId="9682bd5161dedc83" providerId="LiveId" clId="{8F1B0B53-82C5-40C6-8325-C26DE25F7900}" dt="2023-03-19T05:35:11.853" v="3099"/>
          <ac:spMkLst>
            <pc:docMk/>
            <pc:sldMk cId="3307707511" sldId="265"/>
            <ac:spMk id="137" creationId="{D5DDC530-DE24-094E-105F-7592B0330C02}"/>
          </ac:spMkLst>
        </pc:spChg>
        <pc:grpChg chg="add del mod">
          <ac:chgData name="ZeroAct Lee" userId="9682bd5161dedc83" providerId="LiveId" clId="{8F1B0B53-82C5-40C6-8325-C26DE25F7900}" dt="2023-03-19T04:52:51.431" v="2376" actId="478"/>
          <ac:grpSpMkLst>
            <pc:docMk/>
            <pc:sldMk cId="3307707511" sldId="265"/>
            <ac:grpSpMk id="5" creationId="{D3BDD051-3B82-AE5E-AF74-9BD0DFDA5629}"/>
          </ac:grpSpMkLst>
        </pc:grpChg>
        <pc:grpChg chg="add mod">
          <ac:chgData name="ZeroAct Lee" userId="9682bd5161dedc83" providerId="LiveId" clId="{8F1B0B53-82C5-40C6-8325-C26DE25F7900}" dt="2023-03-19T05:35:30.693" v="3103" actId="1076"/>
          <ac:grpSpMkLst>
            <pc:docMk/>
            <pc:sldMk cId="3307707511" sldId="265"/>
            <ac:grpSpMk id="50" creationId="{8FE4DBEE-1413-6532-09FB-BB91FBA0CA12}"/>
          </ac:grpSpMkLst>
        </pc:grpChg>
        <pc:grpChg chg="add mod">
          <ac:chgData name="ZeroAct Lee" userId="9682bd5161dedc83" providerId="LiveId" clId="{8F1B0B53-82C5-40C6-8325-C26DE25F7900}" dt="2023-03-19T05:35:11.853" v="3099"/>
          <ac:grpSpMkLst>
            <pc:docMk/>
            <pc:sldMk cId="3307707511" sldId="265"/>
            <ac:grpSpMk id="94" creationId="{99768352-7644-ACBF-18DC-96798A022B2E}"/>
          </ac:grpSpMkLst>
        </pc:grpChg>
        <pc:cxnChg chg="add mod">
          <ac:chgData name="ZeroAct Lee" userId="9682bd5161dedc83" providerId="LiveId" clId="{8F1B0B53-82C5-40C6-8325-C26DE25F7900}" dt="2023-03-19T05:35:43.104" v="3107" actId="1076"/>
          <ac:cxnSpMkLst>
            <pc:docMk/>
            <pc:sldMk cId="3307707511" sldId="265"/>
            <ac:cxnSpMk id="138" creationId="{6307DA6D-4FD5-78E4-BC0A-01AB0274D9E0}"/>
          </ac:cxnSpMkLst>
        </pc:cxnChg>
      </pc:sldChg>
      <pc:sldChg chg="addSp delSp modSp add mod">
        <pc:chgData name="ZeroAct Lee" userId="9682bd5161dedc83" providerId="LiveId" clId="{8F1B0B53-82C5-40C6-8325-C26DE25F7900}" dt="2023-03-19T05:40:06.140" v="3312" actId="20577"/>
        <pc:sldMkLst>
          <pc:docMk/>
          <pc:sldMk cId="3411234461" sldId="266"/>
        </pc:sldMkLst>
        <pc:spChg chg="mod">
          <ac:chgData name="ZeroAct Lee" userId="9682bd5161dedc83" providerId="LiveId" clId="{8F1B0B53-82C5-40C6-8325-C26DE25F7900}" dt="2023-03-19T04:39:54.496" v="1771" actId="20577"/>
          <ac:spMkLst>
            <pc:docMk/>
            <pc:sldMk cId="3411234461" sldId="266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5:36:21.800" v="3128" actId="20577"/>
          <ac:spMkLst>
            <pc:docMk/>
            <pc:sldMk cId="3411234461" sldId="266"/>
            <ac:spMk id="3" creationId="{02A5235F-D483-AC47-2FA2-17AC33F03EF4}"/>
          </ac:spMkLst>
        </pc:spChg>
        <pc:spChg chg="del">
          <ac:chgData name="ZeroAct Lee" userId="9682bd5161dedc83" providerId="LiveId" clId="{8F1B0B53-82C5-40C6-8325-C26DE25F7900}" dt="2023-03-19T04:49:46.256" v="2145" actId="478"/>
          <ac:spMkLst>
            <pc:docMk/>
            <pc:sldMk cId="3411234461" sldId="266"/>
            <ac:spMk id="4" creationId="{136F898C-6633-9A2C-3DB9-006FF4DABDFE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6" creationId="{E6602C11-D229-0917-EF84-AB0501C7F22C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7" creationId="{732EDEFF-162E-457A-B672-7DC0CE9764A5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8" creationId="{1FD1964B-EAFF-EA26-1489-92A2455B2D27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9" creationId="{50550205-30BF-8DAA-3DA4-1D2FFA892F37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0" creationId="{EB268152-1C5B-A229-FAAD-56BE073124BC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1" creationId="{E54DCEF7-21B2-D962-99BC-7CE744FA253A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2" creationId="{EA6D913D-DC35-6228-FF37-89E1630FD5B8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3" creationId="{C6BDA1DB-8911-F973-54FC-A361ABE73313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4" creationId="{B5096558-46B3-3FC6-CCCA-D7D2B3361ED4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5" creationId="{C0AC4CD4-8283-7C45-4796-D220802835F2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6" creationId="{7E0AC66D-C648-506B-DD34-6410652D5AE6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7" creationId="{A869E0F2-E7CA-AAB9-ADA6-A028E82B2865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8" creationId="{E63FFB6A-1FFE-01F0-4066-BB51639D524A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19" creationId="{B8CEDC52-69BE-4A1B-633B-D0CE88A89F34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0" creationId="{9E1FB9C0-9F74-1E46-2B49-0F9698D6ABEE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1" creationId="{80FF0328-EDBC-0613-F228-D13D9D9FEAED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2" creationId="{A018D2A6-EC93-A1A2-4072-129B514AA335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3" creationId="{63E168AE-3121-2F74-9E4A-9EEEBD5E3702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4" creationId="{7EB42218-7347-919F-C4C5-EAD7F78DE82A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5" creationId="{341D6C9B-F02C-8B8A-621B-DBE42E8EE2F0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6" creationId="{8B4BF158-8915-ABD2-9719-5353D13E7DF2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7" creationId="{5631DF88-966B-DC90-AA09-F6D2826460EB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8" creationId="{47068EEC-FA25-E4E1-61F3-D926339B070E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29" creationId="{95C59020-A60D-A2DB-ADA4-B6289FE466B4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0" creationId="{9E8A4C93-64A6-ABFE-30D4-B52DF7B6D813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1" creationId="{3D19D2C8-D7BB-14A0-B235-AC55C2727DFB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2" creationId="{4377A4A7-DD8A-8960-1538-8A1FA16B62BE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3" creationId="{0EB1C211-E278-4965-5C70-C32DCF91E0C3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4" creationId="{6323E5DA-2B96-0380-059C-027C473A57FA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5" creationId="{993F9AD3-2C7D-521F-2882-11AB4D600F3D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6" creationId="{CF17AB7B-C9C1-F355-958B-B06F82FD760E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7" creationId="{C5D7070E-8CE6-BEF9-A0A1-B4B508C1F608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8" creationId="{D05A2EBC-ECE0-69F4-9824-EBB53B49A0D7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39" creationId="{3E38927E-8840-2FD2-66CA-8E3CE573034E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0" creationId="{CB31C4E5-36D3-6FCA-874C-504ABB7865EB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1" creationId="{267CED5A-D8EA-959D-E947-933B8F4F0D86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2" creationId="{650DBC1C-0D08-856A-8CC9-FC1314F11F04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3" creationId="{B6F0AC84-DBF2-1E87-1DB9-D56722477D63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4" creationId="{55FF318F-31B8-8736-D7D8-EDE165C3FB42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5" creationId="{4AB4483E-F70D-BB25-EF8B-B274A9FC6DD3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6" creationId="{FDBA16A9-E6A0-861E-E2C7-E4AA4AE80040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7" creationId="{01267998-27D4-A910-2B8E-8B850B45099C}"/>
          </ac:spMkLst>
        </pc:spChg>
        <pc:spChg chg="mod">
          <ac:chgData name="ZeroAct Lee" userId="9682bd5161dedc83" providerId="LiveId" clId="{8F1B0B53-82C5-40C6-8325-C26DE25F7900}" dt="2023-03-19T04:49:53.081" v="2151"/>
          <ac:spMkLst>
            <pc:docMk/>
            <pc:sldMk cId="3411234461" sldId="266"/>
            <ac:spMk id="48" creationId="{6ED2A07B-CE4A-B923-BDC5-13076059D3D5}"/>
          </ac:spMkLst>
        </pc:spChg>
        <pc:spChg chg="add mod">
          <ac:chgData name="ZeroAct Lee" userId="9682bd5161dedc83" providerId="LiveId" clId="{8F1B0B53-82C5-40C6-8325-C26DE25F7900}" dt="2023-03-19T05:37:17.353" v="3258" actId="20577"/>
          <ac:spMkLst>
            <pc:docMk/>
            <pc:sldMk cId="3411234461" sldId="266"/>
            <ac:spMk id="49" creationId="{00B1DCA3-73B4-490D-5579-973578FE619D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1" creationId="{CDA9F15C-3941-EAF7-56A4-22230BA06D09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2" creationId="{FB6615F9-567D-5409-8F92-BA08B8587B61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3" creationId="{F5252D01-1C24-3C6B-0E99-1CFAEBFBD0F5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4" creationId="{50283544-AD4B-40E0-3864-C74CECE683C8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5" creationId="{C14BFEA0-E20F-4D19-C13B-17AB80B05A64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6" creationId="{C33C9C6C-C964-8761-5708-31A29469CF7D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7" creationId="{FD4899F8-BAC0-89B5-798D-E11C22C33C1E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8" creationId="{89B54655-2A50-D890-13F0-A7EA8ACB697D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59" creationId="{4FA5893F-569A-D450-F3C5-86C210CAD142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0" creationId="{F0F40745-BE77-84D9-7B5D-DE9CD3B3F66D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1" creationId="{469D08B4-94C7-E4AA-0252-9B54059F04C7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2" creationId="{C63FF9D6-A053-3A40-3243-64B5C17FF663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3" creationId="{B5C795E9-7BE1-0EF2-EA16-85798200C5CE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4" creationId="{F685D3B2-47BF-41D0-65A5-FD86D0D8043A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5" creationId="{73300B89-620E-AA3E-70ED-EA42BBA877FD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6" creationId="{41117AA2-5687-B4B1-C813-EB4803890D5C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7" creationId="{2EE61881-7FD2-D1A2-429A-B72D6F585AB3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8" creationId="{F2D10226-B09C-DDD2-2A84-D8A47DB63B48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69" creationId="{FA2ADFC1-CBA4-A778-5E21-1E4D19A7DFFC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0" creationId="{06AF04A0-6259-B6D5-EA29-B8EE9A358742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1" creationId="{2A474518-29B1-BBDB-7B3D-12E7A027F1C4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2" creationId="{29A86B8E-483E-CF47-049B-CA1266DAD9C3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3" creationId="{48AC83AD-656D-043A-1CEA-5856F418B3EC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4" creationId="{73D0907A-2517-9001-85B1-B774B42B8116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5" creationId="{D6E928F7-695A-6F96-EF4C-926C7A1DD300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6" creationId="{63306D50-B4C5-CA23-4071-6D42FEB459B0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7" creationId="{8A43C439-3E40-4E61-A156-216BCE045DAF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8" creationId="{4033A47E-AC5E-2320-217B-BC34ECF79553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79" creationId="{FFF3C063-6E9D-4FBD-43B7-DCF382DA5389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0" creationId="{7C723724-4D3C-E303-C90F-1037FF4C94B6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1" creationId="{D1AFC4FC-CDDF-C800-B4CE-E1401A049ED0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2" creationId="{81AE0C55-0D0D-8966-FCAF-AEE18E9072DF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3" creationId="{91428D68-EC85-51D8-0D26-C5635E723958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4" creationId="{5F5B0581-EAFC-79F1-EF62-A99A82EA419A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5" creationId="{650AA305-5832-68FC-D53E-79E20FCD3AA8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6" creationId="{96046166-369A-2E9B-0F5C-EA4B995CF664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7" creationId="{8E39E0C7-1260-A8DC-A85B-A6A23500001C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8" creationId="{6FCD2240-12A0-0DC6-0291-F2C1540D0917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89" creationId="{D1EDC140-693B-2A99-68B6-3B437F50048C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90" creationId="{A0BA2A1E-6673-1C1A-EAEA-CE548A12764A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91" creationId="{4D9A61A1-973C-755F-FBEE-C67586A46C5D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92" creationId="{0CE9A765-DE97-D6A2-DD5B-4CAB3B594254}"/>
          </ac:spMkLst>
        </pc:spChg>
        <pc:spChg chg="mod">
          <ac:chgData name="ZeroAct Lee" userId="9682bd5161dedc83" providerId="LiveId" clId="{8F1B0B53-82C5-40C6-8325-C26DE25F7900}" dt="2023-03-19T04:52:56.856" v="2382"/>
          <ac:spMkLst>
            <pc:docMk/>
            <pc:sldMk cId="3411234461" sldId="266"/>
            <ac:spMk id="93" creationId="{4CD5C679-33A5-0DD2-CE77-EE339F6593A7}"/>
          </ac:spMkLst>
        </pc:spChg>
        <pc:spChg chg="add mod">
          <ac:chgData name="ZeroAct Lee" userId="9682bd5161dedc83" providerId="LiveId" clId="{8F1B0B53-82C5-40C6-8325-C26DE25F7900}" dt="2023-03-19T05:38:24.260" v="3277" actId="1076"/>
          <ac:spMkLst>
            <pc:docMk/>
            <pc:sldMk cId="3411234461" sldId="266"/>
            <ac:spMk id="94" creationId="{52EA6C4E-AF6F-0594-1969-EBFDD081BEAE}"/>
          </ac:spMkLst>
        </pc:spChg>
        <pc:spChg chg="mod topLvl">
          <ac:chgData name="ZeroAct Lee" userId="9682bd5161dedc83" providerId="LiveId" clId="{8F1B0B53-82C5-40C6-8325-C26DE25F7900}" dt="2023-03-19T05:37:57.285" v="3270" actId="164"/>
          <ac:spMkLst>
            <pc:docMk/>
            <pc:sldMk cId="3411234461" sldId="266"/>
            <ac:spMk id="96" creationId="{2BD12028-23F0-FE15-B01E-2EB8A9DB7EA2}"/>
          </ac:spMkLst>
        </pc:spChg>
        <pc:spChg chg="mod topLvl">
          <ac:chgData name="ZeroAct Lee" userId="9682bd5161dedc83" providerId="LiveId" clId="{8F1B0B53-82C5-40C6-8325-C26DE25F7900}" dt="2023-03-19T05:38:10.841" v="3271" actId="1076"/>
          <ac:spMkLst>
            <pc:docMk/>
            <pc:sldMk cId="3411234461" sldId="266"/>
            <ac:spMk id="97" creationId="{AE6B50BA-8F1B-F3FF-64FE-E15C76C34AAA}"/>
          </ac:spMkLst>
        </pc:spChg>
        <pc:spChg chg="mod topLvl">
          <ac:chgData name="ZeroAct Lee" userId="9682bd5161dedc83" providerId="LiveId" clId="{8F1B0B53-82C5-40C6-8325-C26DE25F7900}" dt="2023-03-19T05:37:57.285" v="3270" actId="164"/>
          <ac:spMkLst>
            <pc:docMk/>
            <pc:sldMk cId="3411234461" sldId="266"/>
            <ac:spMk id="98" creationId="{8D404AD7-4ECC-B032-5906-9BBADCAB23EB}"/>
          </ac:spMkLst>
        </pc:spChg>
        <pc:spChg chg="mod topLvl">
          <ac:chgData name="ZeroAct Lee" userId="9682bd5161dedc83" providerId="LiveId" clId="{8F1B0B53-82C5-40C6-8325-C26DE25F7900}" dt="2023-03-19T05:37:57.285" v="3270" actId="164"/>
          <ac:spMkLst>
            <pc:docMk/>
            <pc:sldMk cId="3411234461" sldId="266"/>
            <ac:spMk id="99" creationId="{2D379D27-5A07-5578-ECE2-E3CC07A5D157}"/>
          </ac:spMkLst>
        </pc:spChg>
        <pc:spChg chg="mod topLvl">
          <ac:chgData name="ZeroAct Lee" userId="9682bd5161dedc83" providerId="LiveId" clId="{8F1B0B53-82C5-40C6-8325-C26DE25F7900}" dt="2023-03-19T05:39:02.454" v="3282" actId="164"/>
          <ac:spMkLst>
            <pc:docMk/>
            <pc:sldMk cId="3411234461" sldId="266"/>
            <ac:spMk id="100" creationId="{B0310693-AF78-50CD-884C-A41A598F5CAB}"/>
          </ac:spMkLst>
        </pc:spChg>
        <pc:spChg chg="mod topLvl">
          <ac:chgData name="ZeroAct Lee" userId="9682bd5161dedc83" providerId="LiveId" clId="{8F1B0B53-82C5-40C6-8325-C26DE25F7900}" dt="2023-03-19T05:39:02.454" v="3282" actId="164"/>
          <ac:spMkLst>
            <pc:docMk/>
            <pc:sldMk cId="3411234461" sldId="266"/>
            <ac:spMk id="101" creationId="{9F4A1B0F-46AC-AE0E-CA04-2F02AA990313}"/>
          </ac:spMkLst>
        </pc:spChg>
        <pc:spChg chg="mod topLvl">
          <ac:chgData name="ZeroAct Lee" userId="9682bd5161dedc83" providerId="LiveId" clId="{8F1B0B53-82C5-40C6-8325-C26DE25F7900}" dt="2023-03-19T05:39:02.454" v="3282" actId="164"/>
          <ac:spMkLst>
            <pc:docMk/>
            <pc:sldMk cId="3411234461" sldId="266"/>
            <ac:spMk id="102" creationId="{F49CB25B-C387-A42E-0C3F-178FFF88A113}"/>
          </ac:spMkLst>
        </pc:spChg>
        <pc:spChg chg="mod topLvl">
          <ac:chgData name="ZeroAct Lee" userId="9682bd5161dedc83" providerId="LiveId" clId="{8F1B0B53-82C5-40C6-8325-C26DE25F7900}" dt="2023-03-19T05:39:02.454" v="3282" actId="164"/>
          <ac:spMkLst>
            <pc:docMk/>
            <pc:sldMk cId="3411234461" sldId="266"/>
            <ac:spMk id="103" creationId="{D01C7272-0DE7-2A1A-EC34-FD5CE7E848AF}"/>
          </ac:spMkLst>
        </pc:spChg>
        <pc:spChg chg="mod topLvl">
          <ac:chgData name="ZeroAct Lee" userId="9682bd5161dedc83" providerId="LiveId" clId="{8F1B0B53-82C5-40C6-8325-C26DE25F7900}" dt="2023-03-19T05:39:05.287" v="3283" actId="164"/>
          <ac:spMkLst>
            <pc:docMk/>
            <pc:sldMk cId="3411234461" sldId="266"/>
            <ac:spMk id="104" creationId="{F252F73C-4B87-0012-F830-F85D4069B582}"/>
          </ac:spMkLst>
        </pc:spChg>
        <pc:spChg chg="mod topLvl">
          <ac:chgData name="ZeroAct Lee" userId="9682bd5161dedc83" providerId="LiveId" clId="{8F1B0B53-82C5-40C6-8325-C26DE25F7900}" dt="2023-03-19T05:39:05.287" v="3283" actId="164"/>
          <ac:spMkLst>
            <pc:docMk/>
            <pc:sldMk cId="3411234461" sldId="266"/>
            <ac:spMk id="105" creationId="{78B7FF60-544E-269A-1BA9-73D2E7107945}"/>
          </ac:spMkLst>
        </pc:spChg>
        <pc:spChg chg="mod topLvl">
          <ac:chgData name="ZeroAct Lee" userId="9682bd5161dedc83" providerId="LiveId" clId="{8F1B0B53-82C5-40C6-8325-C26DE25F7900}" dt="2023-03-19T05:39:05.287" v="3283" actId="164"/>
          <ac:spMkLst>
            <pc:docMk/>
            <pc:sldMk cId="3411234461" sldId="266"/>
            <ac:spMk id="106" creationId="{0B98DB03-0837-B26B-07DB-BEC510C72ADD}"/>
          </ac:spMkLst>
        </pc:spChg>
        <pc:spChg chg="mod topLvl">
          <ac:chgData name="ZeroAct Lee" userId="9682bd5161dedc83" providerId="LiveId" clId="{8F1B0B53-82C5-40C6-8325-C26DE25F7900}" dt="2023-03-19T05:39:05.287" v="3283" actId="164"/>
          <ac:spMkLst>
            <pc:docMk/>
            <pc:sldMk cId="3411234461" sldId="266"/>
            <ac:spMk id="107" creationId="{68AEEC3A-AE6E-6790-1DD2-C6AFF9269E58}"/>
          </ac:spMkLst>
        </pc:spChg>
        <pc:spChg chg="del mod topLvl">
          <ac:chgData name="ZeroAct Lee" userId="9682bd5161dedc83" providerId="LiveId" clId="{8F1B0B53-82C5-40C6-8325-C26DE25F7900}" dt="2023-03-19T05:37:50.027" v="3265" actId="478"/>
          <ac:spMkLst>
            <pc:docMk/>
            <pc:sldMk cId="3411234461" sldId="266"/>
            <ac:spMk id="108" creationId="{C0D4F7BB-F7D3-9A79-2418-9C6A92467A83}"/>
          </ac:spMkLst>
        </pc:spChg>
        <pc:spChg chg="del mod topLvl">
          <ac:chgData name="ZeroAct Lee" userId="9682bd5161dedc83" providerId="LiveId" clId="{8F1B0B53-82C5-40C6-8325-C26DE25F7900}" dt="2023-03-19T05:37:50.329" v="3266" actId="478"/>
          <ac:spMkLst>
            <pc:docMk/>
            <pc:sldMk cId="3411234461" sldId="266"/>
            <ac:spMk id="109" creationId="{54B8E4BB-32E9-7293-09E5-0FE91B583790}"/>
          </ac:spMkLst>
        </pc:spChg>
        <pc:spChg chg="del mod topLvl">
          <ac:chgData name="ZeroAct Lee" userId="9682bd5161dedc83" providerId="LiveId" clId="{8F1B0B53-82C5-40C6-8325-C26DE25F7900}" dt="2023-03-19T05:37:50.711" v="3267" actId="478"/>
          <ac:spMkLst>
            <pc:docMk/>
            <pc:sldMk cId="3411234461" sldId="266"/>
            <ac:spMk id="110" creationId="{1A4B4C7D-8FB0-CCB7-F6FE-6DCB043B43F4}"/>
          </ac:spMkLst>
        </pc:spChg>
        <pc:spChg chg="del mod topLvl">
          <ac:chgData name="ZeroAct Lee" userId="9682bd5161dedc83" providerId="LiveId" clId="{8F1B0B53-82C5-40C6-8325-C26DE25F7900}" dt="2023-03-19T05:37:51.061" v="3268" actId="478"/>
          <ac:spMkLst>
            <pc:docMk/>
            <pc:sldMk cId="3411234461" sldId="266"/>
            <ac:spMk id="111" creationId="{20070DE6-673A-1BC0-C220-3EBCFC0BF031}"/>
          </ac:spMkLst>
        </pc:spChg>
        <pc:spChg chg="add mod">
          <ac:chgData name="ZeroAct Lee" userId="9682bd5161dedc83" providerId="LiveId" clId="{8F1B0B53-82C5-40C6-8325-C26DE25F7900}" dt="2023-03-19T05:38:24.260" v="3277" actId="1076"/>
          <ac:spMkLst>
            <pc:docMk/>
            <pc:sldMk cId="3411234461" sldId="266"/>
            <ac:spMk id="113" creationId="{92F9FE88-9D0A-454D-7B15-A58B2C095E2C}"/>
          </ac:spMkLst>
        </pc:spChg>
        <pc:spChg chg="add mod">
          <ac:chgData name="ZeroAct Lee" userId="9682bd5161dedc83" providerId="LiveId" clId="{8F1B0B53-82C5-40C6-8325-C26DE25F7900}" dt="2023-03-19T05:38:24.260" v="3277" actId="1076"/>
          <ac:spMkLst>
            <pc:docMk/>
            <pc:sldMk cId="3411234461" sldId="266"/>
            <ac:spMk id="114" creationId="{245570C7-25B2-0E9F-8EE3-AB57F5B9DCE0}"/>
          </ac:spMkLst>
        </pc:spChg>
        <pc:spChg chg="add mod">
          <ac:chgData name="ZeroAct Lee" userId="9682bd5161dedc83" providerId="LiveId" clId="{8F1B0B53-82C5-40C6-8325-C26DE25F7900}" dt="2023-03-19T05:38:39.184" v="3279" actId="1076"/>
          <ac:spMkLst>
            <pc:docMk/>
            <pc:sldMk cId="3411234461" sldId="266"/>
            <ac:spMk id="115" creationId="{202E9BB3-2191-2BFB-081C-D791DC5BA13F}"/>
          </ac:spMkLst>
        </pc:spChg>
        <pc:spChg chg="add del">
          <ac:chgData name="ZeroAct Lee" userId="9682bd5161dedc83" providerId="LiveId" clId="{8F1B0B53-82C5-40C6-8325-C26DE25F7900}" dt="2023-03-19T05:38:51.735" v="3281" actId="11529"/>
          <ac:spMkLst>
            <pc:docMk/>
            <pc:sldMk cId="3411234461" sldId="266"/>
            <ac:spMk id="116" creationId="{969AD62D-41EC-371F-563B-2257A56150D6}"/>
          </ac:spMkLst>
        </pc:spChg>
        <pc:spChg chg="mod">
          <ac:chgData name="ZeroAct Lee" userId="9682bd5161dedc83" providerId="LiveId" clId="{8F1B0B53-82C5-40C6-8325-C26DE25F7900}" dt="2023-03-19T05:39:09.720" v="3285" actId="571"/>
          <ac:spMkLst>
            <pc:docMk/>
            <pc:sldMk cId="3411234461" sldId="266"/>
            <ac:spMk id="120" creationId="{16B4B4FD-DAB0-7FEA-7E45-0434F31D85DB}"/>
          </ac:spMkLst>
        </pc:spChg>
        <pc:spChg chg="mod">
          <ac:chgData name="ZeroAct Lee" userId="9682bd5161dedc83" providerId="LiveId" clId="{8F1B0B53-82C5-40C6-8325-C26DE25F7900}" dt="2023-03-19T05:39:09.720" v="3285" actId="571"/>
          <ac:spMkLst>
            <pc:docMk/>
            <pc:sldMk cId="3411234461" sldId="266"/>
            <ac:spMk id="121" creationId="{A7A88C1E-A596-32F4-4F61-330AA83BEFE6}"/>
          </ac:spMkLst>
        </pc:spChg>
        <pc:spChg chg="mod">
          <ac:chgData name="ZeroAct Lee" userId="9682bd5161dedc83" providerId="LiveId" clId="{8F1B0B53-82C5-40C6-8325-C26DE25F7900}" dt="2023-03-19T05:39:09.720" v="3285" actId="571"/>
          <ac:spMkLst>
            <pc:docMk/>
            <pc:sldMk cId="3411234461" sldId="266"/>
            <ac:spMk id="122" creationId="{3965725C-A239-0AE9-891C-1B44E2661ED8}"/>
          </ac:spMkLst>
        </pc:spChg>
        <pc:spChg chg="mod">
          <ac:chgData name="ZeroAct Lee" userId="9682bd5161dedc83" providerId="LiveId" clId="{8F1B0B53-82C5-40C6-8325-C26DE25F7900}" dt="2023-03-19T05:39:09.720" v="3285" actId="571"/>
          <ac:spMkLst>
            <pc:docMk/>
            <pc:sldMk cId="3411234461" sldId="266"/>
            <ac:spMk id="123" creationId="{AFDCFF3E-4AF4-3806-76FF-B7463303B32D}"/>
          </ac:spMkLst>
        </pc:spChg>
        <pc:spChg chg="mod">
          <ac:chgData name="ZeroAct Lee" userId="9682bd5161dedc83" providerId="LiveId" clId="{8F1B0B53-82C5-40C6-8325-C26DE25F7900}" dt="2023-03-19T05:39:13.909" v="3286" actId="571"/>
          <ac:spMkLst>
            <pc:docMk/>
            <pc:sldMk cId="3411234461" sldId="266"/>
            <ac:spMk id="125" creationId="{A34209BC-625D-6939-7363-D921EAAC9FA7}"/>
          </ac:spMkLst>
        </pc:spChg>
        <pc:spChg chg="mod">
          <ac:chgData name="ZeroAct Lee" userId="9682bd5161dedc83" providerId="LiveId" clId="{8F1B0B53-82C5-40C6-8325-C26DE25F7900}" dt="2023-03-19T05:39:13.909" v="3286" actId="571"/>
          <ac:spMkLst>
            <pc:docMk/>
            <pc:sldMk cId="3411234461" sldId="266"/>
            <ac:spMk id="126" creationId="{02DB3FC0-5592-BF42-267C-4D8CB625BAB2}"/>
          </ac:spMkLst>
        </pc:spChg>
        <pc:spChg chg="mod">
          <ac:chgData name="ZeroAct Lee" userId="9682bd5161dedc83" providerId="LiveId" clId="{8F1B0B53-82C5-40C6-8325-C26DE25F7900}" dt="2023-03-19T05:39:13.909" v="3286" actId="571"/>
          <ac:spMkLst>
            <pc:docMk/>
            <pc:sldMk cId="3411234461" sldId="266"/>
            <ac:spMk id="127" creationId="{EB9CA6D2-9ABF-75DB-D7D2-6D1F804C9F84}"/>
          </ac:spMkLst>
        </pc:spChg>
        <pc:spChg chg="mod">
          <ac:chgData name="ZeroAct Lee" userId="9682bd5161dedc83" providerId="LiveId" clId="{8F1B0B53-82C5-40C6-8325-C26DE25F7900}" dt="2023-03-19T05:39:13.909" v="3286" actId="571"/>
          <ac:spMkLst>
            <pc:docMk/>
            <pc:sldMk cId="3411234461" sldId="266"/>
            <ac:spMk id="128" creationId="{A285517C-D151-1D79-C342-39B64272CB51}"/>
          </ac:spMkLst>
        </pc:spChg>
        <pc:spChg chg="add mod">
          <ac:chgData name="ZeroAct Lee" userId="9682bd5161dedc83" providerId="LiveId" clId="{8F1B0B53-82C5-40C6-8325-C26DE25F7900}" dt="2023-03-19T05:40:06.140" v="3312" actId="20577"/>
          <ac:spMkLst>
            <pc:docMk/>
            <pc:sldMk cId="3411234461" sldId="266"/>
            <ac:spMk id="137" creationId="{06A6567D-EB24-2F65-5EEF-4163407297CC}"/>
          </ac:spMkLst>
        </pc:spChg>
        <pc:grpChg chg="add del mod">
          <ac:chgData name="ZeroAct Lee" userId="9682bd5161dedc83" providerId="LiveId" clId="{8F1B0B53-82C5-40C6-8325-C26DE25F7900}" dt="2023-03-19T04:52:52.731" v="2377" actId="478"/>
          <ac:grpSpMkLst>
            <pc:docMk/>
            <pc:sldMk cId="3411234461" sldId="266"/>
            <ac:grpSpMk id="5" creationId="{30E6E635-6C0B-3BB2-76FB-72418B3B4639}"/>
          </ac:grpSpMkLst>
        </pc:grpChg>
        <pc:grpChg chg="add del mod">
          <ac:chgData name="ZeroAct Lee" userId="9682bd5161dedc83" providerId="LiveId" clId="{8F1B0B53-82C5-40C6-8325-C26DE25F7900}" dt="2023-03-19T05:37:31.807" v="3260" actId="478"/>
          <ac:grpSpMkLst>
            <pc:docMk/>
            <pc:sldMk cId="3411234461" sldId="266"/>
            <ac:grpSpMk id="50" creationId="{E7833B5C-EF89-B95B-A062-E5F99C9563CC}"/>
          </ac:grpSpMkLst>
        </pc:grpChg>
        <pc:grpChg chg="add del mod">
          <ac:chgData name="ZeroAct Lee" userId="9682bd5161dedc83" providerId="LiveId" clId="{8F1B0B53-82C5-40C6-8325-C26DE25F7900}" dt="2023-03-19T05:37:38.590" v="3262" actId="165"/>
          <ac:grpSpMkLst>
            <pc:docMk/>
            <pc:sldMk cId="3411234461" sldId="266"/>
            <ac:grpSpMk id="95" creationId="{9B200215-C2CE-F3C0-4AE5-503529367104}"/>
          </ac:grpSpMkLst>
        </pc:grpChg>
        <pc:grpChg chg="add del mod">
          <ac:chgData name="ZeroAct Lee" userId="9682bd5161dedc83" providerId="LiveId" clId="{8F1B0B53-82C5-40C6-8325-C26DE25F7900}" dt="2023-03-19T05:39:07.129" v="3284" actId="478"/>
          <ac:grpSpMkLst>
            <pc:docMk/>
            <pc:sldMk cId="3411234461" sldId="266"/>
            <ac:grpSpMk id="112" creationId="{C9E41F57-0293-6D52-557B-B291F567CF33}"/>
          </ac:grpSpMkLst>
        </pc:grpChg>
        <pc:grpChg chg="add del mod">
          <ac:chgData name="ZeroAct Lee" userId="9682bd5161dedc83" providerId="LiveId" clId="{8F1B0B53-82C5-40C6-8325-C26DE25F7900}" dt="2023-03-19T05:39:07.129" v="3284" actId="478"/>
          <ac:grpSpMkLst>
            <pc:docMk/>
            <pc:sldMk cId="3411234461" sldId="266"/>
            <ac:grpSpMk id="117" creationId="{20E0C22F-7CAB-6B22-16FA-49C7294FD256}"/>
          </ac:grpSpMkLst>
        </pc:grpChg>
        <pc:grpChg chg="add mod">
          <ac:chgData name="ZeroAct Lee" userId="9682bd5161dedc83" providerId="LiveId" clId="{8F1B0B53-82C5-40C6-8325-C26DE25F7900}" dt="2023-03-19T05:39:05.287" v="3283" actId="164"/>
          <ac:grpSpMkLst>
            <pc:docMk/>
            <pc:sldMk cId="3411234461" sldId="266"/>
            <ac:grpSpMk id="118" creationId="{64423100-8AB5-DF6A-9981-547E31F0C040}"/>
          </ac:grpSpMkLst>
        </pc:grpChg>
        <pc:grpChg chg="add mod">
          <ac:chgData name="ZeroAct Lee" userId="9682bd5161dedc83" providerId="LiveId" clId="{8F1B0B53-82C5-40C6-8325-C26DE25F7900}" dt="2023-03-19T05:39:09.720" v="3285" actId="571"/>
          <ac:grpSpMkLst>
            <pc:docMk/>
            <pc:sldMk cId="3411234461" sldId="266"/>
            <ac:grpSpMk id="119" creationId="{2851D51E-D63E-052E-1B29-A90240D7EBED}"/>
          </ac:grpSpMkLst>
        </pc:grpChg>
        <pc:grpChg chg="add mod">
          <ac:chgData name="ZeroAct Lee" userId="9682bd5161dedc83" providerId="LiveId" clId="{8F1B0B53-82C5-40C6-8325-C26DE25F7900}" dt="2023-03-19T05:39:13.909" v="3286" actId="571"/>
          <ac:grpSpMkLst>
            <pc:docMk/>
            <pc:sldMk cId="3411234461" sldId="266"/>
            <ac:grpSpMk id="124" creationId="{DCDD318E-4EA2-3FD4-DF4E-C0C21E9F8BC2}"/>
          </ac:grpSpMkLst>
        </pc:grpChg>
        <pc:cxnChg chg="add mod">
          <ac:chgData name="ZeroAct Lee" userId="9682bd5161dedc83" providerId="LiveId" clId="{8F1B0B53-82C5-40C6-8325-C26DE25F7900}" dt="2023-03-19T05:39:50.693" v="3294" actId="1582"/>
          <ac:cxnSpMkLst>
            <pc:docMk/>
            <pc:sldMk cId="3411234461" sldId="266"/>
            <ac:cxnSpMk id="130" creationId="{C5796D84-6CE2-49BF-C8CE-6C801811BB76}"/>
          </ac:cxnSpMkLst>
        </pc:cxnChg>
        <pc:cxnChg chg="add mod">
          <ac:chgData name="ZeroAct Lee" userId="9682bd5161dedc83" providerId="LiveId" clId="{8F1B0B53-82C5-40C6-8325-C26DE25F7900}" dt="2023-03-19T05:39:50.693" v="3294" actId="1582"/>
          <ac:cxnSpMkLst>
            <pc:docMk/>
            <pc:sldMk cId="3411234461" sldId="266"/>
            <ac:cxnSpMk id="131" creationId="{B3C1B937-998B-1D16-BC6B-D3A2B1DDF072}"/>
          </ac:cxnSpMkLst>
        </pc:cxnChg>
        <pc:cxnChg chg="add mod">
          <ac:chgData name="ZeroAct Lee" userId="9682bd5161dedc83" providerId="LiveId" clId="{8F1B0B53-82C5-40C6-8325-C26DE25F7900}" dt="2023-03-19T05:39:50.693" v="3294" actId="1582"/>
          <ac:cxnSpMkLst>
            <pc:docMk/>
            <pc:sldMk cId="3411234461" sldId="266"/>
            <ac:cxnSpMk id="134" creationId="{DA7ED2F5-40FE-AE7E-79A8-261FA9636B4A}"/>
          </ac:cxnSpMkLst>
        </pc:cxnChg>
      </pc:sldChg>
      <pc:sldChg chg="addSp delSp modSp add mod">
        <pc:chgData name="ZeroAct Lee" userId="9682bd5161dedc83" providerId="LiveId" clId="{8F1B0B53-82C5-40C6-8325-C26DE25F7900}" dt="2023-03-19T05:42:12.735" v="3391" actId="20577"/>
        <pc:sldMkLst>
          <pc:docMk/>
          <pc:sldMk cId="3277555910" sldId="267"/>
        </pc:sldMkLst>
        <pc:spChg chg="mod">
          <ac:chgData name="ZeroAct Lee" userId="9682bd5161dedc83" providerId="LiveId" clId="{8F1B0B53-82C5-40C6-8325-C26DE25F7900}" dt="2023-03-19T04:40:22.223" v="1799" actId="20577"/>
          <ac:spMkLst>
            <pc:docMk/>
            <pc:sldMk cId="3277555910" sldId="267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5:41:44.095" v="3326" actId="20577"/>
          <ac:spMkLst>
            <pc:docMk/>
            <pc:sldMk cId="3277555910" sldId="267"/>
            <ac:spMk id="3" creationId="{0725E253-6BFC-95AA-FFC2-6DEF434B9189}"/>
          </ac:spMkLst>
        </pc:spChg>
        <pc:spChg chg="del">
          <ac:chgData name="ZeroAct Lee" userId="9682bd5161dedc83" providerId="LiveId" clId="{8F1B0B53-82C5-40C6-8325-C26DE25F7900}" dt="2023-03-19T04:49:47.769" v="2146" actId="478"/>
          <ac:spMkLst>
            <pc:docMk/>
            <pc:sldMk cId="3277555910" sldId="267"/>
            <ac:spMk id="4" creationId="{136F898C-6633-9A2C-3DB9-006FF4DABDFE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6" creationId="{EF8461AC-C38E-EDF3-72C6-98B90C1ED4C4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7" creationId="{9926BD72-4850-4804-5C3B-3C9C7466348F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8" creationId="{404B4BE4-828D-D3D1-C6C1-DAEAF32AFD2F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9" creationId="{5FEBF78E-7A9A-14F1-710E-B47483533AA8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0" creationId="{AA8480F1-5219-CEBE-FF69-800E6C804A90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1" creationId="{9FB14619-BF84-F25D-9883-B2D2B5DE13C4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2" creationId="{F8698FA9-DF4A-FFB9-9260-72AFD8EDFCF7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3" creationId="{07293A2F-5A96-04F5-E8CC-F0886D6A95F2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4" creationId="{CA8802B3-7EA2-5CB0-4A07-74468E1EB444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5" creationId="{6C1E82B2-1308-FE20-AD86-76DC5ECBBD1C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6" creationId="{6D5D15CB-EAD9-96AA-A1FF-DD6672A0A13E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7" creationId="{2D582DD0-E036-05C9-C09C-8569F8590E6F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8" creationId="{4F3258BA-AA87-AA9E-4B55-45DA5AC05DB9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19" creationId="{6A539C62-EDC0-C898-1396-153BAB8BEE3A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0" creationId="{41D26D39-2AAB-FDC9-8C5A-972FECD22477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1" creationId="{1A3C4762-434C-3C0A-FCDF-EC1BE442D90C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2" creationId="{70292860-1486-F888-1611-1D38E5F6632B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3" creationId="{BA3D13BE-A24C-D81F-BEE5-CE8DF858057C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4" creationId="{828869E5-B114-61C0-32DB-24D5A2C2E711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5" creationId="{C7FC0022-93A5-0796-E77E-AEF9AC8073B0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6" creationId="{B8676C3B-F585-78BA-7FBF-96E163F1EF6B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7" creationId="{53FC20E9-BD53-2632-E7E6-0650F47C202E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8" creationId="{0755F7A0-031D-B5EA-F11A-EE9FA603FC11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29" creationId="{3C843E03-6C1A-10E4-5A0E-A170854A6013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0" creationId="{A54D0D4A-FE26-B766-07D9-BCD9BAC9AF84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1" creationId="{05CD9367-A1A9-5E7E-075E-0FF985C20183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2" creationId="{3BE21E0C-1E0F-B8AB-3643-A3CD74AEF217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3" creationId="{FF5AEDB1-9C8A-4B2A-6AC1-4B736716DDAC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4" creationId="{905168AF-0B0F-23A3-6CDC-83C773453212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5" creationId="{BD715848-161F-25EE-9851-83C1ECE8CA5A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6" creationId="{E1F937C3-CCAC-7F77-E54B-9C88B0DB01F0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7" creationId="{AE801439-86AE-F3CF-D8BF-21C19B0D2C47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8" creationId="{04EA93D7-306A-7610-C01F-75AD6D8292C8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39" creationId="{194B975D-FC92-C450-7EC3-E6A1F0883356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0" creationId="{88F1234E-A9D6-F1FC-22FF-45C4DA611AC2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1" creationId="{5BC5548D-DB6D-9BB8-53D2-B1261CF7A305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2" creationId="{4B14746E-1A99-1418-C9E4-E2C9F8DA382E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3" creationId="{A6F6F157-91C9-9860-EAD2-53E3C3B17376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4" creationId="{8371E6AE-D76D-2134-AED7-824D1DD591C6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5" creationId="{E1F8BC5C-D458-A79D-9198-500F07F5A821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6" creationId="{F08410CA-6A53-38D7-9E50-9DDD62D31B4D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7" creationId="{3B1D2F18-C7CA-2EDD-8421-E2983A9106AC}"/>
          </ac:spMkLst>
        </pc:spChg>
        <pc:spChg chg="mod">
          <ac:chgData name="ZeroAct Lee" userId="9682bd5161dedc83" providerId="LiveId" clId="{8F1B0B53-82C5-40C6-8325-C26DE25F7900}" dt="2023-03-19T04:49:53.610" v="2152"/>
          <ac:spMkLst>
            <pc:docMk/>
            <pc:sldMk cId="3277555910" sldId="267"/>
            <ac:spMk id="48" creationId="{C3DF95C9-BA80-9476-84CE-283E558B6228}"/>
          </ac:spMkLst>
        </pc:spChg>
        <pc:spChg chg="add mod">
          <ac:chgData name="ZeroAct Lee" userId="9682bd5161dedc83" providerId="LiveId" clId="{8F1B0B53-82C5-40C6-8325-C26DE25F7900}" dt="2023-03-19T05:42:12.735" v="3391" actId="20577"/>
          <ac:spMkLst>
            <pc:docMk/>
            <pc:sldMk cId="3277555910" sldId="267"/>
            <ac:spMk id="49" creationId="{2529B97E-50AE-DB81-BF2D-FE1F9986AA8F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1" creationId="{DF8DC56D-2E3C-6AD9-C82F-253565C79260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2" creationId="{F8F67E84-27D9-551B-E4B7-7C9F02DAA7DA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3" creationId="{D1CAC4BB-DA72-D2B6-0CE2-3A89C8FE1AF5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4" creationId="{E5637217-48AF-9D24-EA87-0394E5D90974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5" creationId="{B69F0EB3-2103-8857-2DB4-4F099C74E7BB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6" creationId="{E2B992FF-C15B-3F24-0551-4C30115A7966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7" creationId="{DF026048-8C5B-904E-C32A-92083DE87F29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8" creationId="{F31FD084-A9C8-6A20-944E-DB9FF479ACBF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59" creationId="{31A25495-1FE0-1904-FEB8-BEF819119658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0" creationId="{9C7F2D7B-6A9C-E79C-9FFE-C1BBF758AA84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1" creationId="{3BD7FE59-2032-35EF-7CC4-2F2F0BB632B1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2" creationId="{D77A7295-A774-6418-E608-0F72C13AEAEB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3" creationId="{F18A8BD5-8EC2-5892-DBD4-012AE33DCF18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4" creationId="{C0F8C43C-1F6D-4399-A1A1-FE595D3D5810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5" creationId="{6176A5CA-C899-F3E8-4D12-ACDB513D6ACC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6" creationId="{5B2E43A2-894D-3FBF-0EF9-F08A89C09E0A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7" creationId="{AC3E4E40-A52D-3BBC-48D3-65689C9072BE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8" creationId="{081ACAE4-134D-A76C-8713-2B8BB6765529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69" creationId="{F165B135-D5D4-7847-8A39-EC0C75161AF6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0" creationId="{FF122B77-04C2-05A4-8C05-E017E3E17FF3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1" creationId="{12D0B033-E950-600B-2321-0832835D93F7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2" creationId="{0C4C70B2-A3BB-3B24-D7DC-0128DF244D2C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3" creationId="{70B65A5C-9114-D333-9FDA-932A9E4AC85B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4" creationId="{95FADACB-D60B-05B7-CA5E-54F45FD9E5F5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5" creationId="{4C89B24F-9419-AE7D-4A9F-BBDB8BE86EB2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6" creationId="{79047C51-89EA-7C78-7DBB-D36868B0B72C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7" creationId="{C2DDF236-384D-8265-6C84-91DB7FEF9558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8" creationId="{4D135D35-8FAB-18EA-422E-E543D8AC1DF6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79" creationId="{98E6FEFE-23A0-81E7-9424-A3D79A66EF65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0" creationId="{E8727587-2471-72AB-9783-7AF9A01C12D1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1" creationId="{C95F4ED5-2B42-8E33-89F3-795E8042A7D5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2" creationId="{ACB8008B-B707-27DD-C9F4-89000279C0F4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3" creationId="{201E3BD9-0270-1E9E-46D9-679FE24D7F5D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4" creationId="{E979F3B6-9ACA-C73F-6E10-9F33AAC41485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5" creationId="{8D636498-8D94-5762-76C1-373261620E78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6" creationId="{AF1891CF-2DFA-3212-6D24-3B19955D02BD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7" creationId="{7FE1F54A-4E73-D144-5F80-263F1C45B5C0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8" creationId="{0EC3E43E-49B6-680A-9B68-63D1D305774F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89" creationId="{68310278-CD79-BDE4-3C1F-3A9D97233947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90" creationId="{464B7B94-DFC6-AA7C-B042-E28E1182DE4A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91" creationId="{A4D1D0A0-8A62-03C9-AD1B-3EE0AF6D6FE9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92" creationId="{3DCF15D9-147B-3392-E33F-16B16A0A222F}"/>
          </ac:spMkLst>
        </pc:spChg>
        <pc:spChg chg="mod">
          <ac:chgData name="ZeroAct Lee" userId="9682bd5161dedc83" providerId="LiveId" clId="{8F1B0B53-82C5-40C6-8325-C26DE25F7900}" dt="2023-03-19T04:52:57.418" v="2383"/>
          <ac:spMkLst>
            <pc:docMk/>
            <pc:sldMk cId="3277555910" sldId="267"/>
            <ac:spMk id="93" creationId="{5FED78E5-69ED-2DA3-8871-480029C84BF1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95" creationId="{82575730-FECD-4572-CC59-38459A271F6D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96" creationId="{430073E5-7FE3-4C31-9A6E-2D38F6257CC6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97" creationId="{F1090D63-B9BE-F828-24B7-83ACCC0A2398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98" creationId="{8C3ABDFE-D226-1593-9DDD-E0338988CA4B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99" creationId="{300E0366-16D5-8BDC-4AE1-7DC637DF2874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0" creationId="{6A24897E-FA81-F403-2C48-E62DAEF3CAA6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1" creationId="{A8307FBF-35E9-5A17-9E56-7D8F548ECAF1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2" creationId="{7E898B56-56BF-93D1-7873-6779FC67772E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3" creationId="{72FF5C4F-04F4-484B-2B0B-35A5E106A873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4" creationId="{C99B35CF-E846-2A6F-7CDA-ACE97851233D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5" creationId="{95A7CAE7-AE13-1E60-9C8D-403C36F5E4CE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6" creationId="{80AB39C9-F506-0AA6-13C1-66E249FD6555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7" creationId="{12186A34-E053-AF5F-CCD2-831CCE56D37C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8" creationId="{93D34DBC-2270-700A-591E-61118553D6C0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09" creationId="{AB2B603B-14EF-C13F-BD90-1BC8DA406CD6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0" creationId="{F23ECC22-F0AB-55EB-3292-BC1D0BE30AC5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1" creationId="{6DD1C62A-BECB-5AFF-C930-3BD6D49060A1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2" creationId="{A949ED29-643C-E26A-B8DC-354F0D0EFB87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3" creationId="{6ACB5AEB-086C-FBC4-60A9-1922C0C6BA00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4" creationId="{C733D5B6-5F07-44D4-2B4F-F6F2AEC64003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5" creationId="{030A223C-0307-0862-B1CB-CB86B58A8341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6" creationId="{56070286-2A42-3EE7-B587-4A4B2C2BB98B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7" creationId="{F797BA6D-19E1-1249-C22E-1358F5FC1D8C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8" creationId="{52AD0DCE-B1E7-8EE5-C798-14587E768145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19" creationId="{F4F0DB63-5BDC-6FDE-04C6-8E3D39765493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0" creationId="{FB7D53BE-BB37-51E0-F024-30276A95E8ED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1" creationId="{F3A20804-051A-BBEA-A23D-280A2170677A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2" creationId="{E096CEF9-00CE-F3AB-F402-9CD7732E9D65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3" creationId="{C0DAB027-A023-40D1-9C19-21D0D01CF494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4" creationId="{6EBC0597-D172-0181-AE92-67C291DF3001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5" creationId="{89E5FC3B-056C-404C-469C-5879A0D806AB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6" creationId="{5558C24A-7D2B-4273-962D-0D058B5EE543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7" creationId="{76709415-ABF2-FB16-B664-91D617C799D1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8" creationId="{60EA390E-BF98-4CB0-246D-73F559410DDA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29" creationId="{DEA2CBB8-1182-4351-3DAC-7604A1F2AF4D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0" creationId="{23606545-B187-F68E-844B-3269A5A522FA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1" creationId="{7B0B8558-AD5D-63D1-E266-385351EA4537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2" creationId="{A3923404-2262-3F0F-1281-69C6260052C7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3" creationId="{7D380D5F-01F5-83DF-614C-09B985CEF125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4" creationId="{B06B8D40-D752-0122-8A6F-34E85549F87C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5" creationId="{62DB7A33-AF5C-F2C8-EBBF-9D794C3CDD76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6" creationId="{87B25FA7-5148-FB2D-2E0B-11EECED996DD}"/>
          </ac:spMkLst>
        </pc:spChg>
        <pc:spChg chg="mod">
          <ac:chgData name="ZeroAct Lee" userId="9682bd5161dedc83" providerId="LiveId" clId="{8F1B0B53-82C5-40C6-8325-C26DE25F7900}" dt="2023-03-19T05:40:17.836" v="3313"/>
          <ac:spMkLst>
            <pc:docMk/>
            <pc:sldMk cId="3277555910" sldId="267"/>
            <ac:spMk id="137" creationId="{244159E9-5B15-2D11-8B66-5CB83850AECA}"/>
          </ac:spMkLst>
        </pc:spChg>
        <pc:grpChg chg="add del mod">
          <ac:chgData name="ZeroAct Lee" userId="9682bd5161dedc83" providerId="LiveId" clId="{8F1B0B53-82C5-40C6-8325-C26DE25F7900}" dt="2023-03-19T04:52:54.258" v="2378" actId="478"/>
          <ac:grpSpMkLst>
            <pc:docMk/>
            <pc:sldMk cId="3277555910" sldId="267"/>
            <ac:grpSpMk id="5" creationId="{FD9CC75F-5F29-F50D-DA9C-7B4B06B35516}"/>
          </ac:grpSpMkLst>
        </pc:grpChg>
        <pc:grpChg chg="add del mod">
          <ac:chgData name="ZeroAct Lee" userId="9682bd5161dedc83" providerId="LiveId" clId="{8F1B0B53-82C5-40C6-8325-C26DE25F7900}" dt="2023-03-19T05:40:27.866" v="3317" actId="478"/>
          <ac:grpSpMkLst>
            <pc:docMk/>
            <pc:sldMk cId="3277555910" sldId="267"/>
            <ac:grpSpMk id="50" creationId="{679DEBD9-0821-790F-2163-0FAFC9F9E87E}"/>
          </ac:grpSpMkLst>
        </pc:grpChg>
        <pc:grpChg chg="add mod ord">
          <ac:chgData name="ZeroAct Lee" userId="9682bd5161dedc83" providerId="LiveId" clId="{8F1B0B53-82C5-40C6-8325-C26DE25F7900}" dt="2023-03-19T05:40:26.399" v="3316" actId="167"/>
          <ac:grpSpMkLst>
            <pc:docMk/>
            <pc:sldMk cId="3277555910" sldId="267"/>
            <ac:grpSpMk id="94" creationId="{67E0A8E8-3250-657C-3955-8BFAE77E7A76}"/>
          </ac:grpSpMkLst>
        </pc:grpChg>
        <pc:cxnChg chg="mod">
          <ac:chgData name="ZeroAct Lee" userId="9682bd5161dedc83" providerId="LiveId" clId="{8F1B0B53-82C5-40C6-8325-C26DE25F7900}" dt="2023-03-19T05:40:17.836" v="3313"/>
          <ac:cxnSpMkLst>
            <pc:docMk/>
            <pc:sldMk cId="3277555910" sldId="267"/>
            <ac:cxnSpMk id="138" creationId="{7B3206B9-CAF7-7CC4-6882-52FB318613E7}"/>
          </ac:cxnSpMkLst>
        </pc:cxnChg>
      </pc:sldChg>
      <pc:sldChg chg="addSp delSp modSp new mod setBg">
        <pc:chgData name="ZeroAct Lee" userId="9682bd5161dedc83" providerId="LiveId" clId="{8F1B0B53-82C5-40C6-8325-C26DE25F7900}" dt="2023-03-19T04:46:12.956" v="2078" actId="20577"/>
        <pc:sldMkLst>
          <pc:docMk/>
          <pc:sldMk cId="3134198014" sldId="268"/>
        </pc:sldMkLst>
        <pc:spChg chg="mod">
          <ac:chgData name="ZeroAct Lee" userId="9682bd5161dedc83" providerId="LiveId" clId="{8F1B0B53-82C5-40C6-8325-C26DE25F7900}" dt="2023-03-19T04:46:12.956" v="2078" actId="20577"/>
          <ac:spMkLst>
            <pc:docMk/>
            <pc:sldMk cId="3134198014" sldId="268"/>
            <ac:spMk id="2" creationId="{C1CA9580-EBE4-CCB0-F151-DD30F8890E9E}"/>
          </ac:spMkLst>
        </pc:spChg>
        <pc:spChg chg="del">
          <ac:chgData name="ZeroAct Lee" userId="9682bd5161dedc83" providerId="LiveId" clId="{8F1B0B53-82C5-40C6-8325-C26DE25F7900}" dt="2023-03-19T04:44:43.381" v="2073" actId="478"/>
          <ac:spMkLst>
            <pc:docMk/>
            <pc:sldMk cId="3134198014" sldId="268"/>
            <ac:spMk id="3" creationId="{B12717CB-5918-840A-1FF1-CD296504DDF7}"/>
          </ac:spMkLst>
        </pc:spChg>
        <pc:spChg chg="add del">
          <ac:chgData name="ZeroAct Lee" userId="9682bd5161dedc83" providerId="LiveId" clId="{8F1B0B53-82C5-40C6-8325-C26DE25F7900}" dt="2023-03-19T04:45:16.943" v="2075" actId="26606"/>
          <ac:spMkLst>
            <pc:docMk/>
            <pc:sldMk cId="3134198014" sldId="268"/>
            <ac:spMk id="11" creationId="{D8E74CFB-EAAD-43E9-BDAC-AAE4F8E86B83}"/>
          </ac:spMkLst>
        </pc:spChg>
        <pc:spChg chg="add del">
          <ac:chgData name="ZeroAct Lee" userId="9682bd5161dedc83" providerId="LiveId" clId="{8F1B0B53-82C5-40C6-8325-C26DE25F7900}" dt="2023-03-19T04:45:16.943" v="2075" actId="26606"/>
          <ac:spMkLst>
            <pc:docMk/>
            <pc:sldMk cId="3134198014" sldId="268"/>
            <ac:spMk id="13" creationId="{D6E31D67-858D-409A-863E-EE8DEB9CC1E5}"/>
          </ac:spMkLst>
        </pc:spChg>
        <pc:spChg chg="add del">
          <ac:chgData name="ZeroAct Lee" userId="9682bd5161dedc83" providerId="LiveId" clId="{8F1B0B53-82C5-40C6-8325-C26DE25F7900}" dt="2023-03-19T04:45:16.943" v="2075" actId="26606"/>
          <ac:spMkLst>
            <pc:docMk/>
            <pc:sldMk cId="3134198014" sldId="268"/>
            <ac:spMk id="15" creationId="{0C11AD76-2664-4F1B-8A6E-71601C059E24}"/>
          </ac:spMkLst>
        </pc:spChg>
        <pc:spChg chg="add del">
          <ac:chgData name="ZeroAct Lee" userId="9682bd5161dedc83" providerId="LiveId" clId="{8F1B0B53-82C5-40C6-8325-C26DE25F7900}" dt="2023-03-19T04:45:55.010" v="2076" actId="26606"/>
          <ac:spMkLst>
            <pc:docMk/>
            <pc:sldMk cId="3134198014" sldId="268"/>
            <ac:spMk id="24" creationId="{DC42B862-DCC5-4F6C-9B8D-66042B1B7489}"/>
          </ac:spMkLst>
        </pc:spChg>
        <pc:spChg chg="add del">
          <ac:chgData name="ZeroAct Lee" userId="9682bd5161dedc83" providerId="LiveId" clId="{8F1B0B53-82C5-40C6-8325-C26DE25F7900}" dt="2023-03-19T04:45:55.010" v="2076" actId="26606"/>
          <ac:spMkLst>
            <pc:docMk/>
            <pc:sldMk cId="3134198014" sldId="268"/>
            <ac:spMk id="26" creationId="{F7ED3F3C-9422-41A8-8145-0E80959D0B9A}"/>
          </ac:spMkLst>
        </pc:spChg>
        <pc:spChg chg="add">
          <ac:chgData name="ZeroAct Lee" userId="9682bd5161dedc83" providerId="LiveId" clId="{8F1B0B53-82C5-40C6-8325-C26DE25F7900}" dt="2023-03-19T04:45:55.010" v="2076" actId="26606"/>
          <ac:spMkLst>
            <pc:docMk/>
            <pc:sldMk cId="3134198014" sldId="268"/>
            <ac:spMk id="35" creationId="{D8E74CFB-EAAD-43E9-BDAC-AAE4F8E86B83}"/>
          </ac:spMkLst>
        </pc:spChg>
        <pc:spChg chg="add">
          <ac:chgData name="ZeroAct Lee" userId="9682bd5161dedc83" providerId="LiveId" clId="{8F1B0B53-82C5-40C6-8325-C26DE25F7900}" dt="2023-03-19T04:45:55.010" v="2076" actId="26606"/>
          <ac:spMkLst>
            <pc:docMk/>
            <pc:sldMk cId="3134198014" sldId="268"/>
            <ac:spMk id="37" creationId="{D6E31D67-858D-409A-863E-EE8DEB9CC1E5}"/>
          </ac:spMkLst>
        </pc:spChg>
        <pc:spChg chg="add">
          <ac:chgData name="ZeroAct Lee" userId="9682bd5161dedc83" providerId="LiveId" clId="{8F1B0B53-82C5-40C6-8325-C26DE25F7900}" dt="2023-03-19T04:45:55.010" v="2076" actId="26606"/>
          <ac:spMkLst>
            <pc:docMk/>
            <pc:sldMk cId="3134198014" sldId="268"/>
            <ac:spMk id="39" creationId="{0C11AD76-2664-4F1B-8A6E-71601C059E24}"/>
          </ac:spMkLst>
        </pc:spChg>
        <pc:grpChg chg="add del">
          <ac:chgData name="ZeroAct Lee" userId="9682bd5161dedc83" providerId="LiveId" clId="{8F1B0B53-82C5-40C6-8325-C26DE25F7900}" dt="2023-03-19T04:45:16.943" v="2075" actId="26606"/>
          <ac:grpSpMkLst>
            <pc:docMk/>
            <pc:sldMk cId="3134198014" sldId="268"/>
            <ac:grpSpMk id="7" creationId="{8C89EA62-F38E-4285-A105-C5E1BD360093}"/>
          </ac:grpSpMkLst>
        </pc:grpChg>
        <pc:grpChg chg="add del">
          <ac:chgData name="ZeroAct Lee" userId="9682bd5161dedc83" providerId="LiveId" clId="{8F1B0B53-82C5-40C6-8325-C26DE25F7900}" dt="2023-03-19T04:45:55.010" v="2076" actId="26606"/>
          <ac:grpSpMkLst>
            <pc:docMk/>
            <pc:sldMk cId="3134198014" sldId="268"/>
            <ac:grpSpMk id="20" creationId="{8C89EA62-F38E-4285-A105-C5E1BD360093}"/>
          </ac:grpSpMkLst>
        </pc:grpChg>
        <pc:grpChg chg="add">
          <ac:chgData name="ZeroAct Lee" userId="9682bd5161dedc83" providerId="LiveId" clId="{8F1B0B53-82C5-40C6-8325-C26DE25F7900}" dt="2023-03-19T04:45:55.010" v="2076" actId="26606"/>
          <ac:grpSpMkLst>
            <pc:docMk/>
            <pc:sldMk cId="3134198014" sldId="268"/>
            <ac:grpSpMk id="31" creationId="{8C89EA62-F38E-4285-A105-C5E1BD360093}"/>
          </ac:grpSpMkLst>
        </pc:grpChg>
      </pc:sldChg>
      <pc:sldChg chg="delSp modSp add del mod setBg delDesignElem">
        <pc:chgData name="ZeroAct Lee" userId="9682bd5161dedc83" providerId="LiveId" clId="{8F1B0B53-82C5-40C6-8325-C26DE25F7900}" dt="2023-03-19T04:48:07.950" v="2106" actId="47"/>
        <pc:sldMkLst>
          <pc:docMk/>
          <pc:sldMk cId="2311164316" sldId="269"/>
        </pc:sldMkLst>
        <pc:spChg chg="mod">
          <ac:chgData name="ZeroAct Lee" userId="9682bd5161dedc83" providerId="LiveId" clId="{8F1B0B53-82C5-40C6-8325-C26DE25F7900}" dt="2023-03-19T04:48:00.224" v="2103" actId="20577"/>
          <ac:spMkLst>
            <pc:docMk/>
            <pc:sldMk cId="2311164316" sldId="269"/>
            <ac:spMk id="2" creationId="{C1CA9580-EBE4-CCB0-F151-DD30F8890E9E}"/>
          </ac:spMkLst>
        </pc:spChg>
        <pc:spChg chg="del">
          <ac:chgData name="ZeroAct Lee" userId="9682bd5161dedc83" providerId="LiveId" clId="{8F1B0B53-82C5-40C6-8325-C26DE25F7900}" dt="2023-03-19T04:47:53.713" v="2080"/>
          <ac:spMkLst>
            <pc:docMk/>
            <pc:sldMk cId="2311164316" sldId="269"/>
            <ac:spMk id="35" creationId="{D8E74CFB-EAAD-43E9-BDAC-AAE4F8E86B83}"/>
          </ac:spMkLst>
        </pc:spChg>
        <pc:spChg chg="del">
          <ac:chgData name="ZeroAct Lee" userId="9682bd5161dedc83" providerId="LiveId" clId="{8F1B0B53-82C5-40C6-8325-C26DE25F7900}" dt="2023-03-19T04:47:53.713" v="2080"/>
          <ac:spMkLst>
            <pc:docMk/>
            <pc:sldMk cId="2311164316" sldId="269"/>
            <ac:spMk id="37" creationId="{D6E31D67-858D-409A-863E-EE8DEB9CC1E5}"/>
          </ac:spMkLst>
        </pc:spChg>
        <pc:spChg chg="del">
          <ac:chgData name="ZeroAct Lee" userId="9682bd5161dedc83" providerId="LiveId" clId="{8F1B0B53-82C5-40C6-8325-C26DE25F7900}" dt="2023-03-19T04:47:53.713" v="2080"/>
          <ac:spMkLst>
            <pc:docMk/>
            <pc:sldMk cId="2311164316" sldId="269"/>
            <ac:spMk id="39" creationId="{0C11AD76-2664-4F1B-8A6E-71601C059E24}"/>
          </ac:spMkLst>
        </pc:spChg>
        <pc:grpChg chg="del">
          <ac:chgData name="ZeroAct Lee" userId="9682bd5161dedc83" providerId="LiveId" clId="{8F1B0B53-82C5-40C6-8325-C26DE25F7900}" dt="2023-03-19T04:47:53.713" v="2080"/>
          <ac:grpSpMkLst>
            <pc:docMk/>
            <pc:sldMk cId="2311164316" sldId="269"/>
            <ac:grpSpMk id="31" creationId="{8C89EA62-F38E-4285-A105-C5E1BD360093}"/>
          </ac:grpSpMkLst>
        </pc:grpChg>
      </pc:sldChg>
      <pc:sldChg chg="addSp delSp modSp add mod setBg delDesignElem">
        <pc:chgData name="ZeroAct Lee" userId="9682bd5161dedc83" providerId="LiveId" clId="{8F1B0B53-82C5-40C6-8325-C26DE25F7900}" dt="2023-03-19T04:48:22.342" v="2140" actId="20577"/>
        <pc:sldMkLst>
          <pc:docMk/>
          <pc:sldMk cId="2256224923" sldId="270"/>
        </pc:sldMkLst>
        <pc:spChg chg="mod">
          <ac:chgData name="ZeroAct Lee" userId="9682bd5161dedc83" providerId="LiveId" clId="{8F1B0B53-82C5-40C6-8325-C26DE25F7900}" dt="2023-03-19T04:48:22.342" v="2140" actId="20577"/>
          <ac:spMkLst>
            <pc:docMk/>
            <pc:sldMk cId="2256224923" sldId="270"/>
            <ac:spMk id="2" creationId="{C1CA9580-EBE4-CCB0-F151-DD30F8890E9E}"/>
          </ac:spMkLst>
        </pc:spChg>
        <pc:spChg chg="add">
          <ac:chgData name="ZeroAct Lee" userId="9682bd5161dedc83" providerId="LiveId" clId="{8F1B0B53-82C5-40C6-8325-C26DE25F7900}" dt="2023-03-19T04:48:12.543" v="2107" actId="26606"/>
          <ac:spMkLst>
            <pc:docMk/>
            <pc:sldMk cId="2256224923" sldId="270"/>
            <ac:spMk id="11" creationId="{D8E74CFB-EAAD-43E9-BDAC-AAE4F8E86B83}"/>
          </ac:spMkLst>
        </pc:spChg>
        <pc:spChg chg="add">
          <ac:chgData name="ZeroAct Lee" userId="9682bd5161dedc83" providerId="LiveId" clId="{8F1B0B53-82C5-40C6-8325-C26DE25F7900}" dt="2023-03-19T04:48:12.543" v="2107" actId="26606"/>
          <ac:spMkLst>
            <pc:docMk/>
            <pc:sldMk cId="2256224923" sldId="270"/>
            <ac:spMk id="13" creationId="{D6E31D67-858D-409A-863E-EE8DEB9CC1E5}"/>
          </ac:spMkLst>
        </pc:spChg>
        <pc:spChg chg="add">
          <ac:chgData name="ZeroAct Lee" userId="9682bd5161dedc83" providerId="LiveId" clId="{8F1B0B53-82C5-40C6-8325-C26DE25F7900}" dt="2023-03-19T04:48:12.543" v="2107" actId="26606"/>
          <ac:spMkLst>
            <pc:docMk/>
            <pc:sldMk cId="2256224923" sldId="270"/>
            <ac:spMk id="15" creationId="{0C11AD76-2664-4F1B-8A6E-71601C059E24}"/>
          </ac:spMkLst>
        </pc:spChg>
        <pc:spChg chg="del">
          <ac:chgData name="ZeroAct Lee" userId="9682bd5161dedc83" providerId="LiveId" clId="{8F1B0B53-82C5-40C6-8325-C26DE25F7900}" dt="2023-03-19T04:48:04.321" v="2105"/>
          <ac:spMkLst>
            <pc:docMk/>
            <pc:sldMk cId="2256224923" sldId="270"/>
            <ac:spMk id="35" creationId="{D8E74CFB-EAAD-43E9-BDAC-AAE4F8E86B83}"/>
          </ac:spMkLst>
        </pc:spChg>
        <pc:spChg chg="del">
          <ac:chgData name="ZeroAct Lee" userId="9682bd5161dedc83" providerId="LiveId" clId="{8F1B0B53-82C5-40C6-8325-C26DE25F7900}" dt="2023-03-19T04:48:04.321" v="2105"/>
          <ac:spMkLst>
            <pc:docMk/>
            <pc:sldMk cId="2256224923" sldId="270"/>
            <ac:spMk id="37" creationId="{D6E31D67-858D-409A-863E-EE8DEB9CC1E5}"/>
          </ac:spMkLst>
        </pc:spChg>
        <pc:spChg chg="del">
          <ac:chgData name="ZeroAct Lee" userId="9682bd5161dedc83" providerId="LiveId" clId="{8F1B0B53-82C5-40C6-8325-C26DE25F7900}" dt="2023-03-19T04:48:04.321" v="2105"/>
          <ac:spMkLst>
            <pc:docMk/>
            <pc:sldMk cId="2256224923" sldId="270"/>
            <ac:spMk id="39" creationId="{0C11AD76-2664-4F1B-8A6E-71601C059E24}"/>
          </ac:spMkLst>
        </pc:spChg>
        <pc:grpChg chg="add">
          <ac:chgData name="ZeroAct Lee" userId="9682bd5161dedc83" providerId="LiveId" clId="{8F1B0B53-82C5-40C6-8325-C26DE25F7900}" dt="2023-03-19T04:48:12.543" v="2107" actId="26606"/>
          <ac:grpSpMkLst>
            <pc:docMk/>
            <pc:sldMk cId="2256224923" sldId="270"/>
            <ac:grpSpMk id="7" creationId="{8C89EA62-F38E-4285-A105-C5E1BD360093}"/>
          </ac:grpSpMkLst>
        </pc:grpChg>
        <pc:grpChg chg="del">
          <ac:chgData name="ZeroAct Lee" userId="9682bd5161dedc83" providerId="LiveId" clId="{8F1B0B53-82C5-40C6-8325-C26DE25F7900}" dt="2023-03-19T04:48:04.321" v="2105"/>
          <ac:grpSpMkLst>
            <pc:docMk/>
            <pc:sldMk cId="2256224923" sldId="270"/>
            <ac:grpSpMk id="31" creationId="{8C89EA62-F38E-4285-A105-C5E1BD360093}"/>
          </ac:grpSpMkLst>
        </pc:grpChg>
      </pc:sldChg>
      <pc:sldChg chg="modSp mod">
        <pc:chgData name="ZeroAct Lee" userId="9682bd5161dedc83" providerId="LiveId" clId="{8F1B0B53-82C5-40C6-8325-C26DE25F7900}" dt="2023-03-19T05:44:06.888" v="3445" actId="20577"/>
        <pc:sldMkLst>
          <pc:docMk/>
          <pc:sldMk cId="3368030573" sldId="271"/>
        </pc:sldMkLst>
        <pc:spChg chg="mod">
          <ac:chgData name="ZeroAct Lee" userId="9682bd5161dedc83" providerId="LiveId" clId="{8F1B0B53-82C5-40C6-8325-C26DE25F7900}" dt="2023-03-19T05:44:06.888" v="3445" actId="20577"/>
          <ac:spMkLst>
            <pc:docMk/>
            <pc:sldMk cId="3368030573" sldId="271"/>
            <ac:spMk id="2" creationId="{C1CA9580-EBE4-CCB0-F151-DD30F8890E9E}"/>
          </ac:spMkLst>
        </pc:spChg>
      </pc:sldChg>
      <pc:sldChg chg="addSp delSp modSp add mod">
        <pc:chgData name="ZeroAct Lee" userId="9682bd5161dedc83" providerId="LiveId" clId="{8F1B0B53-82C5-40C6-8325-C26DE25F7900}" dt="2023-03-19T05:49:21.002" v="4198" actId="20577"/>
        <pc:sldMkLst>
          <pc:docMk/>
          <pc:sldMk cId="3712721702" sldId="272"/>
        </pc:sldMkLst>
        <pc:spChg chg="mod">
          <ac:chgData name="ZeroAct Lee" userId="9682bd5161dedc83" providerId="LiveId" clId="{8F1B0B53-82C5-40C6-8325-C26DE25F7900}" dt="2023-03-19T05:44:31.177" v="3464" actId="20577"/>
          <ac:spMkLst>
            <pc:docMk/>
            <pc:sldMk cId="3712721702" sldId="272"/>
            <ac:spMk id="2" creationId="{E890E378-9F42-126C-A532-082C16F0254A}"/>
          </ac:spMkLst>
        </pc:spChg>
        <pc:spChg chg="add mod">
          <ac:chgData name="ZeroAct Lee" userId="9682bd5161dedc83" providerId="LiveId" clId="{8F1B0B53-82C5-40C6-8325-C26DE25F7900}" dt="2023-03-19T05:47:16.971" v="3780" actId="1076"/>
          <ac:spMkLst>
            <pc:docMk/>
            <pc:sldMk cId="3712721702" sldId="272"/>
            <ac:spMk id="3" creationId="{CAD2BAA8-9527-A2DF-BBD5-76EC4844B085}"/>
          </ac:spMkLst>
        </pc:spChg>
        <pc:spChg chg="add mod">
          <ac:chgData name="ZeroAct Lee" userId="9682bd5161dedc83" providerId="LiveId" clId="{8F1B0B53-82C5-40C6-8325-C26DE25F7900}" dt="2023-03-19T05:47:16.971" v="3780" actId="1076"/>
          <ac:spMkLst>
            <pc:docMk/>
            <pc:sldMk cId="3712721702" sldId="272"/>
            <ac:spMk id="4" creationId="{FFB55176-0230-2D76-2F19-FA6CFB08EDF0}"/>
          </ac:spMkLst>
        </pc:spChg>
        <pc:spChg chg="add del mod">
          <ac:chgData name="ZeroAct Lee" userId="9682bd5161dedc83" providerId="LiveId" clId="{8F1B0B53-82C5-40C6-8325-C26DE25F7900}" dt="2023-03-19T05:45:28.438" v="3594"/>
          <ac:spMkLst>
            <pc:docMk/>
            <pc:sldMk cId="3712721702" sldId="272"/>
            <ac:spMk id="5" creationId="{17C0DC68-A924-F72F-AE64-FDDF1432D26B}"/>
          </ac:spMkLst>
        </pc:spChg>
        <pc:spChg chg="add del mod">
          <ac:chgData name="ZeroAct Lee" userId="9682bd5161dedc83" providerId="LiveId" clId="{8F1B0B53-82C5-40C6-8325-C26DE25F7900}" dt="2023-03-19T05:45:28.438" v="3594"/>
          <ac:spMkLst>
            <pc:docMk/>
            <pc:sldMk cId="3712721702" sldId="272"/>
            <ac:spMk id="6" creationId="{95E048FF-2EB1-9F40-67C9-1C0D9F9A2DAA}"/>
          </ac:spMkLst>
        </pc:spChg>
        <pc:spChg chg="add mod">
          <ac:chgData name="ZeroAct Lee" userId="9682bd5161dedc83" providerId="LiveId" clId="{8F1B0B53-82C5-40C6-8325-C26DE25F7900}" dt="2023-03-19T05:47:16.971" v="3780" actId="1076"/>
          <ac:spMkLst>
            <pc:docMk/>
            <pc:sldMk cId="3712721702" sldId="272"/>
            <ac:spMk id="7" creationId="{1890CC86-8AB0-B7B2-AEF3-A4593A71092E}"/>
          </ac:spMkLst>
        </pc:spChg>
        <pc:spChg chg="add mod">
          <ac:chgData name="ZeroAct Lee" userId="9682bd5161dedc83" providerId="LiveId" clId="{8F1B0B53-82C5-40C6-8325-C26DE25F7900}" dt="2023-03-19T05:47:16.971" v="3780" actId="1076"/>
          <ac:spMkLst>
            <pc:docMk/>
            <pc:sldMk cId="3712721702" sldId="272"/>
            <ac:spMk id="8" creationId="{067D0C11-C9C8-893C-29CD-F1C460FC4428}"/>
          </ac:spMkLst>
        </pc:spChg>
        <pc:spChg chg="add mod">
          <ac:chgData name="ZeroAct Lee" userId="9682bd5161dedc83" providerId="LiveId" clId="{8F1B0B53-82C5-40C6-8325-C26DE25F7900}" dt="2023-03-19T05:47:28.896" v="3796" actId="20577"/>
          <ac:spMkLst>
            <pc:docMk/>
            <pc:sldMk cId="3712721702" sldId="272"/>
            <ac:spMk id="9" creationId="{EA93D838-4ED3-E4A0-D2B7-62AD0EE83A30}"/>
          </ac:spMkLst>
        </pc:spChg>
        <pc:spChg chg="add mod">
          <ac:chgData name="ZeroAct Lee" userId="9682bd5161dedc83" providerId="LiveId" clId="{8F1B0B53-82C5-40C6-8325-C26DE25F7900}" dt="2023-03-19T05:47:40.846" v="3818" actId="20577"/>
          <ac:spMkLst>
            <pc:docMk/>
            <pc:sldMk cId="3712721702" sldId="272"/>
            <ac:spMk id="10" creationId="{996A42D9-AD2D-0887-17E9-2BB8FAD222FA}"/>
          </ac:spMkLst>
        </pc:spChg>
        <pc:spChg chg="add mod">
          <ac:chgData name="ZeroAct Lee" userId="9682bd5161dedc83" providerId="LiveId" clId="{8F1B0B53-82C5-40C6-8325-C26DE25F7900}" dt="2023-03-19T05:49:21.002" v="4198" actId="20577"/>
          <ac:spMkLst>
            <pc:docMk/>
            <pc:sldMk cId="3712721702" sldId="272"/>
            <ac:spMk id="11" creationId="{D5FA5F53-0A0E-DFCA-F523-9C86C0D31874}"/>
          </ac:spMkLst>
        </pc:spChg>
        <pc:spChg chg="add del mod">
          <ac:chgData name="ZeroAct Lee" userId="9682bd5161dedc83" providerId="LiveId" clId="{8F1B0B53-82C5-40C6-8325-C26DE25F7900}" dt="2023-03-19T05:47:33.727" v="3798" actId="478"/>
          <ac:spMkLst>
            <pc:docMk/>
            <pc:sldMk cId="3712721702" sldId="272"/>
            <ac:spMk id="12" creationId="{54743F78-AF38-6230-EDBC-A61C67070558}"/>
          </ac:spMkLst>
        </pc:spChg>
        <pc:spChg chg="add del mod">
          <ac:chgData name="ZeroAct Lee" userId="9682bd5161dedc83" providerId="LiveId" clId="{8F1B0B53-82C5-40C6-8325-C26DE25F7900}" dt="2023-03-19T05:47:32.684" v="3797" actId="478"/>
          <ac:spMkLst>
            <pc:docMk/>
            <pc:sldMk cId="3712721702" sldId="272"/>
            <ac:spMk id="13" creationId="{97E3C1E3-9F05-4E66-F1E5-E41E39F220E6}"/>
          </ac:spMkLst>
        </pc:spChg>
        <pc:spChg chg="del">
          <ac:chgData name="ZeroAct Lee" userId="9682bd5161dedc83" providerId="LiveId" clId="{8F1B0B53-82C5-40C6-8325-C26DE25F7900}" dt="2023-03-19T05:44:34.588" v="3466" actId="478"/>
          <ac:spMkLst>
            <pc:docMk/>
            <pc:sldMk cId="3712721702" sldId="272"/>
            <ac:spMk id="16" creationId="{40C65B45-76AB-5BE5-87E3-CBFF7F895BB1}"/>
          </ac:spMkLst>
        </pc:spChg>
        <pc:picChg chg="del">
          <ac:chgData name="ZeroAct Lee" userId="9682bd5161dedc83" providerId="LiveId" clId="{8F1B0B53-82C5-40C6-8325-C26DE25F7900}" dt="2023-03-19T05:44:32.615" v="3465" actId="478"/>
          <ac:picMkLst>
            <pc:docMk/>
            <pc:sldMk cId="3712721702" sldId="272"/>
            <ac:picMk id="1026" creationId="{E3245F40-99A2-A9D1-11C4-C7877626B45B}"/>
          </ac:picMkLst>
        </pc:picChg>
      </pc:sldChg>
      <pc:sldChg chg="addSp delSp modSp add del mod">
        <pc:chgData name="ZeroAct Lee" userId="9682bd5161dedc83" providerId="LiveId" clId="{8F1B0B53-82C5-40C6-8325-C26DE25F7900}" dt="2023-03-19T06:18:17.559" v="5092" actId="47"/>
        <pc:sldMkLst>
          <pc:docMk/>
          <pc:sldMk cId="1069331099" sldId="273"/>
        </pc:sldMkLst>
        <pc:spChg chg="mod">
          <ac:chgData name="ZeroAct Lee" userId="9682bd5161dedc83" providerId="LiveId" clId="{8F1B0B53-82C5-40C6-8325-C26DE25F7900}" dt="2023-03-19T06:03:08.605" v="4347" actId="20577"/>
          <ac:spMkLst>
            <pc:docMk/>
            <pc:sldMk cId="1069331099" sldId="273"/>
            <ac:spMk id="2" creationId="{E890E378-9F42-126C-A532-082C16F0254A}"/>
          </ac:spMkLst>
        </pc:spChg>
        <pc:spChg chg="del">
          <ac:chgData name="ZeroAct Lee" userId="9682bd5161dedc83" providerId="LiveId" clId="{8F1B0B53-82C5-40C6-8325-C26DE25F7900}" dt="2023-03-19T05:52:53.687" v="4247" actId="478"/>
          <ac:spMkLst>
            <pc:docMk/>
            <pc:sldMk cId="1069331099" sldId="273"/>
            <ac:spMk id="3" creationId="{CAD2BAA8-9527-A2DF-BBD5-76EC4844B085}"/>
          </ac:spMkLst>
        </pc:spChg>
        <pc:spChg chg="del">
          <ac:chgData name="ZeroAct Lee" userId="9682bd5161dedc83" providerId="LiveId" clId="{8F1B0B53-82C5-40C6-8325-C26DE25F7900}" dt="2023-03-19T05:52:54.491" v="4248" actId="478"/>
          <ac:spMkLst>
            <pc:docMk/>
            <pc:sldMk cId="1069331099" sldId="273"/>
            <ac:spMk id="4" creationId="{FFB55176-0230-2D76-2F19-FA6CFB08EDF0}"/>
          </ac:spMkLst>
        </pc:spChg>
        <pc:spChg chg="add mod">
          <ac:chgData name="ZeroAct Lee" userId="9682bd5161dedc83" providerId="LiveId" clId="{8F1B0B53-82C5-40C6-8325-C26DE25F7900}" dt="2023-03-19T05:53:04.017" v="4264" actId="20577"/>
          <ac:spMkLst>
            <pc:docMk/>
            <pc:sldMk cId="1069331099" sldId="273"/>
            <ac:spMk id="5" creationId="{C6E65ABF-8749-61A3-EE9D-9F58760FC3CB}"/>
          </ac:spMkLst>
        </pc:spChg>
        <pc:spChg chg="add mod">
          <ac:chgData name="ZeroAct Lee" userId="9682bd5161dedc83" providerId="LiveId" clId="{8F1B0B53-82C5-40C6-8325-C26DE25F7900}" dt="2023-03-19T05:53:24.437" v="4328" actId="20577"/>
          <ac:spMkLst>
            <pc:docMk/>
            <pc:sldMk cId="1069331099" sldId="273"/>
            <ac:spMk id="6" creationId="{2ADB88B8-832D-DC5E-FCEA-CDF304393B13}"/>
          </ac:spMkLst>
        </pc:spChg>
        <pc:spChg chg="del">
          <ac:chgData name="ZeroAct Lee" userId="9682bd5161dedc83" providerId="LiveId" clId="{8F1B0B53-82C5-40C6-8325-C26DE25F7900}" dt="2023-03-19T05:52:43.718" v="4244" actId="478"/>
          <ac:spMkLst>
            <pc:docMk/>
            <pc:sldMk cId="1069331099" sldId="273"/>
            <ac:spMk id="7" creationId="{1890CC86-8AB0-B7B2-AEF3-A4593A71092E}"/>
          </ac:spMkLst>
        </pc:spChg>
        <pc:spChg chg="del">
          <ac:chgData name="ZeroAct Lee" userId="9682bd5161dedc83" providerId="LiveId" clId="{8F1B0B53-82C5-40C6-8325-C26DE25F7900}" dt="2023-03-19T05:52:44.855" v="4245" actId="478"/>
          <ac:spMkLst>
            <pc:docMk/>
            <pc:sldMk cId="1069331099" sldId="273"/>
            <ac:spMk id="8" creationId="{067D0C11-C9C8-893C-29CD-F1C460FC4428}"/>
          </ac:spMkLst>
        </pc:spChg>
        <pc:spChg chg="del">
          <ac:chgData name="ZeroAct Lee" userId="9682bd5161dedc83" providerId="LiveId" clId="{8F1B0B53-82C5-40C6-8325-C26DE25F7900}" dt="2023-03-19T05:52:42.863" v="4243" actId="478"/>
          <ac:spMkLst>
            <pc:docMk/>
            <pc:sldMk cId="1069331099" sldId="273"/>
            <ac:spMk id="9" creationId="{EA93D838-4ED3-E4A0-D2B7-62AD0EE83A30}"/>
          </ac:spMkLst>
        </pc:spChg>
        <pc:spChg chg="del">
          <ac:chgData name="ZeroAct Lee" userId="9682bd5161dedc83" providerId="LiveId" clId="{8F1B0B53-82C5-40C6-8325-C26DE25F7900}" dt="2023-03-19T05:52:41.728" v="4242" actId="478"/>
          <ac:spMkLst>
            <pc:docMk/>
            <pc:sldMk cId="1069331099" sldId="273"/>
            <ac:spMk id="10" creationId="{996A42D9-AD2D-0887-17E9-2BB8FAD222FA}"/>
          </ac:spMkLst>
        </pc:spChg>
        <pc:spChg chg="del">
          <ac:chgData name="ZeroAct Lee" userId="9682bd5161dedc83" providerId="LiveId" clId="{8F1B0B53-82C5-40C6-8325-C26DE25F7900}" dt="2023-03-19T05:52:40.754" v="4241" actId="478"/>
          <ac:spMkLst>
            <pc:docMk/>
            <pc:sldMk cId="1069331099" sldId="273"/>
            <ac:spMk id="11" creationId="{D5FA5F53-0A0E-DFCA-F523-9C86C0D31874}"/>
          </ac:spMkLst>
        </pc:spChg>
      </pc:sldChg>
      <pc:sldChg chg="addSp delSp modSp add mod">
        <pc:chgData name="ZeroAct Lee" userId="9682bd5161dedc83" providerId="LiveId" clId="{8F1B0B53-82C5-40C6-8325-C26DE25F7900}" dt="2023-03-19T06:24:12.410" v="5470" actId="404"/>
        <pc:sldMkLst>
          <pc:docMk/>
          <pc:sldMk cId="1376529326" sldId="274"/>
        </pc:sldMkLst>
        <pc:spChg chg="mod">
          <ac:chgData name="ZeroAct Lee" userId="9682bd5161dedc83" providerId="LiveId" clId="{8F1B0B53-82C5-40C6-8325-C26DE25F7900}" dt="2023-03-19T06:22:03.613" v="5372" actId="20577"/>
          <ac:spMkLst>
            <pc:docMk/>
            <pc:sldMk cId="1376529326" sldId="274"/>
            <ac:spMk id="2" creationId="{E890E378-9F42-126C-A532-082C16F0254A}"/>
          </ac:spMkLst>
        </pc:spChg>
        <pc:spChg chg="del mod">
          <ac:chgData name="ZeroAct Lee" userId="9682bd5161dedc83" providerId="LiveId" clId="{8F1B0B53-82C5-40C6-8325-C26DE25F7900}" dt="2023-03-19T06:22:58.231" v="5381" actId="478"/>
          <ac:spMkLst>
            <pc:docMk/>
            <pc:sldMk cId="1376529326" sldId="274"/>
            <ac:spMk id="5" creationId="{C6E65ABF-8749-61A3-EE9D-9F58760FC3CB}"/>
          </ac:spMkLst>
        </pc:spChg>
        <pc:spChg chg="mod">
          <ac:chgData name="ZeroAct Lee" userId="9682bd5161dedc83" providerId="LiveId" clId="{8F1B0B53-82C5-40C6-8325-C26DE25F7900}" dt="2023-03-19T06:22:48.439" v="5377" actId="1076"/>
          <ac:spMkLst>
            <pc:docMk/>
            <pc:sldMk cId="1376529326" sldId="274"/>
            <ac:spMk id="6" creationId="{2ADB88B8-832D-DC5E-FCEA-CDF304393B13}"/>
          </ac:spMkLst>
        </pc:spChg>
        <pc:spChg chg="del mod topLvl">
          <ac:chgData name="ZeroAct Lee" userId="9682bd5161dedc83" providerId="LiveId" clId="{8F1B0B53-82C5-40C6-8325-C26DE25F7900}" dt="2023-03-19T06:05:57.585" v="4778" actId="478"/>
          <ac:spMkLst>
            <pc:docMk/>
            <pc:sldMk cId="1376529326" sldId="274"/>
            <ac:spMk id="7" creationId="{383D656F-305C-1307-4FF6-F1ADFB64A051}"/>
          </ac:spMkLst>
        </pc:spChg>
        <pc:spChg chg="add mod">
          <ac:chgData name="ZeroAct Lee" userId="9682bd5161dedc83" providerId="LiveId" clId="{8F1B0B53-82C5-40C6-8325-C26DE25F7900}" dt="2023-03-19T06:15:19.495" v="4952" actId="1076"/>
          <ac:spMkLst>
            <pc:docMk/>
            <pc:sldMk cId="1376529326" sldId="274"/>
            <ac:spMk id="16" creationId="{272DC9B8-E1A3-F473-4361-A17DA0589C28}"/>
          </ac:spMkLst>
        </pc:spChg>
        <pc:spChg chg="add mod">
          <ac:chgData name="ZeroAct Lee" userId="9682bd5161dedc83" providerId="LiveId" clId="{8F1B0B53-82C5-40C6-8325-C26DE25F7900}" dt="2023-03-19T06:13:55.114" v="4951" actId="1076"/>
          <ac:spMkLst>
            <pc:docMk/>
            <pc:sldMk cId="1376529326" sldId="274"/>
            <ac:spMk id="17" creationId="{3A491FEF-2840-C1C7-5B2B-D01A3858AD33}"/>
          </ac:spMkLst>
        </pc:spChg>
        <pc:spChg chg="add mod">
          <ac:chgData name="ZeroAct Lee" userId="9682bd5161dedc83" providerId="LiveId" clId="{8F1B0B53-82C5-40C6-8325-C26DE25F7900}" dt="2023-03-19T06:24:12.410" v="5470" actId="404"/>
          <ac:spMkLst>
            <pc:docMk/>
            <pc:sldMk cId="1376529326" sldId="274"/>
            <ac:spMk id="19" creationId="{B518239F-0886-5A78-E03F-7051A19CB42A}"/>
          </ac:spMkLst>
        </pc:spChg>
        <pc:grpChg chg="add del mod">
          <ac:chgData name="ZeroAct Lee" userId="9682bd5161dedc83" providerId="LiveId" clId="{8F1B0B53-82C5-40C6-8325-C26DE25F7900}" dt="2023-03-19T06:05:57.585" v="4778" actId="478"/>
          <ac:grpSpMkLst>
            <pc:docMk/>
            <pc:sldMk cId="1376529326" sldId="274"/>
            <ac:grpSpMk id="3" creationId="{D5AF4A8F-EB0F-EDED-66DD-4CDD7D6B75C6}"/>
          </ac:grpSpMkLst>
        </pc:grpChg>
        <pc:grpChg chg="add del mod">
          <ac:chgData name="ZeroAct Lee" userId="9682bd5161dedc83" providerId="LiveId" clId="{8F1B0B53-82C5-40C6-8325-C26DE25F7900}" dt="2023-03-19T06:08:23.860" v="4804" actId="478"/>
          <ac:grpSpMkLst>
            <pc:docMk/>
            <pc:sldMk cId="1376529326" sldId="274"/>
            <ac:grpSpMk id="9" creationId="{0B65C948-9156-E4DA-A7D9-D435DB73FF4D}"/>
          </ac:grpSpMkLst>
        </pc:grpChg>
        <pc:picChg chg="del mod topLvl modCrop">
          <ac:chgData name="ZeroAct Lee" userId="9682bd5161dedc83" providerId="LiveId" clId="{8F1B0B53-82C5-40C6-8325-C26DE25F7900}" dt="2023-03-19T06:08:24.484" v="4805" actId="478"/>
          <ac:picMkLst>
            <pc:docMk/>
            <pc:sldMk cId="1376529326" sldId="274"/>
            <ac:picMk id="4" creationId="{40D03000-AC37-A788-5388-EF5ADCD9B0E1}"/>
          </ac:picMkLst>
        </pc:picChg>
        <pc:picChg chg="add del mod topLvl modCrop">
          <ac:chgData name="ZeroAct Lee" userId="9682bd5161dedc83" providerId="LiveId" clId="{8F1B0B53-82C5-40C6-8325-C26DE25F7900}" dt="2023-03-19T06:08:23.860" v="4804" actId="478"/>
          <ac:picMkLst>
            <pc:docMk/>
            <pc:sldMk cId="1376529326" sldId="274"/>
            <ac:picMk id="8" creationId="{1F7ED872-84A3-3ED2-10A6-3E69211E0445}"/>
          </ac:picMkLst>
        </pc:picChg>
        <pc:picChg chg="add mod">
          <ac:chgData name="ZeroAct Lee" userId="9682bd5161dedc83" providerId="LiveId" clId="{8F1B0B53-82C5-40C6-8325-C26DE25F7900}" dt="2023-03-19T06:13:26.313" v="4943" actId="1076"/>
          <ac:picMkLst>
            <pc:docMk/>
            <pc:sldMk cId="1376529326" sldId="274"/>
            <ac:picMk id="11" creationId="{66AE2DF8-1A01-FF50-5D0D-C59C2F803CFF}"/>
          </ac:picMkLst>
        </pc:picChg>
        <pc:picChg chg="add mod">
          <ac:chgData name="ZeroAct Lee" userId="9682bd5161dedc83" providerId="LiveId" clId="{8F1B0B53-82C5-40C6-8325-C26DE25F7900}" dt="2023-03-19T06:15:19.495" v="4952" actId="1076"/>
          <ac:picMkLst>
            <pc:docMk/>
            <pc:sldMk cId="1376529326" sldId="274"/>
            <ac:picMk id="13" creationId="{DE98278E-4DDB-3535-A1C0-E1748D0DF3A8}"/>
          </ac:picMkLst>
        </pc:picChg>
        <pc:picChg chg="add mod">
          <ac:chgData name="ZeroAct Lee" userId="9682bd5161dedc83" providerId="LiveId" clId="{8F1B0B53-82C5-40C6-8325-C26DE25F7900}" dt="2023-03-19T06:13:44.868" v="4947" actId="14100"/>
          <ac:picMkLst>
            <pc:docMk/>
            <pc:sldMk cId="1376529326" sldId="274"/>
            <ac:picMk id="15" creationId="{2241AF3F-E0E2-B854-5244-8FC7A29A0B6A}"/>
          </ac:picMkLst>
        </pc:picChg>
      </pc:sldChg>
      <pc:sldChg chg="addSp delSp modSp add mod">
        <pc:chgData name="ZeroAct Lee" userId="9682bd5161dedc83" providerId="LiveId" clId="{8F1B0B53-82C5-40C6-8325-C26DE25F7900}" dt="2023-03-19T06:24:44.531" v="5472" actId="22"/>
        <pc:sldMkLst>
          <pc:docMk/>
          <pc:sldMk cId="579172128" sldId="275"/>
        </pc:sldMkLst>
        <pc:spChg chg="mod">
          <ac:chgData name="ZeroAct Lee" userId="9682bd5161dedc83" providerId="LiveId" clId="{8F1B0B53-82C5-40C6-8325-C26DE25F7900}" dt="2023-03-19T06:18:31.777" v="5117" actId="20577"/>
          <ac:spMkLst>
            <pc:docMk/>
            <pc:sldMk cId="579172128" sldId="275"/>
            <ac:spMk id="2" creationId="{E890E378-9F42-126C-A532-082C16F0254A}"/>
          </ac:spMkLst>
        </pc:spChg>
        <pc:spChg chg="del mod">
          <ac:chgData name="ZeroAct Lee" userId="9682bd5161dedc83" providerId="LiveId" clId="{8F1B0B53-82C5-40C6-8325-C26DE25F7900}" dt="2023-03-19T06:23:08.657" v="5382" actId="478"/>
          <ac:spMkLst>
            <pc:docMk/>
            <pc:sldMk cId="579172128" sldId="275"/>
            <ac:spMk id="5" creationId="{C6E65ABF-8749-61A3-EE9D-9F58760FC3CB}"/>
          </ac:spMkLst>
        </pc:spChg>
        <pc:spChg chg="mod">
          <ac:chgData name="ZeroAct Lee" userId="9682bd5161dedc83" providerId="LiveId" clId="{8F1B0B53-82C5-40C6-8325-C26DE25F7900}" dt="2023-03-19T06:23:52.088" v="5466" actId="20577"/>
          <ac:spMkLst>
            <pc:docMk/>
            <pc:sldMk cId="579172128" sldId="275"/>
            <ac:spMk id="6" creationId="{2ADB88B8-832D-DC5E-FCEA-CDF304393B13}"/>
          </ac:spMkLst>
        </pc:spChg>
        <pc:spChg chg="add del">
          <ac:chgData name="ZeroAct Lee" userId="9682bd5161dedc83" providerId="LiveId" clId="{8F1B0B53-82C5-40C6-8325-C26DE25F7900}" dt="2023-03-19T06:24:44.531" v="5472" actId="22"/>
          <ac:spMkLst>
            <pc:docMk/>
            <pc:sldMk cId="579172128" sldId="275"/>
            <ac:spMk id="8" creationId="{A90FC6AE-73F4-5B73-2D88-248B29F882C1}"/>
          </ac:spMkLst>
        </pc:spChg>
        <pc:spChg chg="del">
          <ac:chgData name="ZeroAct Lee" userId="9682bd5161dedc83" providerId="LiveId" clId="{8F1B0B53-82C5-40C6-8325-C26DE25F7900}" dt="2023-03-19T06:19:20.180" v="5139" actId="478"/>
          <ac:spMkLst>
            <pc:docMk/>
            <pc:sldMk cId="579172128" sldId="275"/>
            <ac:spMk id="16" creationId="{272DC9B8-E1A3-F473-4361-A17DA0589C28}"/>
          </ac:spMkLst>
        </pc:spChg>
        <pc:spChg chg="del">
          <ac:chgData name="ZeroAct Lee" userId="9682bd5161dedc83" providerId="LiveId" clId="{8F1B0B53-82C5-40C6-8325-C26DE25F7900}" dt="2023-03-19T06:19:19.331" v="5138" actId="478"/>
          <ac:spMkLst>
            <pc:docMk/>
            <pc:sldMk cId="579172128" sldId="275"/>
            <ac:spMk id="17" creationId="{3A491FEF-2840-C1C7-5B2B-D01A3858AD33}"/>
          </ac:spMkLst>
        </pc:spChg>
        <pc:picChg chg="add mod">
          <ac:chgData name="ZeroAct Lee" userId="9682bd5161dedc83" providerId="LiveId" clId="{8F1B0B53-82C5-40C6-8325-C26DE25F7900}" dt="2023-03-19T06:24:01.672" v="5469" actId="1076"/>
          <ac:picMkLst>
            <pc:docMk/>
            <pc:sldMk cId="579172128" sldId="275"/>
            <ac:picMk id="3" creationId="{9DF4F3DC-790A-64D9-6C5D-2C70784F37C9}"/>
          </ac:picMkLst>
        </pc:picChg>
        <pc:picChg chg="add del mod">
          <ac:chgData name="ZeroAct Lee" userId="9682bd5161dedc83" providerId="LiveId" clId="{8F1B0B53-82C5-40C6-8325-C26DE25F7900}" dt="2023-03-19T06:19:31.632" v="5142" actId="478"/>
          <ac:picMkLst>
            <pc:docMk/>
            <pc:sldMk cId="579172128" sldId="275"/>
            <ac:picMk id="4" creationId="{F9877B58-8C8F-F7B5-939F-726219873BA8}"/>
          </ac:picMkLst>
        </pc:picChg>
        <pc:picChg chg="del">
          <ac:chgData name="ZeroAct Lee" userId="9682bd5161dedc83" providerId="LiveId" clId="{8F1B0B53-82C5-40C6-8325-C26DE25F7900}" dt="2023-03-19T06:19:18.126" v="5137" actId="478"/>
          <ac:picMkLst>
            <pc:docMk/>
            <pc:sldMk cId="579172128" sldId="275"/>
            <ac:picMk id="11" creationId="{66AE2DF8-1A01-FF50-5D0D-C59C2F803CFF}"/>
          </ac:picMkLst>
        </pc:picChg>
        <pc:picChg chg="del">
          <ac:chgData name="ZeroAct Lee" userId="9682bd5161dedc83" providerId="LiveId" clId="{8F1B0B53-82C5-40C6-8325-C26DE25F7900}" dt="2023-03-19T06:19:17.531" v="5136" actId="478"/>
          <ac:picMkLst>
            <pc:docMk/>
            <pc:sldMk cId="579172128" sldId="275"/>
            <ac:picMk id="13" creationId="{DE98278E-4DDB-3535-A1C0-E1748D0DF3A8}"/>
          </ac:picMkLst>
        </pc:picChg>
        <pc:picChg chg="del">
          <ac:chgData name="ZeroAct Lee" userId="9682bd5161dedc83" providerId="LiveId" clId="{8F1B0B53-82C5-40C6-8325-C26DE25F7900}" dt="2023-03-19T06:19:17.172" v="5135" actId="478"/>
          <ac:picMkLst>
            <pc:docMk/>
            <pc:sldMk cId="579172128" sldId="275"/>
            <ac:picMk id="15" creationId="{2241AF3F-E0E2-B854-5244-8FC7A29A0B6A}"/>
          </ac:picMkLst>
        </pc:picChg>
      </pc:sldChg>
      <pc:sldChg chg="addSp delSp modSp add del mod">
        <pc:chgData name="ZeroAct Lee" userId="9682bd5161dedc83" providerId="LiveId" clId="{8F1B0B53-82C5-40C6-8325-C26DE25F7900}" dt="2023-03-19T06:18:13.344" v="5090" actId="47"/>
        <pc:sldMkLst>
          <pc:docMk/>
          <pc:sldMk cId="1884631884" sldId="275"/>
        </pc:sldMkLst>
        <pc:spChg chg="del">
          <ac:chgData name="ZeroAct Lee" userId="9682bd5161dedc83" providerId="LiveId" clId="{8F1B0B53-82C5-40C6-8325-C26DE25F7900}" dt="2023-03-19T06:16:47.205" v="5079" actId="478"/>
          <ac:spMkLst>
            <pc:docMk/>
            <pc:sldMk cId="1884631884" sldId="275"/>
            <ac:spMk id="6" creationId="{2ADB88B8-832D-DC5E-FCEA-CDF304393B13}"/>
          </ac:spMkLst>
        </pc:spChg>
        <pc:spChg chg="del">
          <ac:chgData name="ZeroAct Lee" userId="9682bd5161dedc83" providerId="LiveId" clId="{8F1B0B53-82C5-40C6-8325-C26DE25F7900}" dt="2023-03-19T06:16:50.083" v="5084" actId="478"/>
          <ac:spMkLst>
            <pc:docMk/>
            <pc:sldMk cId="1884631884" sldId="275"/>
            <ac:spMk id="16" creationId="{272DC9B8-E1A3-F473-4361-A17DA0589C28}"/>
          </ac:spMkLst>
        </pc:spChg>
        <pc:spChg chg="del">
          <ac:chgData name="ZeroAct Lee" userId="9682bd5161dedc83" providerId="LiveId" clId="{8F1B0B53-82C5-40C6-8325-C26DE25F7900}" dt="2023-03-19T06:16:48.786" v="5082" actId="478"/>
          <ac:spMkLst>
            <pc:docMk/>
            <pc:sldMk cId="1884631884" sldId="275"/>
            <ac:spMk id="17" creationId="{3A491FEF-2840-C1C7-5B2B-D01A3858AD33}"/>
          </ac:spMkLst>
        </pc:spChg>
        <pc:picChg chg="add del mod">
          <ac:chgData name="ZeroAct Lee" userId="9682bd5161dedc83" providerId="LiveId" clId="{8F1B0B53-82C5-40C6-8325-C26DE25F7900}" dt="2023-03-19T06:18:11.359" v="5089" actId="478"/>
          <ac:picMkLst>
            <pc:docMk/>
            <pc:sldMk cId="1884631884" sldId="275"/>
            <ac:picMk id="3" creationId="{4760DDE9-4C33-2294-97C8-1855EECA11C4}"/>
          </ac:picMkLst>
        </pc:picChg>
        <pc:picChg chg="del">
          <ac:chgData name="ZeroAct Lee" userId="9682bd5161dedc83" providerId="LiveId" clId="{8F1B0B53-82C5-40C6-8325-C26DE25F7900}" dt="2023-03-19T06:16:49.169" v="5083" actId="478"/>
          <ac:picMkLst>
            <pc:docMk/>
            <pc:sldMk cId="1884631884" sldId="275"/>
            <ac:picMk id="11" creationId="{66AE2DF8-1A01-FF50-5D0D-C59C2F803CFF}"/>
          </ac:picMkLst>
        </pc:picChg>
        <pc:picChg chg="del">
          <ac:chgData name="ZeroAct Lee" userId="9682bd5161dedc83" providerId="LiveId" clId="{8F1B0B53-82C5-40C6-8325-C26DE25F7900}" dt="2023-03-19T06:16:47.627" v="5080" actId="478"/>
          <ac:picMkLst>
            <pc:docMk/>
            <pc:sldMk cId="1884631884" sldId="275"/>
            <ac:picMk id="13" creationId="{DE98278E-4DDB-3535-A1C0-E1748D0DF3A8}"/>
          </ac:picMkLst>
        </pc:picChg>
        <pc:picChg chg="del">
          <ac:chgData name="ZeroAct Lee" userId="9682bd5161dedc83" providerId="LiveId" clId="{8F1B0B53-82C5-40C6-8325-C26DE25F7900}" dt="2023-03-19T06:16:47.944" v="5081" actId="478"/>
          <ac:picMkLst>
            <pc:docMk/>
            <pc:sldMk cId="1884631884" sldId="275"/>
            <ac:picMk id="15" creationId="{2241AF3F-E0E2-B854-5244-8FC7A29A0B6A}"/>
          </ac:picMkLst>
        </pc:picChg>
      </pc:sldChg>
      <pc:sldChg chg="addSp delSp modSp add mod">
        <pc:chgData name="ZeroAct Lee" userId="9682bd5161dedc83" providerId="LiveId" clId="{8F1B0B53-82C5-40C6-8325-C26DE25F7900}" dt="2023-03-19T06:27:56.294" v="5656" actId="1076"/>
        <pc:sldMkLst>
          <pc:docMk/>
          <pc:sldMk cId="3772734376" sldId="276"/>
        </pc:sldMkLst>
        <pc:spChg chg="mod">
          <ac:chgData name="ZeroAct Lee" userId="9682bd5161dedc83" providerId="LiveId" clId="{8F1B0B53-82C5-40C6-8325-C26DE25F7900}" dt="2023-03-19T06:25:00.674" v="5496" actId="20577"/>
          <ac:spMkLst>
            <pc:docMk/>
            <pc:sldMk cId="3772734376" sldId="276"/>
            <ac:spMk id="2" creationId="{E890E378-9F42-126C-A532-082C16F0254A}"/>
          </ac:spMkLst>
        </pc:spChg>
        <pc:spChg chg="add del mod">
          <ac:chgData name="ZeroAct Lee" userId="9682bd5161dedc83" providerId="LiveId" clId="{8F1B0B53-82C5-40C6-8325-C26DE25F7900}" dt="2023-03-19T06:25:35.223" v="5531" actId="478"/>
          <ac:spMkLst>
            <pc:docMk/>
            <pc:sldMk cId="3772734376" sldId="276"/>
            <ac:spMk id="4" creationId="{A623E350-7EC9-0379-90EF-72A0C910E17F}"/>
          </ac:spMkLst>
        </pc:spChg>
        <pc:spChg chg="del">
          <ac:chgData name="ZeroAct Lee" userId="9682bd5161dedc83" providerId="LiveId" clId="{8F1B0B53-82C5-40C6-8325-C26DE25F7900}" dt="2023-03-19T06:25:15.611" v="5524" actId="478"/>
          <ac:spMkLst>
            <pc:docMk/>
            <pc:sldMk cId="3772734376" sldId="276"/>
            <ac:spMk id="6" creationId="{2ADB88B8-832D-DC5E-FCEA-CDF304393B13}"/>
          </ac:spMkLst>
        </pc:spChg>
        <pc:spChg chg="add mod">
          <ac:chgData name="ZeroAct Lee" userId="9682bd5161dedc83" providerId="LiveId" clId="{8F1B0B53-82C5-40C6-8325-C26DE25F7900}" dt="2023-03-19T06:27:52.086" v="5655" actId="20577"/>
          <ac:spMkLst>
            <pc:docMk/>
            <pc:sldMk cId="3772734376" sldId="276"/>
            <ac:spMk id="7" creationId="{89ABBA61-1BE0-01B6-BF1A-5E7D2D2B01F8}"/>
          </ac:spMkLst>
        </pc:spChg>
        <pc:picChg chg="del">
          <ac:chgData name="ZeroAct Lee" userId="9682bd5161dedc83" providerId="LiveId" clId="{8F1B0B53-82C5-40C6-8325-C26DE25F7900}" dt="2023-03-19T06:25:16.344" v="5525" actId="478"/>
          <ac:picMkLst>
            <pc:docMk/>
            <pc:sldMk cId="3772734376" sldId="276"/>
            <ac:picMk id="3" creationId="{9DF4F3DC-790A-64D9-6C5D-2C70784F37C9}"/>
          </ac:picMkLst>
        </pc:picChg>
        <pc:picChg chg="add mod">
          <ac:chgData name="ZeroAct Lee" userId="9682bd5161dedc83" providerId="LiveId" clId="{8F1B0B53-82C5-40C6-8325-C26DE25F7900}" dt="2023-03-19T06:27:56.294" v="5656" actId="1076"/>
          <ac:picMkLst>
            <pc:docMk/>
            <pc:sldMk cId="3772734376" sldId="276"/>
            <ac:picMk id="5" creationId="{AF9F4D6A-AA01-5ECC-1131-EA81F5488A0E}"/>
          </ac:picMkLst>
        </pc:picChg>
      </pc:sldChg>
      <pc:sldChg chg="addSp delSp modSp add mod">
        <pc:chgData name="ZeroAct Lee" userId="9682bd5161dedc83" providerId="LiveId" clId="{8F1B0B53-82C5-40C6-8325-C26DE25F7900}" dt="2023-03-19T06:44:47.097" v="6111" actId="20577"/>
        <pc:sldMkLst>
          <pc:docMk/>
          <pc:sldMk cId="2035764350" sldId="277"/>
        </pc:sldMkLst>
        <pc:spChg chg="mod">
          <ac:chgData name="ZeroAct Lee" userId="9682bd5161dedc83" providerId="LiveId" clId="{8F1B0B53-82C5-40C6-8325-C26DE25F7900}" dt="2023-03-19T06:25:32.933" v="5529"/>
          <ac:spMkLst>
            <pc:docMk/>
            <pc:sldMk cId="2035764350" sldId="277"/>
            <ac:spMk id="2" creationId="{E890E378-9F42-126C-A532-082C16F0254A}"/>
          </ac:spMkLst>
        </pc:spChg>
        <pc:spChg chg="del">
          <ac:chgData name="ZeroAct Lee" userId="9682bd5161dedc83" providerId="LiveId" clId="{8F1B0B53-82C5-40C6-8325-C26DE25F7900}" dt="2023-03-19T06:25:34.086" v="5530" actId="478"/>
          <ac:spMkLst>
            <pc:docMk/>
            <pc:sldMk cId="2035764350" sldId="277"/>
            <ac:spMk id="4" creationId="{A623E350-7EC9-0379-90EF-72A0C910E17F}"/>
          </ac:spMkLst>
        </pc:spChg>
        <pc:spChg chg="add mod">
          <ac:chgData name="ZeroAct Lee" userId="9682bd5161dedc83" providerId="LiveId" clId="{8F1B0B53-82C5-40C6-8325-C26DE25F7900}" dt="2023-03-19T06:36:04.706" v="5770" actId="14100"/>
          <ac:spMkLst>
            <pc:docMk/>
            <pc:sldMk cId="2035764350" sldId="277"/>
            <ac:spMk id="6" creationId="{9E11E146-7F50-00AF-0A78-B85071AFECBD}"/>
          </ac:spMkLst>
        </pc:spChg>
        <pc:spChg chg="add mod">
          <ac:chgData name="ZeroAct Lee" userId="9682bd5161dedc83" providerId="LiveId" clId="{8F1B0B53-82C5-40C6-8325-C26DE25F7900}" dt="2023-03-19T06:44:47.097" v="6111" actId="20577"/>
          <ac:spMkLst>
            <pc:docMk/>
            <pc:sldMk cId="2035764350" sldId="277"/>
            <ac:spMk id="9" creationId="{8204F30F-E286-10F5-65C8-E0FC8ABEEB72}"/>
          </ac:spMkLst>
        </pc:spChg>
        <pc:spChg chg="add mod">
          <ac:chgData name="ZeroAct Lee" userId="9682bd5161dedc83" providerId="LiveId" clId="{8F1B0B53-82C5-40C6-8325-C26DE25F7900}" dt="2023-03-19T06:36:27.118" v="5871" actId="20577"/>
          <ac:spMkLst>
            <pc:docMk/>
            <pc:sldMk cId="2035764350" sldId="277"/>
            <ac:spMk id="10" creationId="{43EE39FA-3304-7EE4-EC1A-B2421BF6DC65}"/>
          </ac:spMkLst>
        </pc:spChg>
        <pc:picChg chg="add mod">
          <ac:chgData name="ZeroAct Lee" userId="9682bd5161dedc83" providerId="LiveId" clId="{8F1B0B53-82C5-40C6-8325-C26DE25F7900}" dt="2023-03-19T06:35:34.050" v="5735" actId="1076"/>
          <ac:picMkLst>
            <pc:docMk/>
            <pc:sldMk cId="2035764350" sldId="277"/>
            <ac:picMk id="3" creationId="{684A9025-3603-86A2-F4F3-C8D8948C8CC1}"/>
          </ac:picMkLst>
        </pc:picChg>
        <pc:picChg chg="del">
          <ac:chgData name="ZeroAct Lee" userId="9682bd5161dedc83" providerId="LiveId" clId="{8F1B0B53-82C5-40C6-8325-C26DE25F7900}" dt="2023-03-19T06:25:37.496" v="5532" actId="478"/>
          <ac:picMkLst>
            <pc:docMk/>
            <pc:sldMk cId="2035764350" sldId="277"/>
            <ac:picMk id="5" creationId="{AF9F4D6A-AA01-5ECC-1131-EA81F5488A0E}"/>
          </ac:picMkLst>
        </pc:picChg>
        <pc:picChg chg="add mod">
          <ac:chgData name="ZeroAct Lee" userId="9682bd5161dedc83" providerId="LiveId" clId="{8F1B0B53-82C5-40C6-8325-C26DE25F7900}" dt="2023-03-19T06:35:36.043" v="5736" actId="1076"/>
          <ac:picMkLst>
            <pc:docMk/>
            <pc:sldMk cId="2035764350" sldId="277"/>
            <ac:picMk id="8" creationId="{A10C6454-8C40-B936-1926-01870C825D43}"/>
          </ac:picMkLst>
        </pc:picChg>
      </pc:sldChg>
      <pc:sldChg chg="addSp delSp modSp new mod setBg">
        <pc:chgData name="ZeroAct Lee" userId="9682bd5161dedc83" providerId="LiveId" clId="{8F1B0B53-82C5-40C6-8325-C26DE25F7900}" dt="2023-03-19T06:26:42.783" v="5555" actId="26606"/>
        <pc:sldMkLst>
          <pc:docMk/>
          <pc:sldMk cId="3544762311" sldId="278"/>
        </pc:sldMkLst>
        <pc:spChg chg="mod">
          <ac:chgData name="ZeroAct Lee" userId="9682bd5161dedc83" providerId="LiveId" clId="{8F1B0B53-82C5-40C6-8325-C26DE25F7900}" dt="2023-03-19T06:26:42.783" v="5555" actId="26606"/>
          <ac:spMkLst>
            <pc:docMk/>
            <pc:sldMk cId="3544762311" sldId="278"/>
            <ac:spMk id="2" creationId="{D48E9495-9F2B-6AD2-DC8C-AD20E1F6F9DA}"/>
          </ac:spMkLst>
        </pc:spChg>
        <pc:spChg chg="add del">
          <ac:chgData name="ZeroAct Lee" userId="9682bd5161dedc83" providerId="LiveId" clId="{8F1B0B53-82C5-40C6-8325-C26DE25F7900}" dt="2023-03-19T06:26:42.783" v="5555" actId="26606"/>
          <ac:spMkLst>
            <pc:docMk/>
            <pc:sldMk cId="3544762311" sldId="278"/>
            <ac:spMk id="3" creationId="{A3BE27DC-43B3-CE33-1E58-A3A7C7E1B016}"/>
          </ac:spMkLst>
        </pc:spChg>
        <pc:spChg chg="add">
          <ac:chgData name="ZeroAct Lee" userId="9682bd5161dedc83" providerId="LiveId" clId="{8F1B0B53-82C5-40C6-8325-C26DE25F7900}" dt="2023-03-19T06:26:42.783" v="5555" actId="26606"/>
          <ac:spMkLst>
            <pc:docMk/>
            <pc:sldMk cId="3544762311" sldId="278"/>
            <ac:spMk id="13" creationId="{334BA972-C640-4E2E-B1AC-162A1ABA4CE1}"/>
          </ac:spMkLst>
        </pc:spChg>
        <pc:spChg chg="add del">
          <ac:chgData name="ZeroAct Lee" userId="9682bd5161dedc83" providerId="LiveId" clId="{8F1B0B53-82C5-40C6-8325-C26DE25F7900}" dt="2023-03-19T06:26:42.774" v="5554" actId="26606"/>
          <ac:spMkLst>
            <pc:docMk/>
            <pc:sldMk cId="3544762311" sldId="278"/>
            <ac:spMk id="14" creationId="{46433AC8-8A78-46AB-B013-07DC9D75258C}"/>
          </ac:spMkLst>
        </pc:spChg>
        <pc:spChg chg="add">
          <ac:chgData name="ZeroAct Lee" userId="9682bd5161dedc83" providerId="LiveId" clId="{8F1B0B53-82C5-40C6-8325-C26DE25F7900}" dt="2023-03-19T06:26:42.783" v="5555" actId="26606"/>
          <ac:spMkLst>
            <pc:docMk/>
            <pc:sldMk cId="3544762311" sldId="278"/>
            <ac:spMk id="15" creationId="{AB4EBAB6-4362-4DD4-B97E-6707AFA57012}"/>
          </ac:spMkLst>
        </pc:spChg>
        <pc:spChg chg="add del">
          <ac:chgData name="ZeroAct Lee" userId="9682bd5161dedc83" providerId="LiveId" clId="{8F1B0B53-82C5-40C6-8325-C26DE25F7900}" dt="2023-03-19T06:26:42.774" v="5554" actId="26606"/>
          <ac:spMkLst>
            <pc:docMk/>
            <pc:sldMk cId="3544762311" sldId="278"/>
            <ac:spMk id="16" creationId="{37E10E69-B2A5-4F8D-A7C0-F958BB7B47C1}"/>
          </ac:spMkLst>
        </pc:spChg>
        <pc:spChg chg="add">
          <ac:chgData name="ZeroAct Lee" userId="9682bd5161dedc83" providerId="LiveId" clId="{8F1B0B53-82C5-40C6-8325-C26DE25F7900}" dt="2023-03-19T06:26:42.783" v="5555" actId="26606"/>
          <ac:spMkLst>
            <pc:docMk/>
            <pc:sldMk cId="3544762311" sldId="278"/>
            <ac:spMk id="17" creationId="{2FA5E0A6-4D2A-405F-AA56-A8E597834255}"/>
          </ac:spMkLst>
        </pc:spChg>
        <pc:spChg chg="add del">
          <ac:chgData name="ZeroAct Lee" userId="9682bd5161dedc83" providerId="LiveId" clId="{8F1B0B53-82C5-40C6-8325-C26DE25F7900}" dt="2023-03-19T06:26:42.774" v="5554" actId="26606"/>
          <ac:spMkLst>
            <pc:docMk/>
            <pc:sldMk cId="3544762311" sldId="278"/>
            <ac:spMk id="18" creationId="{2E4B17F2-7877-4CC5-B6F6-F4147FE7B290}"/>
          </ac:spMkLst>
        </pc:spChg>
        <pc:grpChg chg="add">
          <ac:chgData name="ZeroAct Lee" userId="9682bd5161dedc83" providerId="LiveId" clId="{8F1B0B53-82C5-40C6-8325-C26DE25F7900}" dt="2023-03-19T06:26:42.783" v="5555" actId="26606"/>
          <ac:grpSpMkLst>
            <pc:docMk/>
            <pc:sldMk cId="3544762311" sldId="278"/>
            <ac:grpSpMk id="9" creationId="{9D9D6BF1-DFF2-4526-9D13-BF339D8C4163}"/>
          </ac:grpSpMkLst>
        </pc:grpChg>
        <pc:grpChg chg="add del">
          <ac:chgData name="ZeroAct Lee" userId="9682bd5161dedc83" providerId="LiveId" clId="{8F1B0B53-82C5-40C6-8325-C26DE25F7900}" dt="2023-03-19T06:26:42.774" v="5554" actId="26606"/>
          <ac:grpSpMkLst>
            <pc:docMk/>
            <pc:sldMk cId="3544762311" sldId="278"/>
            <ac:grpSpMk id="10" creationId="{449BC34D-9C23-4D6D-8213-1F471AF85B3F}"/>
          </ac:grpSpMkLst>
        </pc:grpChg>
        <pc:picChg chg="add">
          <ac:chgData name="ZeroAct Lee" userId="9682bd5161dedc83" providerId="LiveId" clId="{8F1B0B53-82C5-40C6-8325-C26DE25F7900}" dt="2023-03-19T06:26:42.783" v="5555" actId="26606"/>
          <ac:picMkLst>
            <pc:docMk/>
            <pc:sldMk cId="3544762311" sldId="278"/>
            <ac:picMk id="5" creationId="{4EA0A7CB-C150-D5B9-65B6-1570FE63D408}"/>
          </ac:picMkLst>
        </pc:picChg>
        <pc:picChg chg="add del">
          <ac:chgData name="ZeroAct Lee" userId="9682bd5161dedc83" providerId="LiveId" clId="{8F1B0B53-82C5-40C6-8325-C26DE25F7900}" dt="2023-03-19T06:26:42.774" v="5554" actId="26606"/>
          <ac:picMkLst>
            <pc:docMk/>
            <pc:sldMk cId="3544762311" sldId="278"/>
            <ac:picMk id="7" creationId="{CC79FF62-1B9A-3456-D2F7-28FF82F654D8}"/>
          </ac:picMkLst>
        </pc:picChg>
      </pc:sldChg>
      <pc:sldChg chg="addSp delSp modSp add mod">
        <pc:chgData name="ZeroAct Lee" userId="9682bd5161dedc83" providerId="LiveId" clId="{8F1B0B53-82C5-40C6-8325-C26DE25F7900}" dt="2023-03-19T06:41:24.631" v="6030" actId="1076"/>
        <pc:sldMkLst>
          <pc:docMk/>
          <pc:sldMk cId="1053342047" sldId="279"/>
        </pc:sldMkLst>
        <pc:spChg chg="mod">
          <ac:chgData name="ZeroAct Lee" userId="9682bd5161dedc83" providerId="LiveId" clId="{8F1B0B53-82C5-40C6-8325-C26DE25F7900}" dt="2023-03-19T06:36:52.949" v="5892" actId="20577"/>
          <ac:spMkLst>
            <pc:docMk/>
            <pc:sldMk cId="1053342047" sldId="279"/>
            <ac:spMk id="2" creationId="{E890E378-9F42-126C-A532-082C16F0254A}"/>
          </ac:spMkLst>
        </pc:spChg>
        <pc:spChg chg="del">
          <ac:chgData name="ZeroAct Lee" userId="9682bd5161dedc83" providerId="LiveId" clId="{8F1B0B53-82C5-40C6-8325-C26DE25F7900}" dt="2023-03-19T06:36:59.767" v="5893" actId="478"/>
          <ac:spMkLst>
            <pc:docMk/>
            <pc:sldMk cId="1053342047" sldId="279"/>
            <ac:spMk id="3" creationId="{CAD2BAA8-9527-A2DF-BBD5-76EC4844B085}"/>
          </ac:spMkLst>
        </pc:spChg>
        <pc:spChg chg="del">
          <ac:chgData name="ZeroAct Lee" userId="9682bd5161dedc83" providerId="LiveId" clId="{8F1B0B53-82C5-40C6-8325-C26DE25F7900}" dt="2023-03-19T06:36:59.767" v="5893" actId="478"/>
          <ac:spMkLst>
            <pc:docMk/>
            <pc:sldMk cId="1053342047" sldId="279"/>
            <ac:spMk id="4" creationId="{FFB55176-0230-2D76-2F19-FA6CFB08EDF0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5" creationId="{FFEF3208-FEC7-3CC8-4B8F-526A95C875CD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6" creationId="{368A4118-7BE5-327B-AC41-12DF655F4BFD}"/>
          </ac:spMkLst>
        </pc:spChg>
        <pc:spChg chg="del">
          <ac:chgData name="ZeroAct Lee" userId="9682bd5161dedc83" providerId="LiveId" clId="{8F1B0B53-82C5-40C6-8325-C26DE25F7900}" dt="2023-03-19T06:36:59.767" v="5893" actId="478"/>
          <ac:spMkLst>
            <pc:docMk/>
            <pc:sldMk cId="1053342047" sldId="279"/>
            <ac:spMk id="7" creationId="{1890CC86-8AB0-B7B2-AEF3-A4593A71092E}"/>
          </ac:spMkLst>
        </pc:spChg>
        <pc:spChg chg="del">
          <ac:chgData name="ZeroAct Lee" userId="9682bd5161dedc83" providerId="LiveId" clId="{8F1B0B53-82C5-40C6-8325-C26DE25F7900}" dt="2023-03-19T06:36:59.767" v="5893" actId="478"/>
          <ac:spMkLst>
            <pc:docMk/>
            <pc:sldMk cId="1053342047" sldId="279"/>
            <ac:spMk id="8" creationId="{067D0C11-C9C8-893C-29CD-F1C460FC4428}"/>
          </ac:spMkLst>
        </pc:spChg>
        <pc:spChg chg="del">
          <ac:chgData name="ZeroAct Lee" userId="9682bd5161dedc83" providerId="LiveId" clId="{8F1B0B53-82C5-40C6-8325-C26DE25F7900}" dt="2023-03-19T06:36:59.767" v="5893" actId="478"/>
          <ac:spMkLst>
            <pc:docMk/>
            <pc:sldMk cId="1053342047" sldId="279"/>
            <ac:spMk id="9" creationId="{EA93D838-4ED3-E4A0-D2B7-62AD0EE83A30}"/>
          </ac:spMkLst>
        </pc:spChg>
        <pc:spChg chg="del">
          <ac:chgData name="ZeroAct Lee" userId="9682bd5161dedc83" providerId="LiveId" clId="{8F1B0B53-82C5-40C6-8325-C26DE25F7900}" dt="2023-03-19T06:36:59.767" v="5893" actId="478"/>
          <ac:spMkLst>
            <pc:docMk/>
            <pc:sldMk cId="1053342047" sldId="279"/>
            <ac:spMk id="10" creationId="{996A42D9-AD2D-0887-17E9-2BB8FAD222FA}"/>
          </ac:spMkLst>
        </pc:spChg>
        <pc:spChg chg="del">
          <ac:chgData name="ZeroAct Lee" userId="9682bd5161dedc83" providerId="LiveId" clId="{8F1B0B53-82C5-40C6-8325-C26DE25F7900}" dt="2023-03-19T06:36:59.767" v="5893" actId="478"/>
          <ac:spMkLst>
            <pc:docMk/>
            <pc:sldMk cId="1053342047" sldId="279"/>
            <ac:spMk id="11" creationId="{D5FA5F53-0A0E-DFCA-F523-9C86C0D31874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12" creationId="{D26A43DC-0296-C226-C83B-B984FA9C41B8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13" creationId="{09A95A7C-A29E-D14D-834D-2A3E76B55489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14" creationId="{397FD4D5-DF44-2340-97A6-E084E7C8D7FC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15" creationId="{CC0C2BB3-64CA-27FE-3B86-7729B1252E87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16" creationId="{2EFE083A-213E-3B22-A284-950F4E2D25E7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17" creationId="{6A1C0861-0628-359A-E788-BAB8EF479DB1}"/>
          </ac:spMkLst>
        </pc:spChg>
        <pc:spChg chg="add del mod">
          <ac:chgData name="ZeroAct Lee" userId="9682bd5161dedc83" providerId="LiveId" clId="{8F1B0B53-82C5-40C6-8325-C26DE25F7900}" dt="2023-03-19T06:40:16.763" v="6011" actId="478"/>
          <ac:spMkLst>
            <pc:docMk/>
            <pc:sldMk cId="1053342047" sldId="279"/>
            <ac:spMk id="18" creationId="{371BCBB3-EF7A-237D-A095-C7AACBF55DD8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19" creationId="{0DE29C9B-4B03-9CCD-0579-7812CA0F46E4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20" creationId="{E2D12A82-4D7D-345D-8FA4-76A3B6092F9E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21" creationId="{DBF81762-F80D-02BA-BF22-9A182C0E1C33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22" creationId="{FCA7AAB2-8142-7819-39E3-CC994752E97A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23" creationId="{BA317880-E834-952F-3960-F4BC4F902E4F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24" creationId="{52971264-140E-054F-279D-C952FCCF175E}"/>
          </ac:spMkLst>
        </pc:spChg>
        <pc:spChg chg="add mod">
          <ac:chgData name="ZeroAct Lee" userId="9682bd5161dedc83" providerId="LiveId" clId="{8F1B0B53-82C5-40C6-8325-C26DE25F7900}" dt="2023-03-19T06:41:24.631" v="6030" actId="1076"/>
          <ac:spMkLst>
            <pc:docMk/>
            <pc:sldMk cId="1053342047" sldId="279"/>
            <ac:spMk id="25" creationId="{4EC540BE-78CF-9672-E9FF-B69C0E76F208}"/>
          </ac:spMkLst>
        </pc:spChg>
      </pc:sldChg>
      <pc:sldChg chg="addSp delSp modSp add mod">
        <pc:chgData name="ZeroAct Lee" userId="9682bd5161dedc83" providerId="LiveId" clId="{8F1B0B53-82C5-40C6-8325-C26DE25F7900}" dt="2023-03-19T06:44:06.785" v="6109" actId="1076"/>
        <pc:sldMkLst>
          <pc:docMk/>
          <pc:sldMk cId="434387841" sldId="280"/>
        </pc:sldMkLst>
        <pc:spChg chg="add mod">
          <ac:chgData name="ZeroAct Lee" userId="9682bd5161dedc83" providerId="LiveId" clId="{8F1B0B53-82C5-40C6-8325-C26DE25F7900}" dt="2023-03-19T06:42:59.606" v="6085" actId="1076"/>
          <ac:spMkLst>
            <pc:docMk/>
            <pc:sldMk cId="434387841" sldId="280"/>
            <ac:spMk id="3" creationId="{FA060E94-C77F-7229-42F2-611BDAB8F88F}"/>
          </ac:spMkLst>
        </pc:spChg>
        <pc:spChg chg="add mod">
          <ac:chgData name="ZeroAct Lee" userId="9682bd5161dedc83" providerId="LiveId" clId="{8F1B0B53-82C5-40C6-8325-C26DE25F7900}" dt="2023-03-19T06:44:06.785" v="6109" actId="1076"/>
          <ac:spMkLst>
            <pc:docMk/>
            <pc:sldMk cId="434387841" sldId="280"/>
            <ac:spMk id="4" creationId="{E40C1A37-71C1-4089-80FC-68E0B82C2816}"/>
          </ac:spMkLst>
        </pc:spChg>
        <pc:spChg chg="add mod">
          <ac:chgData name="ZeroAct Lee" userId="9682bd5161dedc83" providerId="LiveId" clId="{8F1B0B53-82C5-40C6-8325-C26DE25F7900}" dt="2023-03-19T06:43:27.716" v="6102" actId="20577"/>
          <ac:spMkLst>
            <pc:docMk/>
            <pc:sldMk cId="434387841" sldId="280"/>
            <ac:spMk id="5" creationId="{5BABFAED-D570-2329-3FD2-F5844D037C7D}"/>
          </ac:spMkLst>
        </pc:spChg>
        <pc:spChg chg="add mod">
          <ac:chgData name="ZeroAct Lee" userId="9682bd5161dedc83" providerId="LiveId" clId="{8F1B0B53-82C5-40C6-8325-C26DE25F7900}" dt="2023-03-19T06:43:34.984" v="6107" actId="20577"/>
          <ac:spMkLst>
            <pc:docMk/>
            <pc:sldMk cId="434387841" sldId="280"/>
            <ac:spMk id="6" creationId="{CACBEA3A-1568-5947-7F8A-EB29017DF23B}"/>
          </ac:spMkLst>
        </pc:spChg>
        <pc:spChg chg="del">
          <ac:chgData name="ZeroAct Lee" userId="9682bd5161dedc83" providerId="LiveId" clId="{8F1B0B53-82C5-40C6-8325-C26DE25F7900}" dt="2023-03-19T06:42:15.290" v="6032" actId="478"/>
          <ac:spMkLst>
            <pc:docMk/>
            <pc:sldMk cId="434387841" sldId="280"/>
            <ac:spMk id="37" creationId="{F37574F3-28A6-C587-94D3-F43EAFED71B4}"/>
          </ac:spMkLst>
        </pc:spChg>
        <pc:grpChg chg="del">
          <ac:chgData name="ZeroAct Lee" userId="9682bd5161dedc83" providerId="LiveId" clId="{8F1B0B53-82C5-40C6-8325-C26DE25F7900}" dt="2023-03-19T06:42:16.949" v="6033" actId="478"/>
          <ac:grpSpMkLst>
            <pc:docMk/>
            <pc:sldMk cId="434387841" sldId="280"/>
            <ac:grpSpMk id="25" creationId="{E60C61D2-CEA7-7B48-567C-69B695ECF7EE}"/>
          </ac:grpSpMkLst>
        </pc:grpChg>
        <pc:grpChg chg="del">
          <ac:chgData name="ZeroAct Lee" userId="9682bd5161dedc83" providerId="LiveId" clId="{8F1B0B53-82C5-40C6-8325-C26DE25F7900}" dt="2023-03-19T06:42:15.290" v="6032" actId="478"/>
          <ac:grpSpMkLst>
            <pc:docMk/>
            <pc:sldMk cId="434387841" sldId="280"/>
            <ac:grpSpMk id="34" creationId="{7E814260-9669-7667-619F-F63B51C3EE94}"/>
          </ac:grpSpMkLst>
        </pc:grpChg>
        <pc:cxnChg chg="del">
          <ac:chgData name="ZeroAct Lee" userId="9682bd5161dedc83" providerId="LiveId" clId="{8F1B0B53-82C5-40C6-8325-C26DE25F7900}" dt="2023-03-19T06:42:15.290" v="6032" actId="478"/>
          <ac:cxnSpMkLst>
            <pc:docMk/>
            <pc:sldMk cId="434387841" sldId="280"/>
            <ac:cxnSpMk id="35" creationId="{9EDBFC0C-06A2-1594-414E-1C04FE42CF5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41233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61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203059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32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06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71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05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0669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462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66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64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EEB9B1-AFD0-405F-BA0B-B23096C005AE}" type="datetimeFigureOut">
              <a:rPr lang="ko-KR" altLang="en-US" smtClean="0"/>
              <a:t>2023-03-19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FF27637-7765-4B32-A6D5-33EECEA824F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464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nuailab.a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ghtly.ai/post/active-learning-method-overview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83765-373B-C681-1BC6-EA85D699E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2096335"/>
            <a:ext cx="8361229" cy="13326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200" b="1" dirty="0"/>
              <a:t>Towards Robust and Reproducible Active Learning using Neural Networks</a:t>
            </a:r>
            <a:endParaRPr lang="ko-KR" altLang="en-US" sz="32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2B71AF-AA4B-9B7B-40EC-03A4EE6ED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2821" y="4004441"/>
            <a:ext cx="7745841" cy="1101137"/>
          </a:xfrm>
        </p:spPr>
        <p:txBody>
          <a:bodyPr>
            <a:normAutofit/>
          </a:bodyPr>
          <a:lstStyle/>
          <a:p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딥러닝 논문읽기 모임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이미지 처리 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이희재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*,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강인하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김병현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김준철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이찬혁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이해원</a:t>
            </a:r>
          </a:p>
        </p:txBody>
      </p:sp>
    </p:spTree>
    <p:extLst>
      <p:ext uri="{BB962C8B-B14F-4D97-AF65-F5344CB8AC3E}">
        <p14:creationId xmlns:p14="http://schemas.microsoft.com/office/powerpoint/2010/main" val="410643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8E74CFB-EAAD-43E9-BDAC-AAE4F8E86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E31D67-858D-409A-863E-EE8DEB9CC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6"/>
            <a:ext cx="3157728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0C11AD76-2664-4F1B-8A6E-71601C059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3922753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CA9580-EBE4-CCB0-F151-DD30F889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417" y="1480930"/>
            <a:ext cx="6778558" cy="32543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6600" cap="all" dirty="0"/>
              <a:t>What is</a:t>
            </a:r>
            <a:br>
              <a:rPr lang="en-US" altLang="ko-KR" sz="6600" cap="all" dirty="0"/>
            </a:br>
            <a:r>
              <a:rPr lang="en-US" altLang="ko-KR" sz="6600" cap="all" dirty="0"/>
              <a:t>Active Learning?</a:t>
            </a:r>
          </a:p>
        </p:txBody>
      </p:sp>
    </p:spTree>
    <p:extLst>
      <p:ext uri="{BB962C8B-B14F-4D97-AF65-F5344CB8AC3E}">
        <p14:creationId xmlns:p14="http://schemas.microsoft.com/office/powerpoint/2010/main" val="313419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What is Active Learning?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A48C9CE6-A480-46FF-9F54-DB5C95AE4F4E}"/>
              </a:ext>
            </a:extLst>
          </p:cNvPr>
          <p:cNvSpPr/>
          <p:nvPr/>
        </p:nvSpPr>
        <p:spPr>
          <a:xfrm>
            <a:off x="1244227" y="1184800"/>
            <a:ext cx="10410241" cy="5174099"/>
          </a:xfrm>
          <a:prstGeom prst="roundRect">
            <a:avLst>
              <a:gd name="adj" fmla="val 1788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Noto Sans CJK KR Regular"/>
              <a:cs typeface="+mn-cs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2DCB49B-88CE-8B45-0844-278602A5F5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28292" y="1304379"/>
            <a:ext cx="10042112" cy="49498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6F80984B-7A25-204C-AF02-ADBACADFC023}"/>
              </a:ext>
            </a:extLst>
          </p:cNvPr>
          <p:cNvSpPr txBox="1">
            <a:spLocks/>
          </p:cNvSpPr>
          <p:nvPr/>
        </p:nvSpPr>
        <p:spPr>
          <a:xfrm>
            <a:off x="706694" y="6506722"/>
            <a:ext cx="10203485" cy="350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dirty="0"/>
              <a:t>Ref. </a:t>
            </a:r>
            <a:r>
              <a:rPr lang="en-US" altLang="ko-KR" sz="1600" dirty="0">
                <a:hlinkClick r:id="rId3"/>
              </a:rPr>
              <a:t>SNUAILAB Autocare System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8857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What is Active Learning?</a:t>
            </a:r>
            <a:endParaRPr lang="ko-KR" alt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60C61D2-CEA7-7B48-567C-69B695ECF7EE}"/>
              </a:ext>
            </a:extLst>
          </p:cNvPr>
          <p:cNvGrpSpPr/>
          <p:nvPr/>
        </p:nvGrpSpPr>
        <p:grpSpPr>
          <a:xfrm>
            <a:off x="2286000" y="1446442"/>
            <a:ext cx="3048000" cy="4824984"/>
            <a:chOff x="3048000" y="1424671"/>
            <a:chExt cx="3048000" cy="4824984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054CDDC-F1E5-50EF-E41C-FC63F8DD62CE}"/>
                </a:ext>
              </a:extLst>
            </p:cNvPr>
            <p:cNvGrpSpPr/>
            <p:nvPr/>
          </p:nvGrpSpPr>
          <p:grpSpPr>
            <a:xfrm>
              <a:off x="3048000" y="1424671"/>
              <a:ext cx="3048000" cy="4824984"/>
              <a:chOff x="5167085" y="1428881"/>
              <a:chExt cx="3048000" cy="4824984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E3C60EB2-8A16-480E-AC89-606E45CEB4B9}"/>
                  </a:ext>
                </a:extLst>
              </p:cNvPr>
              <p:cNvSpPr/>
              <p:nvPr/>
            </p:nvSpPr>
            <p:spPr>
              <a:xfrm>
                <a:off x="5167085" y="1428881"/>
                <a:ext cx="3048000" cy="9655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지속적인 환경 변화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D6F2DED9-B510-A0BB-09FF-9001BA696EF6}"/>
                  </a:ext>
                </a:extLst>
              </p:cNvPr>
              <p:cNvSpPr/>
              <p:nvPr/>
            </p:nvSpPr>
            <p:spPr>
              <a:xfrm>
                <a:off x="5167085" y="2715350"/>
                <a:ext cx="3048000" cy="9655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모델의 성능 하락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386E9C17-8DAA-B9B4-F20A-380520812003}"/>
                  </a:ext>
                </a:extLst>
              </p:cNvPr>
              <p:cNvSpPr/>
              <p:nvPr/>
            </p:nvSpPr>
            <p:spPr>
              <a:xfrm>
                <a:off x="5167085" y="4001818"/>
                <a:ext cx="3048000" cy="9655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모델 추가 학습 필요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!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2A969002-9628-A43B-C13B-A6DCAC7590BA}"/>
                  </a:ext>
                </a:extLst>
              </p:cNvPr>
              <p:cNvSpPr/>
              <p:nvPr/>
            </p:nvSpPr>
            <p:spPr>
              <a:xfrm>
                <a:off x="5167085" y="5288286"/>
                <a:ext cx="3048000" cy="9655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b="1" dirty="0">
                    <a:solidFill>
                      <a:srgbClr val="92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지속적인 라벨링 비용 발생</a:t>
                </a:r>
                <a:endParaRPr lang="en-US" altLang="ko-KR" sz="2000" b="1" dirty="0">
                  <a:solidFill>
                    <a:srgbClr val="92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1" name="화살표: 아래쪽 20">
              <a:extLst>
                <a:ext uri="{FF2B5EF4-FFF2-40B4-BE49-F238E27FC236}">
                  <a16:creationId xmlns:a16="http://schemas.microsoft.com/office/drawing/2014/main" id="{DC2C5BC6-6EFE-1FF3-330B-17DC092FE930}"/>
                </a:ext>
              </a:extLst>
            </p:cNvPr>
            <p:cNvSpPr/>
            <p:nvPr/>
          </p:nvSpPr>
          <p:spPr>
            <a:xfrm>
              <a:off x="4325257" y="2427158"/>
              <a:ext cx="609600" cy="2440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9FD1D8C6-760C-1CCF-CE88-1927E201BD64}"/>
                </a:ext>
              </a:extLst>
            </p:cNvPr>
            <p:cNvSpPr/>
            <p:nvPr/>
          </p:nvSpPr>
          <p:spPr>
            <a:xfrm>
              <a:off x="4325257" y="3714372"/>
              <a:ext cx="609600" cy="2440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C306ED98-2616-A3D1-CF62-CBB15D828BF6}"/>
                </a:ext>
              </a:extLst>
            </p:cNvPr>
            <p:cNvSpPr/>
            <p:nvPr/>
          </p:nvSpPr>
          <p:spPr>
            <a:xfrm>
              <a:off x="4325257" y="5000840"/>
              <a:ext cx="609600" cy="24409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E814260-9669-7667-619F-F63B51C3EE94}"/>
              </a:ext>
            </a:extLst>
          </p:cNvPr>
          <p:cNvGrpSpPr/>
          <p:nvPr/>
        </p:nvGrpSpPr>
        <p:grpSpPr>
          <a:xfrm>
            <a:off x="6624382" y="2352758"/>
            <a:ext cx="4392439" cy="3008179"/>
            <a:chOff x="7268494" y="2559321"/>
            <a:chExt cx="3650691" cy="2473578"/>
          </a:xfrm>
        </p:grpSpPr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635B6AD3-5E09-FC83-84B6-63F2002B2D3A}"/>
                </a:ext>
              </a:extLst>
            </p:cNvPr>
            <p:cNvSpPr/>
            <p:nvPr/>
          </p:nvSpPr>
          <p:spPr>
            <a:xfrm>
              <a:off x="7717087" y="2854796"/>
              <a:ext cx="3018972" cy="715717"/>
            </a:xfrm>
            <a:custGeom>
              <a:avLst/>
              <a:gdLst>
                <a:gd name="connsiteX0" fmla="*/ 0 w 3018972"/>
                <a:gd name="connsiteY0" fmla="*/ 0 h 1342572"/>
                <a:gd name="connsiteX1" fmla="*/ 878115 w 3018972"/>
                <a:gd name="connsiteY1" fmla="*/ 188686 h 1342572"/>
                <a:gd name="connsiteX2" fmla="*/ 1567543 w 3018972"/>
                <a:gd name="connsiteY2" fmla="*/ 892629 h 1342572"/>
                <a:gd name="connsiteX3" fmla="*/ 2445657 w 3018972"/>
                <a:gd name="connsiteY3" fmla="*/ 1226457 h 1342572"/>
                <a:gd name="connsiteX4" fmla="*/ 3018972 w 3018972"/>
                <a:gd name="connsiteY4" fmla="*/ 1342572 h 1342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8972" h="1342572">
                  <a:moveTo>
                    <a:pt x="0" y="0"/>
                  </a:moveTo>
                  <a:cubicBezTo>
                    <a:pt x="308429" y="19957"/>
                    <a:pt x="616858" y="39915"/>
                    <a:pt x="878115" y="188686"/>
                  </a:cubicBezTo>
                  <a:cubicBezTo>
                    <a:pt x="1139372" y="337458"/>
                    <a:pt x="1306286" y="719667"/>
                    <a:pt x="1567543" y="892629"/>
                  </a:cubicBezTo>
                  <a:cubicBezTo>
                    <a:pt x="1828800" y="1065591"/>
                    <a:pt x="2203752" y="1151467"/>
                    <a:pt x="2445657" y="1226457"/>
                  </a:cubicBezTo>
                  <a:cubicBezTo>
                    <a:pt x="2687562" y="1301448"/>
                    <a:pt x="2853267" y="1322010"/>
                    <a:pt x="3018972" y="134257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0504DF8-72B2-4460-C915-554FCB1B5606}"/>
                </a:ext>
              </a:extLst>
            </p:cNvPr>
            <p:cNvCxnSpPr>
              <a:cxnSpLocks/>
            </p:cNvCxnSpPr>
            <p:nvPr/>
          </p:nvCxnSpPr>
          <p:spPr>
            <a:xfrm>
              <a:off x="7717087" y="2608053"/>
              <a:ext cx="0" cy="2286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FEA11403-DAB1-1B17-3D93-36440EE9C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0345" y="4626909"/>
              <a:ext cx="344262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D942C6-51FA-BA3E-5D90-D0B45535CDDE}"/>
                </a:ext>
              </a:extLst>
            </p:cNvPr>
            <p:cNvSpPr txBox="1"/>
            <p:nvPr/>
          </p:nvSpPr>
          <p:spPr>
            <a:xfrm rot="16200000">
              <a:off x="6654998" y="3172817"/>
              <a:ext cx="1610695" cy="3837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Performance</a:t>
              </a:r>
              <a:endPara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ADBF10-3E40-9EB3-0314-434E9B23C2BC}"/>
                </a:ext>
              </a:extLst>
            </p:cNvPr>
            <p:cNvSpPr txBox="1"/>
            <p:nvPr/>
          </p:nvSpPr>
          <p:spPr>
            <a:xfrm>
              <a:off x="10202138" y="4653279"/>
              <a:ext cx="717047" cy="3796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Time</a:t>
              </a:r>
              <a:endPara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EDBFC0C-06A2-1594-414E-1C04FE42CF51}"/>
              </a:ext>
            </a:extLst>
          </p:cNvPr>
          <p:cNvCxnSpPr>
            <a:cxnSpLocks/>
          </p:cNvCxnSpPr>
          <p:nvPr/>
        </p:nvCxnSpPr>
        <p:spPr>
          <a:xfrm>
            <a:off x="10030691" y="2496457"/>
            <a:ext cx="0" cy="2388301"/>
          </a:xfrm>
          <a:prstGeom prst="line">
            <a:avLst/>
          </a:prstGeom>
          <a:ln w="571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37574F3-28A6-C587-94D3-F43EAFED71B4}"/>
              </a:ext>
            </a:extLst>
          </p:cNvPr>
          <p:cNvSpPr txBox="1"/>
          <p:nvPr/>
        </p:nvSpPr>
        <p:spPr>
          <a:xfrm>
            <a:off x="8576948" y="2133859"/>
            <a:ext cx="280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Need More Data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211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What is Active Learning?</a:t>
            </a:r>
            <a:endParaRPr lang="ko-KR" altLang="en-US" dirty="0"/>
          </a:p>
        </p:txBody>
      </p:sp>
      <p:sp>
        <p:nvSpPr>
          <p:cNvPr id="3" name="원통형 2">
            <a:extLst>
              <a:ext uri="{FF2B5EF4-FFF2-40B4-BE49-F238E27FC236}">
                <a16:creationId xmlns:a16="http://schemas.microsoft.com/office/drawing/2014/main" id="{FA060E94-C77F-7229-42F2-611BDAB8F88F}"/>
              </a:ext>
            </a:extLst>
          </p:cNvPr>
          <p:cNvSpPr/>
          <p:nvPr/>
        </p:nvSpPr>
        <p:spPr>
          <a:xfrm>
            <a:off x="2077673" y="2256639"/>
            <a:ext cx="4303552" cy="265511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Large Unlabeled Data</a:t>
            </a:r>
            <a:endParaRPr lang="ko-KR" altLang="en-US" sz="2800" dirty="0"/>
          </a:p>
        </p:txBody>
      </p:sp>
      <p:sp>
        <p:nvSpPr>
          <p:cNvPr id="4" name="원통형 3">
            <a:extLst>
              <a:ext uri="{FF2B5EF4-FFF2-40B4-BE49-F238E27FC236}">
                <a16:creationId xmlns:a16="http://schemas.microsoft.com/office/drawing/2014/main" id="{E40C1A37-71C1-4089-80FC-68E0B82C2816}"/>
              </a:ext>
            </a:extLst>
          </p:cNvPr>
          <p:cNvSpPr/>
          <p:nvPr/>
        </p:nvSpPr>
        <p:spPr>
          <a:xfrm>
            <a:off x="8018476" y="3314200"/>
            <a:ext cx="2589401" cy="159755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Subset</a:t>
            </a:r>
            <a:endParaRPr lang="ko-KR" alt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BFAED-D570-2329-3FD2-F5844D037C7D}"/>
              </a:ext>
            </a:extLst>
          </p:cNvPr>
          <p:cNvSpPr txBox="1"/>
          <p:nvPr/>
        </p:nvSpPr>
        <p:spPr>
          <a:xfrm>
            <a:off x="2811584" y="5115854"/>
            <a:ext cx="2835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Very High Cost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CBEA3A-1568-5947-7F8A-EB29017DF23B}"/>
              </a:ext>
            </a:extLst>
          </p:cNvPr>
          <p:cNvSpPr txBox="1"/>
          <p:nvPr/>
        </p:nvSpPr>
        <p:spPr>
          <a:xfrm>
            <a:off x="7895313" y="5115854"/>
            <a:ext cx="2835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Low Cost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438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8E74CFB-EAAD-43E9-BDAC-AAE4F8E86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E31D67-858D-409A-863E-EE8DEB9CC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6"/>
            <a:ext cx="3157728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0C11AD76-2664-4F1B-8A6E-71601C059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3922753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CA9580-EBE4-CCB0-F151-DD30F889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417" y="1480930"/>
            <a:ext cx="6778558" cy="32543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6600" cap="all" dirty="0"/>
              <a:t>Active Learning</a:t>
            </a:r>
            <a:br>
              <a:rPr lang="en-US" altLang="ko-KR" sz="6600" cap="all" dirty="0"/>
            </a:br>
            <a:r>
              <a:rPr lang="en-US" altLang="ko-KR" sz="6600" cap="all" dirty="0"/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2256224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endParaRPr lang="ko-KR" altLang="en-US" dirty="0"/>
          </a:p>
        </p:txBody>
      </p:sp>
      <p:pic>
        <p:nvPicPr>
          <p:cNvPr id="1026" name="Picture 2" descr="[Active Learning] Lightly ai, Active Learning 이란? - Research Directions">
            <a:extLst>
              <a:ext uri="{FF2B5EF4-FFF2-40B4-BE49-F238E27FC236}">
                <a16:creationId xmlns:a16="http://schemas.microsoft.com/office/drawing/2014/main" id="{E3245F40-99A2-A9D1-11C4-C7877626B4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9" t="6137" r="3290" b="6031"/>
          <a:stretch/>
        </p:blipFill>
        <p:spPr bwMode="auto">
          <a:xfrm>
            <a:off x="2460171" y="1217409"/>
            <a:ext cx="8164910" cy="503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40C65B45-76AB-5BE5-87E3-CBFF7F895BB1}"/>
              </a:ext>
            </a:extLst>
          </p:cNvPr>
          <p:cNvSpPr txBox="1">
            <a:spLocks/>
          </p:cNvSpPr>
          <p:nvPr/>
        </p:nvSpPr>
        <p:spPr>
          <a:xfrm>
            <a:off x="706694" y="6506722"/>
            <a:ext cx="10203485" cy="3509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dirty="0"/>
              <a:t>Ref. </a:t>
            </a:r>
            <a:r>
              <a:rPr lang="en-US" altLang="ko-KR" sz="1600" dirty="0">
                <a:hlinkClick r:id="rId3"/>
              </a:rPr>
              <a:t>[Lightly AI] An overview of Active Learning methods.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9361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endParaRPr lang="ko-KR" altLang="en-US" dirty="0"/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BD005D63-4FFE-259C-CE0B-BCECF046CED5}"/>
              </a:ext>
            </a:extLst>
          </p:cNvPr>
          <p:cNvGrpSpPr/>
          <p:nvPr/>
        </p:nvGrpSpPr>
        <p:grpSpPr>
          <a:xfrm>
            <a:off x="2155371" y="2275321"/>
            <a:ext cx="2438400" cy="2456544"/>
            <a:chOff x="2402114" y="2376921"/>
            <a:chExt cx="2438400" cy="2456544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3548E94-7BCC-070C-CB06-CE8CBE2C2400}"/>
                </a:ext>
              </a:extLst>
            </p:cNvPr>
            <p:cNvSpPr/>
            <p:nvPr/>
          </p:nvSpPr>
          <p:spPr>
            <a:xfrm>
              <a:off x="2402114" y="25567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7878D82-E8F9-1CBA-A899-8FF15522040F}"/>
                </a:ext>
              </a:extLst>
            </p:cNvPr>
            <p:cNvSpPr/>
            <p:nvPr/>
          </p:nvSpPr>
          <p:spPr>
            <a:xfrm>
              <a:off x="2503714" y="41404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83501897-6E74-0EBC-E31F-C6212AF964F9}"/>
                </a:ext>
              </a:extLst>
            </p:cNvPr>
            <p:cNvSpPr/>
            <p:nvPr/>
          </p:nvSpPr>
          <p:spPr>
            <a:xfrm>
              <a:off x="2543629" y="33820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D83C8AA-8CC7-1192-FD9C-77C3F7A6B482}"/>
                </a:ext>
              </a:extLst>
            </p:cNvPr>
            <p:cNvSpPr/>
            <p:nvPr/>
          </p:nvSpPr>
          <p:spPr>
            <a:xfrm>
              <a:off x="2467429" y="299701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59676A86-A6CC-E042-6F5A-4618BB8D3ED5}"/>
                </a:ext>
              </a:extLst>
            </p:cNvPr>
            <p:cNvSpPr/>
            <p:nvPr/>
          </p:nvSpPr>
          <p:spPr>
            <a:xfrm>
              <a:off x="2859314" y="30881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C02C10E-788A-0D91-C97F-E45F053C3F43}"/>
                </a:ext>
              </a:extLst>
            </p:cNvPr>
            <p:cNvSpPr/>
            <p:nvPr/>
          </p:nvSpPr>
          <p:spPr>
            <a:xfrm>
              <a:off x="2828473" y="39517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6594C0B-E721-A185-79E0-AE5600AC8776}"/>
                </a:ext>
              </a:extLst>
            </p:cNvPr>
            <p:cNvSpPr/>
            <p:nvPr/>
          </p:nvSpPr>
          <p:spPr>
            <a:xfrm>
              <a:off x="4434114" y="463026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BBB17534-7216-7E37-AFF0-0CB9696805C0}"/>
                </a:ext>
              </a:extLst>
            </p:cNvPr>
            <p:cNvSpPr/>
            <p:nvPr/>
          </p:nvSpPr>
          <p:spPr>
            <a:xfrm>
              <a:off x="3031673" y="35904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782CE985-83A2-0422-84E9-E1564CFC9C12}"/>
                </a:ext>
              </a:extLst>
            </p:cNvPr>
            <p:cNvSpPr/>
            <p:nvPr/>
          </p:nvSpPr>
          <p:spPr>
            <a:xfrm>
              <a:off x="3519714" y="390455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7EE94CA-93F7-B73D-B26F-E6397E9FF08F}"/>
                </a:ext>
              </a:extLst>
            </p:cNvPr>
            <p:cNvSpPr/>
            <p:nvPr/>
          </p:nvSpPr>
          <p:spPr>
            <a:xfrm>
              <a:off x="3104244" y="39372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98149BC-BDDF-5629-E192-9123DFADDAEC}"/>
                </a:ext>
              </a:extLst>
            </p:cNvPr>
            <p:cNvSpPr/>
            <p:nvPr/>
          </p:nvSpPr>
          <p:spPr>
            <a:xfrm>
              <a:off x="3265714" y="450890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44A3266-D5CC-857E-8F9F-9A9BC770A156}"/>
                </a:ext>
              </a:extLst>
            </p:cNvPr>
            <p:cNvSpPr/>
            <p:nvPr/>
          </p:nvSpPr>
          <p:spPr>
            <a:xfrm>
              <a:off x="4056743" y="452866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72006B3-438F-5596-415E-83E7595D7046}"/>
                </a:ext>
              </a:extLst>
            </p:cNvPr>
            <p:cNvSpPr/>
            <p:nvPr/>
          </p:nvSpPr>
          <p:spPr>
            <a:xfrm>
              <a:off x="4078515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344D64F9-8B45-31F3-25AA-F2ADF5C10A79}"/>
                </a:ext>
              </a:extLst>
            </p:cNvPr>
            <p:cNvSpPr/>
            <p:nvPr/>
          </p:nvSpPr>
          <p:spPr>
            <a:xfrm>
              <a:off x="3722914" y="289541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7852DF3-FA09-C51F-EFFF-2E6E447DB0F7}"/>
                </a:ext>
              </a:extLst>
            </p:cNvPr>
            <p:cNvSpPr/>
            <p:nvPr/>
          </p:nvSpPr>
          <p:spPr>
            <a:xfrm>
              <a:off x="3926114" y="39263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B8DE47C-7EBC-7F54-D1AC-6C23E8275BF3}"/>
                </a:ext>
              </a:extLst>
            </p:cNvPr>
            <p:cNvSpPr/>
            <p:nvPr/>
          </p:nvSpPr>
          <p:spPr>
            <a:xfrm>
              <a:off x="4434114" y="34691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4B532BF-6992-6E05-3E99-B13408186989}"/>
                </a:ext>
              </a:extLst>
            </p:cNvPr>
            <p:cNvSpPr/>
            <p:nvPr/>
          </p:nvSpPr>
          <p:spPr>
            <a:xfrm>
              <a:off x="2471058" y="45048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CB0AEDBD-2FF3-CFC0-B148-93AE3DE7D893}"/>
                </a:ext>
              </a:extLst>
            </p:cNvPr>
            <p:cNvSpPr/>
            <p:nvPr/>
          </p:nvSpPr>
          <p:spPr>
            <a:xfrm>
              <a:off x="3343730" y="27706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C7C0A84A-4B32-DBB7-7CD5-349CD0E5585D}"/>
                </a:ext>
              </a:extLst>
            </p:cNvPr>
            <p:cNvSpPr/>
            <p:nvPr/>
          </p:nvSpPr>
          <p:spPr>
            <a:xfrm>
              <a:off x="2706914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54DA0F5-6BA6-0BCC-8B51-1A650BF16E63}"/>
                </a:ext>
              </a:extLst>
            </p:cNvPr>
            <p:cNvSpPr/>
            <p:nvPr/>
          </p:nvSpPr>
          <p:spPr>
            <a:xfrm>
              <a:off x="2746829" y="27885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FF3474CA-3225-2583-FEFC-C19890D8C98B}"/>
                </a:ext>
              </a:extLst>
            </p:cNvPr>
            <p:cNvSpPr/>
            <p:nvPr/>
          </p:nvSpPr>
          <p:spPr>
            <a:xfrm>
              <a:off x="2824845" y="23769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E6CEFDD-718F-6287-D823-9C50FEC79DB7}"/>
                </a:ext>
              </a:extLst>
            </p:cNvPr>
            <p:cNvSpPr/>
            <p:nvPr/>
          </p:nvSpPr>
          <p:spPr>
            <a:xfrm>
              <a:off x="3062514" y="24946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0836EF2-9304-6B6E-ACC3-9BF1D6B8E412}"/>
                </a:ext>
              </a:extLst>
            </p:cNvPr>
            <p:cNvSpPr/>
            <p:nvPr/>
          </p:nvSpPr>
          <p:spPr>
            <a:xfrm>
              <a:off x="3291116" y="30425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8D62885B-2D22-C70E-868D-988BBC9E2122}"/>
                </a:ext>
              </a:extLst>
            </p:cNvPr>
            <p:cNvSpPr/>
            <p:nvPr/>
          </p:nvSpPr>
          <p:spPr>
            <a:xfrm>
              <a:off x="4637314" y="40367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CA9D7430-A2D4-9039-B95F-44A769F2A9A5}"/>
                </a:ext>
              </a:extLst>
            </p:cNvPr>
            <p:cNvSpPr/>
            <p:nvPr/>
          </p:nvSpPr>
          <p:spPr>
            <a:xfrm>
              <a:off x="3632200" y="25853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5429F53-3CF4-D108-2CB8-D2867488C284}"/>
                </a:ext>
              </a:extLst>
            </p:cNvPr>
            <p:cNvSpPr/>
            <p:nvPr/>
          </p:nvSpPr>
          <p:spPr>
            <a:xfrm>
              <a:off x="3722914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E65449F-D4DA-6144-60C1-4FED68B5331A}"/>
                </a:ext>
              </a:extLst>
            </p:cNvPr>
            <p:cNvSpPr/>
            <p:nvPr/>
          </p:nvSpPr>
          <p:spPr>
            <a:xfrm>
              <a:off x="3307444" y="33437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6339585-15B7-D442-106A-C7D31F628329}"/>
                </a:ext>
              </a:extLst>
            </p:cNvPr>
            <p:cNvSpPr/>
            <p:nvPr/>
          </p:nvSpPr>
          <p:spPr>
            <a:xfrm>
              <a:off x="3581400" y="43016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63364EA-036A-479C-03A7-DA21897EB659}"/>
                </a:ext>
              </a:extLst>
            </p:cNvPr>
            <p:cNvSpPr/>
            <p:nvPr/>
          </p:nvSpPr>
          <p:spPr>
            <a:xfrm>
              <a:off x="4259943" y="39351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E7514B2F-55AA-C60E-EFD2-DD7A74D74837}"/>
                </a:ext>
              </a:extLst>
            </p:cNvPr>
            <p:cNvSpPr/>
            <p:nvPr/>
          </p:nvSpPr>
          <p:spPr>
            <a:xfrm>
              <a:off x="4158343" y="283009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0A370D2-48DA-396E-73D3-9BF6789653ED}"/>
                </a:ext>
              </a:extLst>
            </p:cNvPr>
            <p:cNvSpPr/>
            <p:nvPr/>
          </p:nvSpPr>
          <p:spPr>
            <a:xfrm>
              <a:off x="4426857" y="25200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4F09FC4F-5121-9486-12A8-221615570DC4}"/>
                </a:ext>
              </a:extLst>
            </p:cNvPr>
            <p:cNvSpPr/>
            <p:nvPr/>
          </p:nvSpPr>
          <p:spPr>
            <a:xfrm>
              <a:off x="4056743" y="309821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6252737-254F-1E3C-B49E-D0F486E728A3}"/>
                </a:ext>
              </a:extLst>
            </p:cNvPr>
            <p:cNvSpPr/>
            <p:nvPr/>
          </p:nvSpPr>
          <p:spPr>
            <a:xfrm>
              <a:off x="4637314" y="28756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CE9B3335-451A-8741-6C57-32CD43FA5620}"/>
                </a:ext>
              </a:extLst>
            </p:cNvPr>
            <p:cNvSpPr/>
            <p:nvPr/>
          </p:nvSpPr>
          <p:spPr>
            <a:xfrm>
              <a:off x="2848429" y="44032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BB11B0F-D593-0D20-6AF1-E142417B3D44}"/>
                </a:ext>
              </a:extLst>
            </p:cNvPr>
            <p:cNvSpPr/>
            <p:nvPr/>
          </p:nvSpPr>
          <p:spPr>
            <a:xfrm>
              <a:off x="3692979" y="32368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14A11C8B-DD03-CB7C-5B34-5F2FC5EB27E6}"/>
                </a:ext>
              </a:extLst>
            </p:cNvPr>
            <p:cNvSpPr/>
            <p:nvPr/>
          </p:nvSpPr>
          <p:spPr>
            <a:xfrm>
              <a:off x="4078515" y="42420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24D805B7-6A91-456D-9DE2-F5DE814823A7}"/>
                </a:ext>
              </a:extLst>
            </p:cNvPr>
            <p:cNvSpPr/>
            <p:nvPr/>
          </p:nvSpPr>
          <p:spPr>
            <a:xfrm>
              <a:off x="4434114" y="31046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060479A9-3C96-DAC5-FCD6-1A7D50FB2FE7}"/>
                </a:ext>
              </a:extLst>
            </p:cNvPr>
            <p:cNvSpPr/>
            <p:nvPr/>
          </p:nvSpPr>
          <p:spPr>
            <a:xfrm>
              <a:off x="3200401" y="42420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A41D2FC-6B4B-9DFF-CEB0-1F308BB63C82}"/>
                </a:ext>
              </a:extLst>
            </p:cNvPr>
            <p:cNvSpPr/>
            <p:nvPr/>
          </p:nvSpPr>
          <p:spPr>
            <a:xfrm>
              <a:off x="3340103" y="366950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8B2218D0-5477-62F0-C5ED-6A99934CA196}"/>
                </a:ext>
              </a:extLst>
            </p:cNvPr>
            <p:cNvSpPr/>
            <p:nvPr/>
          </p:nvSpPr>
          <p:spPr>
            <a:xfrm>
              <a:off x="3801837" y="457906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DF921AFA-BC58-0170-12E1-F7354DF2EEE0}"/>
                </a:ext>
              </a:extLst>
            </p:cNvPr>
            <p:cNvSpPr/>
            <p:nvPr/>
          </p:nvSpPr>
          <p:spPr>
            <a:xfrm>
              <a:off x="4020458" y="25224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B9DECA8A-BA71-442C-7659-10EAF79C0CF7}"/>
                </a:ext>
              </a:extLst>
            </p:cNvPr>
            <p:cNvSpPr/>
            <p:nvPr/>
          </p:nvSpPr>
          <p:spPr>
            <a:xfrm>
              <a:off x="4419600" y="429683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69243EE2-6114-2D8A-5988-BC3D0A1BD676}"/>
                </a:ext>
              </a:extLst>
            </p:cNvPr>
            <p:cNvSpPr/>
            <p:nvPr/>
          </p:nvSpPr>
          <p:spPr>
            <a:xfrm>
              <a:off x="4544784" y="37319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A0DCED7A-125A-027A-A7ED-6020145506B1}"/>
              </a:ext>
            </a:extLst>
          </p:cNvPr>
          <p:cNvGrpSpPr/>
          <p:nvPr/>
        </p:nvGrpSpPr>
        <p:grpSpPr>
          <a:xfrm>
            <a:off x="8431893" y="2275321"/>
            <a:ext cx="2438400" cy="2456544"/>
            <a:chOff x="7351486" y="3881576"/>
            <a:chExt cx="2438400" cy="2456544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0C97F8CA-0F6B-EE73-845D-F3A31C7DBB6B}"/>
                </a:ext>
              </a:extLst>
            </p:cNvPr>
            <p:cNvSpPr/>
            <p:nvPr/>
          </p:nvSpPr>
          <p:spPr>
            <a:xfrm>
              <a:off x="7351486" y="406140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6587A283-26B6-D3A6-D588-2B6010D5ED2F}"/>
                </a:ext>
              </a:extLst>
            </p:cNvPr>
            <p:cNvSpPr/>
            <p:nvPr/>
          </p:nvSpPr>
          <p:spPr>
            <a:xfrm>
              <a:off x="7453086" y="564506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B8541EDB-776E-CC69-0DD2-292CF1C948A5}"/>
                </a:ext>
              </a:extLst>
            </p:cNvPr>
            <p:cNvSpPr/>
            <p:nvPr/>
          </p:nvSpPr>
          <p:spPr>
            <a:xfrm>
              <a:off x="7493001" y="4886691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18CA91D9-09AE-C451-37CF-86F9340FD0A7}"/>
                </a:ext>
              </a:extLst>
            </p:cNvPr>
            <p:cNvSpPr/>
            <p:nvPr/>
          </p:nvSpPr>
          <p:spPr>
            <a:xfrm>
              <a:off x="7416801" y="45016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EA7B7DBF-26F6-560F-FFE8-FFEE74FD798E}"/>
                </a:ext>
              </a:extLst>
            </p:cNvPr>
            <p:cNvSpPr/>
            <p:nvPr/>
          </p:nvSpPr>
          <p:spPr>
            <a:xfrm>
              <a:off x="7808686" y="45927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1623AA09-5D4C-17B8-50F3-15863F3A347E}"/>
                </a:ext>
              </a:extLst>
            </p:cNvPr>
            <p:cNvSpPr/>
            <p:nvPr/>
          </p:nvSpPr>
          <p:spPr>
            <a:xfrm>
              <a:off x="7777845" y="54563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57BBDD9B-1D37-746E-1236-8EB6CB9537EC}"/>
                </a:ext>
              </a:extLst>
            </p:cNvPr>
            <p:cNvSpPr/>
            <p:nvPr/>
          </p:nvSpPr>
          <p:spPr>
            <a:xfrm>
              <a:off x="9383486" y="613492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998BEFD-991B-D7F1-FE25-1441BC26F2C5}"/>
                </a:ext>
              </a:extLst>
            </p:cNvPr>
            <p:cNvSpPr/>
            <p:nvPr/>
          </p:nvSpPr>
          <p:spPr>
            <a:xfrm>
              <a:off x="7981045" y="509513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B2968990-09C3-1833-55D6-43CC1CB784C0}"/>
                </a:ext>
              </a:extLst>
            </p:cNvPr>
            <p:cNvSpPr/>
            <p:nvPr/>
          </p:nvSpPr>
          <p:spPr>
            <a:xfrm>
              <a:off x="8469086" y="540920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8A771C8-7FA8-3D3A-8CA6-21D6C325A476}"/>
                </a:ext>
              </a:extLst>
            </p:cNvPr>
            <p:cNvSpPr/>
            <p:nvPr/>
          </p:nvSpPr>
          <p:spPr>
            <a:xfrm>
              <a:off x="8053616" y="544186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D559CEBB-8A01-73F3-36D6-98B5BCCE966E}"/>
                </a:ext>
              </a:extLst>
            </p:cNvPr>
            <p:cNvSpPr/>
            <p:nvPr/>
          </p:nvSpPr>
          <p:spPr>
            <a:xfrm>
              <a:off x="8215086" y="601356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8CF91490-C769-9786-193D-3885F8B720B3}"/>
                </a:ext>
              </a:extLst>
            </p:cNvPr>
            <p:cNvSpPr/>
            <p:nvPr/>
          </p:nvSpPr>
          <p:spPr>
            <a:xfrm>
              <a:off x="9006115" y="603332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10A0EC1C-A613-104C-5DEA-EF6C0C198CB1}"/>
                </a:ext>
              </a:extLst>
            </p:cNvPr>
            <p:cNvSpPr/>
            <p:nvPr/>
          </p:nvSpPr>
          <p:spPr>
            <a:xfrm>
              <a:off x="9027887" y="5051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7296FB01-C79F-5869-D8A2-87222B4AA503}"/>
                </a:ext>
              </a:extLst>
            </p:cNvPr>
            <p:cNvSpPr/>
            <p:nvPr/>
          </p:nvSpPr>
          <p:spPr>
            <a:xfrm>
              <a:off x="8672286" y="44000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93FACBD4-8879-A474-6D91-5710EDD13264}"/>
                </a:ext>
              </a:extLst>
            </p:cNvPr>
            <p:cNvSpPr/>
            <p:nvPr/>
          </p:nvSpPr>
          <p:spPr>
            <a:xfrm>
              <a:off x="8875486" y="54309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3A1A834F-F688-501C-DB48-4059CC5C4CA8}"/>
                </a:ext>
              </a:extLst>
            </p:cNvPr>
            <p:cNvSpPr/>
            <p:nvPr/>
          </p:nvSpPr>
          <p:spPr>
            <a:xfrm>
              <a:off x="9383486" y="49737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E36D64E-716C-F74F-0222-DE643E1A4107}"/>
                </a:ext>
              </a:extLst>
            </p:cNvPr>
            <p:cNvSpPr/>
            <p:nvPr/>
          </p:nvSpPr>
          <p:spPr>
            <a:xfrm>
              <a:off x="7420430" y="60095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309915B1-2311-CA2D-B0A8-9814CE0917F8}"/>
                </a:ext>
              </a:extLst>
            </p:cNvPr>
            <p:cNvSpPr/>
            <p:nvPr/>
          </p:nvSpPr>
          <p:spPr>
            <a:xfrm>
              <a:off x="8293102" y="427529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0E0D401D-E99E-4D6B-BC7D-AB925AFDE912}"/>
                </a:ext>
              </a:extLst>
            </p:cNvPr>
            <p:cNvSpPr/>
            <p:nvPr/>
          </p:nvSpPr>
          <p:spPr>
            <a:xfrm>
              <a:off x="7656286" y="5051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7053D244-B8CE-95A4-8B74-52306117E73C}"/>
                </a:ext>
              </a:extLst>
            </p:cNvPr>
            <p:cNvSpPr/>
            <p:nvPr/>
          </p:nvSpPr>
          <p:spPr>
            <a:xfrm>
              <a:off x="7696201" y="42932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9C642BBB-E5CE-3AEC-085C-EFCC810ECB81}"/>
                </a:ext>
              </a:extLst>
            </p:cNvPr>
            <p:cNvSpPr/>
            <p:nvPr/>
          </p:nvSpPr>
          <p:spPr>
            <a:xfrm>
              <a:off x="7774217" y="388157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90E4A372-585F-5A5C-488A-3F032088050E}"/>
                </a:ext>
              </a:extLst>
            </p:cNvPr>
            <p:cNvSpPr/>
            <p:nvPr/>
          </p:nvSpPr>
          <p:spPr>
            <a:xfrm>
              <a:off x="8011886" y="3999307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4D6C833E-4CFD-2746-2B47-7036F006D9B9}"/>
                </a:ext>
              </a:extLst>
            </p:cNvPr>
            <p:cNvSpPr/>
            <p:nvPr/>
          </p:nvSpPr>
          <p:spPr>
            <a:xfrm>
              <a:off x="8240488" y="45472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1AFD92C-F7E9-57FE-CED5-AA5ED3770ABA}"/>
                </a:ext>
              </a:extLst>
            </p:cNvPr>
            <p:cNvSpPr/>
            <p:nvPr/>
          </p:nvSpPr>
          <p:spPr>
            <a:xfrm>
              <a:off x="9586686" y="554145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ECC28464-12E6-12E0-6ADB-446A246FEC18}"/>
                </a:ext>
              </a:extLst>
            </p:cNvPr>
            <p:cNvSpPr/>
            <p:nvPr/>
          </p:nvSpPr>
          <p:spPr>
            <a:xfrm>
              <a:off x="8581572" y="40900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66510A25-6692-09A2-FAD1-841549218F8A}"/>
                </a:ext>
              </a:extLst>
            </p:cNvPr>
            <p:cNvSpPr/>
            <p:nvPr/>
          </p:nvSpPr>
          <p:spPr>
            <a:xfrm>
              <a:off x="8672286" y="5051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4326CE8A-E9D4-E423-E17D-669FC3FF962A}"/>
                </a:ext>
              </a:extLst>
            </p:cNvPr>
            <p:cNvSpPr/>
            <p:nvPr/>
          </p:nvSpPr>
          <p:spPr>
            <a:xfrm>
              <a:off x="8256816" y="48483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B8E69D2F-6252-90A0-23EE-310AB34F442D}"/>
                </a:ext>
              </a:extLst>
            </p:cNvPr>
            <p:cNvSpPr/>
            <p:nvPr/>
          </p:nvSpPr>
          <p:spPr>
            <a:xfrm>
              <a:off x="8530772" y="58063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A3D4E36B-9100-3B8F-8FDD-935396390138}"/>
                </a:ext>
              </a:extLst>
            </p:cNvPr>
            <p:cNvSpPr/>
            <p:nvPr/>
          </p:nvSpPr>
          <p:spPr>
            <a:xfrm>
              <a:off x="9209315" y="543985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C5CC033-4C12-3A6E-527B-8774E083CB79}"/>
                </a:ext>
              </a:extLst>
            </p:cNvPr>
            <p:cNvSpPr/>
            <p:nvPr/>
          </p:nvSpPr>
          <p:spPr>
            <a:xfrm>
              <a:off x="9107715" y="43347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5B9C3725-C2B7-60BA-016B-440DC02E0854}"/>
                </a:ext>
              </a:extLst>
            </p:cNvPr>
            <p:cNvSpPr/>
            <p:nvPr/>
          </p:nvSpPr>
          <p:spPr>
            <a:xfrm>
              <a:off x="9376229" y="4024707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CB5BC6F6-5739-0895-5274-C36BD2CF91F1}"/>
                </a:ext>
              </a:extLst>
            </p:cNvPr>
            <p:cNvSpPr/>
            <p:nvPr/>
          </p:nvSpPr>
          <p:spPr>
            <a:xfrm>
              <a:off x="9006115" y="4602869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878686FE-8550-855D-B7CA-E410EFE263BB}"/>
                </a:ext>
              </a:extLst>
            </p:cNvPr>
            <p:cNvSpPr/>
            <p:nvPr/>
          </p:nvSpPr>
          <p:spPr>
            <a:xfrm>
              <a:off x="9586686" y="438030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5B3B214C-96E1-1575-2913-37676443ED6D}"/>
                </a:ext>
              </a:extLst>
            </p:cNvPr>
            <p:cNvSpPr/>
            <p:nvPr/>
          </p:nvSpPr>
          <p:spPr>
            <a:xfrm>
              <a:off x="7797801" y="5907936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0D852D89-49BE-F05A-AA55-F5AC8F027A71}"/>
                </a:ext>
              </a:extLst>
            </p:cNvPr>
            <p:cNvSpPr/>
            <p:nvPr/>
          </p:nvSpPr>
          <p:spPr>
            <a:xfrm>
              <a:off x="8642351" y="474154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96F1CB72-A174-8F52-D841-52D023DA4DE4}"/>
                </a:ext>
              </a:extLst>
            </p:cNvPr>
            <p:cNvSpPr/>
            <p:nvPr/>
          </p:nvSpPr>
          <p:spPr>
            <a:xfrm>
              <a:off x="9027887" y="5746663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21499D6C-DC8C-7853-0BBF-70DBF19990EE}"/>
                </a:ext>
              </a:extLst>
            </p:cNvPr>
            <p:cNvSpPr/>
            <p:nvPr/>
          </p:nvSpPr>
          <p:spPr>
            <a:xfrm>
              <a:off x="9383486" y="460930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507E523F-327D-EBE0-C523-89FB570C929D}"/>
                </a:ext>
              </a:extLst>
            </p:cNvPr>
            <p:cNvSpPr/>
            <p:nvPr/>
          </p:nvSpPr>
          <p:spPr>
            <a:xfrm>
              <a:off x="8149773" y="574666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2F257AAE-3222-9336-00BA-C12D6F7C5222}"/>
                </a:ext>
              </a:extLst>
            </p:cNvPr>
            <p:cNvSpPr/>
            <p:nvPr/>
          </p:nvSpPr>
          <p:spPr>
            <a:xfrm>
              <a:off x="8289475" y="5174157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59D65B40-45B1-7AF6-EF1D-CE43A3F24230}"/>
                </a:ext>
              </a:extLst>
            </p:cNvPr>
            <p:cNvSpPr/>
            <p:nvPr/>
          </p:nvSpPr>
          <p:spPr>
            <a:xfrm>
              <a:off x="8751209" y="608372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FA2CD191-8879-225C-1B4D-60BB1166ACDB}"/>
                </a:ext>
              </a:extLst>
            </p:cNvPr>
            <p:cNvSpPr/>
            <p:nvPr/>
          </p:nvSpPr>
          <p:spPr>
            <a:xfrm>
              <a:off x="8969830" y="402713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113A734A-3427-9D70-2D07-A6A4D27E51B4}"/>
                </a:ext>
              </a:extLst>
            </p:cNvPr>
            <p:cNvSpPr/>
            <p:nvPr/>
          </p:nvSpPr>
          <p:spPr>
            <a:xfrm>
              <a:off x="9368972" y="580148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53EAC0A3-AF99-9B40-C7F0-390D774B3956}"/>
                </a:ext>
              </a:extLst>
            </p:cNvPr>
            <p:cNvSpPr/>
            <p:nvPr/>
          </p:nvSpPr>
          <p:spPr>
            <a:xfrm>
              <a:off x="9494156" y="5236650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CC35E0CC-FB56-5F82-2B5A-420139F7D95F}"/>
              </a:ext>
            </a:extLst>
          </p:cNvPr>
          <p:cNvSpPr txBox="1"/>
          <p:nvPr/>
        </p:nvSpPr>
        <p:spPr>
          <a:xfrm>
            <a:off x="1956706" y="4960658"/>
            <a:ext cx="2835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Unlabeled Data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FE765CB1-1BB6-5829-3835-D8D36A0F883D}"/>
              </a:ext>
            </a:extLst>
          </p:cNvPr>
          <p:cNvGrpSpPr/>
          <p:nvPr/>
        </p:nvGrpSpPr>
        <p:grpSpPr>
          <a:xfrm>
            <a:off x="5323110" y="2161837"/>
            <a:ext cx="2438400" cy="2611560"/>
            <a:chOff x="7351486" y="1036978"/>
            <a:chExt cx="2438400" cy="2611560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668C97C3-9EF4-28DC-3FED-B1B710F708D4}"/>
                </a:ext>
              </a:extLst>
            </p:cNvPr>
            <p:cNvSpPr/>
            <p:nvPr/>
          </p:nvSpPr>
          <p:spPr>
            <a:xfrm>
              <a:off x="7351486" y="13464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02B500C0-543B-BF3D-F2DC-3AA6E3BFE449}"/>
                </a:ext>
              </a:extLst>
            </p:cNvPr>
            <p:cNvSpPr/>
            <p:nvPr/>
          </p:nvSpPr>
          <p:spPr>
            <a:xfrm>
              <a:off x="7453086" y="29300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A7FB9426-1D5F-668F-25DD-4906E9DC881F}"/>
                </a:ext>
              </a:extLst>
            </p:cNvPr>
            <p:cNvSpPr/>
            <p:nvPr/>
          </p:nvSpPr>
          <p:spPr>
            <a:xfrm>
              <a:off x="7493001" y="21717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3C0E5966-AA14-CF50-8A10-B6E0EED3C705}"/>
                </a:ext>
              </a:extLst>
            </p:cNvPr>
            <p:cNvSpPr/>
            <p:nvPr/>
          </p:nvSpPr>
          <p:spPr>
            <a:xfrm>
              <a:off x="7416801" y="178668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03209EBB-6E90-549C-CB7A-281E357A5F67}"/>
                </a:ext>
              </a:extLst>
            </p:cNvPr>
            <p:cNvSpPr/>
            <p:nvPr/>
          </p:nvSpPr>
          <p:spPr>
            <a:xfrm>
              <a:off x="7808686" y="18777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731617AC-B34D-BDD8-89D8-7A57DFCE3906}"/>
                </a:ext>
              </a:extLst>
            </p:cNvPr>
            <p:cNvSpPr/>
            <p:nvPr/>
          </p:nvSpPr>
          <p:spPr>
            <a:xfrm>
              <a:off x="7777845" y="27413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9B451970-7441-94E6-F55C-EACC905ADD19}"/>
                </a:ext>
              </a:extLst>
            </p:cNvPr>
            <p:cNvSpPr/>
            <p:nvPr/>
          </p:nvSpPr>
          <p:spPr>
            <a:xfrm>
              <a:off x="9383486" y="341993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2E2B1261-C2B8-07C4-0CDD-CFFAAEA128C8}"/>
                </a:ext>
              </a:extLst>
            </p:cNvPr>
            <p:cNvSpPr/>
            <p:nvPr/>
          </p:nvSpPr>
          <p:spPr>
            <a:xfrm>
              <a:off x="7981045" y="23801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4373B6EA-C1F0-D3ED-381D-F0A246927DAA}"/>
                </a:ext>
              </a:extLst>
            </p:cNvPr>
            <p:cNvSpPr/>
            <p:nvPr/>
          </p:nvSpPr>
          <p:spPr>
            <a:xfrm>
              <a:off x="8469086" y="269422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7A33C4B8-D18E-513F-9D40-FF4ECAE0CD89}"/>
                </a:ext>
              </a:extLst>
            </p:cNvPr>
            <p:cNvSpPr/>
            <p:nvPr/>
          </p:nvSpPr>
          <p:spPr>
            <a:xfrm>
              <a:off x="8053616" y="27268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AFD274E-FEEF-33A1-58EF-81C40E11A910}"/>
                </a:ext>
              </a:extLst>
            </p:cNvPr>
            <p:cNvSpPr/>
            <p:nvPr/>
          </p:nvSpPr>
          <p:spPr>
            <a:xfrm>
              <a:off x="8215086" y="329857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E498ECE8-3526-3C1E-03A6-CC7BFE2BAE9A}"/>
                </a:ext>
              </a:extLst>
            </p:cNvPr>
            <p:cNvSpPr/>
            <p:nvPr/>
          </p:nvSpPr>
          <p:spPr>
            <a:xfrm>
              <a:off x="9006115" y="331833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6CAF171D-D5DD-D570-6D70-900AC248CAA8}"/>
                </a:ext>
              </a:extLst>
            </p:cNvPr>
            <p:cNvSpPr/>
            <p:nvPr/>
          </p:nvSpPr>
          <p:spPr>
            <a:xfrm>
              <a:off x="9027887" y="233661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E4496241-D16E-26BE-5589-79A52BA38F20}"/>
                </a:ext>
              </a:extLst>
            </p:cNvPr>
            <p:cNvSpPr/>
            <p:nvPr/>
          </p:nvSpPr>
          <p:spPr>
            <a:xfrm>
              <a:off x="8672286" y="168508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DE5D77D4-E295-E0D1-6D80-2FD3AD60650A}"/>
                </a:ext>
              </a:extLst>
            </p:cNvPr>
            <p:cNvSpPr/>
            <p:nvPr/>
          </p:nvSpPr>
          <p:spPr>
            <a:xfrm>
              <a:off x="8875486" y="27159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A1152100-FC83-F828-9568-634077D6A33A}"/>
                </a:ext>
              </a:extLst>
            </p:cNvPr>
            <p:cNvSpPr/>
            <p:nvPr/>
          </p:nvSpPr>
          <p:spPr>
            <a:xfrm>
              <a:off x="9383486" y="22587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F061845-8D60-0029-0ADF-8C41C8F589FA}"/>
                </a:ext>
              </a:extLst>
            </p:cNvPr>
            <p:cNvSpPr/>
            <p:nvPr/>
          </p:nvSpPr>
          <p:spPr>
            <a:xfrm>
              <a:off x="7420430" y="329455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BBA9D2EF-CF11-2A96-4CAA-A96964E424A5}"/>
                </a:ext>
              </a:extLst>
            </p:cNvPr>
            <p:cNvSpPr/>
            <p:nvPr/>
          </p:nvSpPr>
          <p:spPr>
            <a:xfrm>
              <a:off x="8293102" y="1560308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DCF9FFFB-53E5-F68D-FB98-FCBA3862E96F}"/>
                </a:ext>
              </a:extLst>
            </p:cNvPr>
            <p:cNvSpPr/>
            <p:nvPr/>
          </p:nvSpPr>
          <p:spPr>
            <a:xfrm>
              <a:off x="7656286" y="233661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13EF82B7-4143-8C43-18B6-3930F7FACD4D}"/>
                </a:ext>
              </a:extLst>
            </p:cNvPr>
            <p:cNvSpPr/>
            <p:nvPr/>
          </p:nvSpPr>
          <p:spPr>
            <a:xfrm>
              <a:off x="7696201" y="15782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E04808A4-ECFF-C2E1-D813-66C626E3145C}"/>
                </a:ext>
              </a:extLst>
            </p:cNvPr>
            <p:cNvSpPr/>
            <p:nvPr/>
          </p:nvSpPr>
          <p:spPr>
            <a:xfrm>
              <a:off x="7774217" y="1166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3954220E-55AB-9E6E-2831-E592BF58F7D0}"/>
                </a:ext>
              </a:extLst>
            </p:cNvPr>
            <p:cNvSpPr/>
            <p:nvPr/>
          </p:nvSpPr>
          <p:spPr>
            <a:xfrm>
              <a:off x="8011886" y="128432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6D7E9616-AD95-1E7C-0E99-9F719B21D599}"/>
                </a:ext>
              </a:extLst>
            </p:cNvPr>
            <p:cNvSpPr/>
            <p:nvPr/>
          </p:nvSpPr>
          <p:spPr>
            <a:xfrm>
              <a:off x="8240488" y="18322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B74AB4D9-72A4-AC45-B467-86899E658202}"/>
                </a:ext>
              </a:extLst>
            </p:cNvPr>
            <p:cNvSpPr/>
            <p:nvPr/>
          </p:nvSpPr>
          <p:spPr>
            <a:xfrm>
              <a:off x="9586686" y="282646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3D9ABFC4-E67A-46E5-03F0-E708AEDCC319}"/>
                </a:ext>
              </a:extLst>
            </p:cNvPr>
            <p:cNvSpPr/>
            <p:nvPr/>
          </p:nvSpPr>
          <p:spPr>
            <a:xfrm>
              <a:off x="8581572" y="1375038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C30BA4AD-1AA8-CB86-065F-3A3AAEA4CB9D}"/>
                </a:ext>
              </a:extLst>
            </p:cNvPr>
            <p:cNvSpPr/>
            <p:nvPr/>
          </p:nvSpPr>
          <p:spPr>
            <a:xfrm>
              <a:off x="8672286" y="2336610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EF7945A9-CDCE-37CA-0E1A-9DC434F2C981}"/>
                </a:ext>
              </a:extLst>
            </p:cNvPr>
            <p:cNvSpPr/>
            <p:nvPr/>
          </p:nvSpPr>
          <p:spPr>
            <a:xfrm>
              <a:off x="8256816" y="213341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EEC57C82-3D01-3BD4-F3DA-B162C862E8F2}"/>
                </a:ext>
              </a:extLst>
            </p:cNvPr>
            <p:cNvSpPr/>
            <p:nvPr/>
          </p:nvSpPr>
          <p:spPr>
            <a:xfrm>
              <a:off x="8530772" y="3091353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9BE8FE9E-3128-33E5-6391-0409FC502F09}"/>
                </a:ext>
              </a:extLst>
            </p:cNvPr>
            <p:cNvSpPr/>
            <p:nvPr/>
          </p:nvSpPr>
          <p:spPr>
            <a:xfrm>
              <a:off x="9209315" y="272486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253F862D-AB45-762D-0AD2-BDAA1F7BE92B}"/>
                </a:ext>
              </a:extLst>
            </p:cNvPr>
            <p:cNvSpPr/>
            <p:nvPr/>
          </p:nvSpPr>
          <p:spPr>
            <a:xfrm>
              <a:off x="9107715" y="1619769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A712BC9E-C378-C186-9737-1E88881F6519}"/>
                </a:ext>
              </a:extLst>
            </p:cNvPr>
            <p:cNvSpPr/>
            <p:nvPr/>
          </p:nvSpPr>
          <p:spPr>
            <a:xfrm>
              <a:off x="9376229" y="130972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18107878-33F2-E662-477C-17C4C98F8CB7}"/>
                </a:ext>
              </a:extLst>
            </p:cNvPr>
            <p:cNvSpPr/>
            <p:nvPr/>
          </p:nvSpPr>
          <p:spPr>
            <a:xfrm>
              <a:off x="9006115" y="1887886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5F0B1C7B-1312-381A-2C9B-617386857D92}"/>
                </a:ext>
              </a:extLst>
            </p:cNvPr>
            <p:cNvSpPr/>
            <p:nvPr/>
          </p:nvSpPr>
          <p:spPr>
            <a:xfrm>
              <a:off x="9586686" y="166532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2DE40657-5EB0-431A-4161-68E3E4698F53}"/>
                </a:ext>
              </a:extLst>
            </p:cNvPr>
            <p:cNvSpPr/>
            <p:nvPr/>
          </p:nvSpPr>
          <p:spPr>
            <a:xfrm>
              <a:off x="7797801" y="319295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A1BA8135-D52A-F4EF-EA8A-EDA58377FDDA}"/>
                </a:ext>
              </a:extLst>
            </p:cNvPr>
            <p:cNvSpPr/>
            <p:nvPr/>
          </p:nvSpPr>
          <p:spPr>
            <a:xfrm>
              <a:off x="8642351" y="202656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F23FD34B-1C0D-75BF-9F24-195FF74C267E}"/>
                </a:ext>
              </a:extLst>
            </p:cNvPr>
            <p:cNvSpPr/>
            <p:nvPr/>
          </p:nvSpPr>
          <p:spPr>
            <a:xfrm>
              <a:off x="9027887" y="30316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DEA72BB6-4045-BAC6-441E-0C4DD861FBCF}"/>
                </a:ext>
              </a:extLst>
            </p:cNvPr>
            <p:cNvSpPr/>
            <p:nvPr/>
          </p:nvSpPr>
          <p:spPr>
            <a:xfrm>
              <a:off x="9383486" y="18943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104AAD5E-01AA-8ED0-2EEE-49DD29B4A39C}"/>
                </a:ext>
              </a:extLst>
            </p:cNvPr>
            <p:cNvSpPr/>
            <p:nvPr/>
          </p:nvSpPr>
          <p:spPr>
            <a:xfrm>
              <a:off x="8149773" y="3031680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CB604FFD-18EE-DBB2-6075-2E99DEF2224B}"/>
                </a:ext>
              </a:extLst>
            </p:cNvPr>
            <p:cNvSpPr/>
            <p:nvPr/>
          </p:nvSpPr>
          <p:spPr>
            <a:xfrm>
              <a:off x="8289475" y="2459174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E695A9EF-F178-0C43-3128-12B63966EE6D}"/>
                </a:ext>
              </a:extLst>
            </p:cNvPr>
            <p:cNvSpPr/>
            <p:nvPr/>
          </p:nvSpPr>
          <p:spPr>
            <a:xfrm>
              <a:off x="8751209" y="336874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AFAC0F06-0C11-3B9C-4F8E-C72190593959}"/>
                </a:ext>
              </a:extLst>
            </p:cNvPr>
            <p:cNvSpPr/>
            <p:nvPr/>
          </p:nvSpPr>
          <p:spPr>
            <a:xfrm>
              <a:off x="8969830" y="13121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7E70B54B-293F-3F5E-B502-68945872F213}"/>
                </a:ext>
              </a:extLst>
            </p:cNvPr>
            <p:cNvSpPr/>
            <p:nvPr/>
          </p:nvSpPr>
          <p:spPr>
            <a:xfrm>
              <a:off x="9368972" y="308650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B93C9FFF-7839-0B37-0768-4EF8CAC0DBA4}"/>
                </a:ext>
              </a:extLst>
            </p:cNvPr>
            <p:cNvSpPr/>
            <p:nvPr/>
          </p:nvSpPr>
          <p:spPr>
            <a:xfrm>
              <a:off x="9494156" y="252166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4CBE2D06-3405-4738-FAA6-79CC910EF9D6}"/>
                </a:ext>
              </a:extLst>
            </p:cNvPr>
            <p:cNvCxnSpPr/>
            <p:nvPr/>
          </p:nvCxnSpPr>
          <p:spPr>
            <a:xfrm flipH="1">
              <a:off x="8162020" y="1036978"/>
              <a:ext cx="945242" cy="261156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E60706F9-7786-58AE-9346-7C0609AA3461}"/>
              </a:ext>
            </a:extLst>
          </p:cNvPr>
          <p:cNvSpPr txBox="1"/>
          <p:nvPr/>
        </p:nvSpPr>
        <p:spPr>
          <a:xfrm>
            <a:off x="5135331" y="4960658"/>
            <a:ext cx="2835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Uncertainty Base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98AA6F1-3E73-CFB7-3C14-E14D30ABEC82}"/>
              </a:ext>
            </a:extLst>
          </p:cNvPr>
          <p:cNvSpPr txBox="1"/>
          <p:nvPr/>
        </p:nvSpPr>
        <p:spPr>
          <a:xfrm>
            <a:off x="8346086" y="4960658"/>
            <a:ext cx="2835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Diversity Base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98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1121642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br>
              <a:rPr lang="en-US" altLang="ko-KR" dirty="0"/>
            </a:br>
            <a:r>
              <a:rPr lang="en-US" altLang="ko-KR" sz="2400" dirty="0"/>
              <a:t>Random Sampling Baseline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F898C-6633-9A2C-3DB9-006FF4DABDFE}"/>
              </a:ext>
            </a:extLst>
          </p:cNvPr>
          <p:cNvSpPr txBox="1"/>
          <p:nvPr/>
        </p:nvSpPr>
        <p:spPr>
          <a:xfrm>
            <a:off x="967901" y="1659652"/>
            <a:ext cx="5209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Nothing Special, Just Random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663676-1E3E-1250-1D1E-455FF66BC005}"/>
              </a:ext>
            </a:extLst>
          </p:cNvPr>
          <p:cNvGrpSpPr/>
          <p:nvPr/>
        </p:nvGrpSpPr>
        <p:grpSpPr>
          <a:xfrm>
            <a:off x="7961440" y="2552506"/>
            <a:ext cx="2438400" cy="2456544"/>
            <a:chOff x="2402114" y="2376921"/>
            <a:chExt cx="2438400" cy="2456544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2E7AD47F-FA2E-C6CD-5295-1A02712A624D}"/>
                </a:ext>
              </a:extLst>
            </p:cNvPr>
            <p:cNvSpPr/>
            <p:nvPr/>
          </p:nvSpPr>
          <p:spPr>
            <a:xfrm>
              <a:off x="2402114" y="25567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5ECB2F4-23E8-A623-322F-89338A0E6595}"/>
                </a:ext>
              </a:extLst>
            </p:cNvPr>
            <p:cNvSpPr/>
            <p:nvPr/>
          </p:nvSpPr>
          <p:spPr>
            <a:xfrm>
              <a:off x="2503714" y="41404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D7FA80E7-571D-5C5A-6907-2A2BAF7467C1}"/>
                </a:ext>
              </a:extLst>
            </p:cNvPr>
            <p:cNvSpPr/>
            <p:nvPr/>
          </p:nvSpPr>
          <p:spPr>
            <a:xfrm>
              <a:off x="2543629" y="3382036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C8D69E09-DBAB-2144-9198-36AD15F1E1B2}"/>
                </a:ext>
              </a:extLst>
            </p:cNvPr>
            <p:cNvSpPr/>
            <p:nvPr/>
          </p:nvSpPr>
          <p:spPr>
            <a:xfrm>
              <a:off x="2467429" y="299701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4966348-2239-F6A3-2F06-DB6E58A0DB9E}"/>
                </a:ext>
              </a:extLst>
            </p:cNvPr>
            <p:cNvSpPr/>
            <p:nvPr/>
          </p:nvSpPr>
          <p:spPr>
            <a:xfrm>
              <a:off x="2859314" y="30881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BBE5399-093C-34FC-FEA1-A5389EEEC9AE}"/>
                </a:ext>
              </a:extLst>
            </p:cNvPr>
            <p:cNvSpPr/>
            <p:nvPr/>
          </p:nvSpPr>
          <p:spPr>
            <a:xfrm>
              <a:off x="2828473" y="3951722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A68C8C3-A524-3A1D-D67B-3D90C2724ADC}"/>
                </a:ext>
              </a:extLst>
            </p:cNvPr>
            <p:cNvSpPr/>
            <p:nvPr/>
          </p:nvSpPr>
          <p:spPr>
            <a:xfrm>
              <a:off x="4434114" y="463026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9AA4E3C-1A5B-80C7-E758-F875F696D63D}"/>
                </a:ext>
              </a:extLst>
            </p:cNvPr>
            <p:cNvSpPr/>
            <p:nvPr/>
          </p:nvSpPr>
          <p:spPr>
            <a:xfrm>
              <a:off x="3031673" y="35904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B4BABD9-CAFC-BE5D-E5E7-F7E462A3615F}"/>
                </a:ext>
              </a:extLst>
            </p:cNvPr>
            <p:cNvSpPr/>
            <p:nvPr/>
          </p:nvSpPr>
          <p:spPr>
            <a:xfrm>
              <a:off x="3519714" y="390455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44F68AD-3045-AD9F-9890-62809BFDB568}"/>
                </a:ext>
              </a:extLst>
            </p:cNvPr>
            <p:cNvSpPr/>
            <p:nvPr/>
          </p:nvSpPr>
          <p:spPr>
            <a:xfrm>
              <a:off x="3104244" y="3937208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669372E-7CAC-82EF-39AE-312555FD9B9F}"/>
                </a:ext>
              </a:extLst>
            </p:cNvPr>
            <p:cNvSpPr/>
            <p:nvPr/>
          </p:nvSpPr>
          <p:spPr>
            <a:xfrm>
              <a:off x="3265714" y="450890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1B62CA6D-F051-8B21-7471-EF0ADDDADD60}"/>
                </a:ext>
              </a:extLst>
            </p:cNvPr>
            <p:cNvSpPr/>
            <p:nvPr/>
          </p:nvSpPr>
          <p:spPr>
            <a:xfrm>
              <a:off x="4056743" y="4528665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A3D0478A-693B-3758-4BBE-836982BC0CA9}"/>
                </a:ext>
              </a:extLst>
            </p:cNvPr>
            <p:cNvSpPr/>
            <p:nvPr/>
          </p:nvSpPr>
          <p:spPr>
            <a:xfrm>
              <a:off x="4078515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E86D374-05CD-80CD-A00E-AEF8FBA6D09D}"/>
                </a:ext>
              </a:extLst>
            </p:cNvPr>
            <p:cNvSpPr/>
            <p:nvPr/>
          </p:nvSpPr>
          <p:spPr>
            <a:xfrm>
              <a:off x="3722914" y="289541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8B8ABCC8-3502-2436-2013-1927F9626CAD}"/>
                </a:ext>
              </a:extLst>
            </p:cNvPr>
            <p:cNvSpPr/>
            <p:nvPr/>
          </p:nvSpPr>
          <p:spPr>
            <a:xfrm>
              <a:off x="3926114" y="39263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ABE0AAC5-B510-8B1C-B3D4-E062A155DCC7}"/>
                </a:ext>
              </a:extLst>
            </p:cNvPr>
            <p:cNvSpPr/>
            <p:nvPr/>
          </p:nvSpPr>
          <p:spPr>
            <a:xfrm>
              <a:off x="4434114" y="3469122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DAC751F6-C616-6C87-21E4-785E8643FC35}"/>
                </a:ext>
              </a:extLst>
            </p:cNvPr>
            <p:cNvSpPr/>
            <p:nvPr/>
          </p:nvSpPr>
          <p:spPr>
            <a:xfrm>
              <a:off x="2471058" y="45048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BEEDA81-4178-DF2B-9694-D9379E065EAD}"/>
                </a:ext>
              </a:extLst>
            </p:cNvPr>
            <p:cNvSpPr/>
            <p:nvPr/>
          </p:nvSpPr>
          <p:spPr>
            <a:xfrm>
              <a:off x="3343730" y="2770636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94ACB44-CF78-96CA-1656-CD4577918949}"/>
                </a:ext>
              </a:extLst>
            </p:cNvPr>
            <p:cNvSpPr/>
            <p:nvPr/>
          </p:nvSpPr>
          <p:spPr>
            <a:xfrm>
              <a:off x="2706914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76034D2F-F8BC-B0FC-E0E4-BBDED8C0C5F8}"/>
                </a:ext>
              </a:extLst>
            </p:cNvPr>
            <p:cNvSpPr/>
            <p:nvPr/>
          </p:nvSpPr>
          <p:spPr>
            <a:xfrm>
              <a:off x="2746829" y="2788566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2E13B7E-920D-F31C-0595-F93D7F3C2C97}"/>
                </a:ext>
              </a:extLst>
            </p:cNvPr>
            <p:cNvSpPr/>
            <p:nvPr/>
          </p:nvSpPr>
          <p:spPr>
            <a:xfrm>
              <a:off x="2824845" y="23769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D200DF6-BEC9-F820-4EBA-F80B988909AA}"/>
                </a:ext>
              </a:extLst>
            </p:cNvPr>
            <p:cNvSpPr/>
            <p:nvPr/>
          </p:nvSpPr>
          <p:spPr>
            <a:xfrm>
              <a:off x="3062514" y="24946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89321AD-8104-AAB0-122F-22C5975B2CF8}"/>
                </a:ext>
              </a:extLst>
            </p:cNvPr>
            <p:cNvSpPr/>
            <p:nvPr/>
          </p:nvSpPr>
          <p:spPr>
            <a:xfrm>
              <a:off x="3291116" y="30425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A5DC0D52-EE98-71E7-3AEB-599457C4B0CE}"/>
                </a:ext>
              </a:extLst>
            </p:cNvPr>
            <p:cNvSpPr/>
            <p:nvPr/>
          </p:nvSpPr>
          <p:spPr>
            <a:xfrm>
              <a:off x="4637314" y="40367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286E30A-C340-5302-72AD-D4C8140A5162}"/>
                </a:ext>
              </a:extLst>
            </p:cNvPr>
            <p:cNvSpPr/>
            <p:nvPr/>
          </p:nvSpPr>
          <p:spPr>
            <a:xfrm>
              <a:off x="3632200" y="25853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6D34AB82-738F-7613-EEFF-D825B2B6BF54}"/>
                </a:ext>
              </a:extLst>
            </p:cNvPr>
            <p:cNvSpPr/>
            <p:nvPr/>
          </p:nvSpPr>
          <p:spPr>
            <a:xfrm>
              <a:off x="3722914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77B4C5D-E795-BCB2-1574-991F434C2394}"/>
                </a:ext>
              </a:extLst>
            </p:cNvPr>
            <p:cNvSpPr/>
            <p:nvPr/>
          </p:nvSpPr>
          <p:spPr>
            <a:xfrm>
              <a:off x="3307444" y="33437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F659DF1E-F3E1-E80F-0BB8-6A187230657C}"/>
                </a:ext>
              </a:extLst>
            </p:cNvPr>
            <p:cNvSpPr/>
            <p:nvPr/>
          </p:nvSpPr>
          <p:spPr>
            <a:xfrm>
              <a:off x="3581400" y="43016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9353ACD2-8E91-A914-0517-436F8E00E6A8}"/>
                </a:ext>
              </a:extLst>
            </p:cNvPr>
            <p:cNvSpPr/>
            <p:nvPr/>
          </p:nvSpPr>
          <p:spPr>
            <a:xfrm>
              <a:off x="4259943" y="39351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2F981B9-5815-B513-5A72-4299D85B7308}"/>
                </a:ext>
              </a:extLst>
            </p:cNvPr>
            <p:cNvSpPr/>
            <p:nvPr/>
          </p:nvSpPr>
          <p:spPr>
            <a:xfrm>
              <a:off x="4158343" y="2830097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E5CA2E7-0504-F1A6-4C8B-113CA0B26BA8}"/>
                </a:ext>
              </a:extLst>
            </p:cNvPr>
            <p:cNvSpPr/>
            <p:nvPr/>
          </p:nvSpPr>
          <p:spPr>
            <a:xfrm>
              <a:off x="4426857" y="25200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E22145E-E09F-5842-6BA1-3FCF8019047D}"/>
                </a:ext>
              </a:extLst>
            </p:cNvPr>
            <p:cNvSpPr/>
            <p:nvPr/>
          </p:nvSpPr>
          <p:spPr>
            <a:xfrm>
              <a:off x="4056743" y="309821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57E9B63-A9CE-656C-9049-E55CDE37B4C1}"/>
                </a:ext>
              </a:extLst>
            </p:cNvPr>
            <p:cNvSpPr/>
            <p:nvPr/>
          </p:nvSpPr>
          <p:spPr>
            <a:xfrm>
              <a:off x="4637314" y="28756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4DEE595-FB98-7250-4BCD-BA2BBCC5D626}"/>
                </a:ext>
              </a:extLst>
            </p:cNvPr>
            <p:cNvSpPr/>
            <p:nvPr/>
          </p:nvSpPr>
          <p:spPr>
            <a:xfrm>
              <a:off x="2848429" y="44032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AA55B1D-83DC-299A-B267-E862505DDACA}"/>
                </a:ext>
              </a:extLst>
            </p:cNvPr>
            <p:cNvSpPr/>
            <p:nvPr/>
          </p:nvSpPr>
          <p:spPr>
            <a:xfrm>
              <a:off x="3692979" y="32368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0308BBF-BDD6-6536-4359-B884758D90A9}"/>
                </a:ext>
              </a:extLst>
            </p:cNvPr>
            <p:cNvSpPr/>
            <p:nvPr/>
          </p:nvSpPr>
          <p:spPr>
            <a:xfrm>
              <a:off x="4078515" y="42420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4FEBFD8B-AA4A-0F7D-5F01-18E6183D9BF6}"/>
                </a:ext>
              </a:extLst>
            </p:cNvPr>
            <p:cNvSpPr/>
            <p:nvPr/>
          </p:nvSpPr>
          <p:spPr>
            <a:xfrm>
              <a:off x="4434114" y="31046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0152102-852B-444E-DBD1-BEEC3928A670}"/>
                </a:ext>
              </a:extLst>
            </p:cNvPr>
            <p:cNvSpPr/>
            <p:nvPr/>
          </p:nvSpPr>
          <p:spPr>
            <a:xfrm>
              <a:off x="3200401" y="42420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990C3C97-14C2-3AE7-0225-AE66DDA87A9D}"/>
                </a:ext>
              </a:extLst>
            </p:cNvPr>
            <p:cNvSpPr/>
            <p:nvPr/>
          </p:nvSpPr>
          <p:spPr>
            <a:xfrm>
              <a:off x="3340103" y="3669502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8A433B0-E332-FDC7-0099-FC2C000E5E75}"/>
                </a:ext>
              </a:extLst>
            </p:cNvPr>
            <p:cNvSpPr/>
            <p:nvPr/>
          </p:nvSpPr>
          <p:spPr>
            <a:xfrm>
              <a:off x="3801837" y="457906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2799D636-1503-635C-CA98-5C73CA26C7FF}"/>
                </a:ext>
              </a:extLst>
            </p:cNvPr>
            <p:cNvSpPr/>
            <p:nvPr/>
          </p:nvSpPr>
          <p:spPr>
            <a:xfrm>
              <a:off x="4020458" y="25224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E77BAD1-DFDE-8E50-204A-38E18E938C86}"/>
                </a:ext>
              </a:extLst>
            </p:cNvPr>
            <p:cNvSpPr/>
            <p:nvPr/>
          </p:nvSpPr>
          <p:spPr>
            <a:xfrm>
              <a:off x="4419600" y="429683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7B39092D-D586-C9C6-4091-75B4EFCAB282}"/>
                </a:ext>
              </a:extLst>
            </p:cNvPr>
            <p:cNvSpPr/>
            <p:nvPr/>
          </p:nvSpPr>
          <p:spPr>
            <a:xfrm>
              <a:off x="4544784" y="37319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F70C025-7D93-598D-6DBE-C6BC89A2D321}"/>
              </a:ext>
            </a:extLst>
          </p:cNvPr>
          <p:cNvSpPr txBox="1"/>
          <p:nvPr/>
        </p:nvSpPr>
        <p:spPr>
          <a:xfrm>
            <a:off x="967901" y="2254206"/>
            <a:ext cx="5128099" cy="1526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단순히 랜덤하게 샘플링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주로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Active Learning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성능을 평가하는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Baseline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사용된다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단순하지만 생각보다 잘 동작한다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92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19808F6A-A598-7A1A-F621-FA8C4EB3720E}"/>
              </a:ext>
            </a:extLst>
          </p:cNvPr>
          <p:cNvGrpSpPr/>
          <p:nvPr/>
        </p:nvGrpSpPr>
        <p:grpSpPr>
          <a:xfrm>
            <a:off x="7961440" y="2552506"/>
            <a:ext cx="2438400" cy="2456544"/>
            <a:chOff x="7351486" y="3881576"/>
            <a:chExt cx="2438400" cy="2456544"/>
          </a:xfrm>
        </p:grpSpPr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3CD11D59-31C0-3A6B-9C84-E30194326B88}"/>
                </a:ext>
              </a:extLst>
            </p:cNvPr>
            <p:cNvSpPr/>
            <p:nvPr/>
          </p:nvSpPr>
          <p:spPr>
            <a:xfrm>
              <a:off x="7351486" y="406140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95648680-5E79-40B5-B528-F1E9D0DD00EB}"/>
                </a:ext>
              </a:extLst>
            </p:cNvPr>
            <p:cNvSpPr/>
            <p:nvPr/>
          </p:nvSpPr>
          <p:spPr>
            <a:xfrm>
              <a:off x="7453086" y="564506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0A082EFB-AF0A-2B41-E9F3-B7D4E21E51EA}"/>
                </a:ext>
              </a:extLst>
            </p:cNvPr>
            <p:cNvSpPr/>
            <p:nvPr/>
          </p:nvSpPr>
          <p:spPr>
            <a:xfrm>
              <a:off x="7493001" y="4886691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37688EC4-4C51-2536-DED2-6359671F1D88}"/>
                </a:ext>
              </a:extLst>
            </p:cNvPr>
            <p:cNvSpPr/>
            <p:nvPr/>
          </p:nvSpPr>
          <p:spPr>
            <a:xfrm>
              <a:off x="7416801" y="45016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A2E4D8E9-7A68-FD83-875B-2F3185F0594C}"/>
                </a:ext>
              </a:extLst>
            </p:cNvPr>
            <p:cNvSpPr/>
            <p:nvPr/>
          </p:nvSpPr>
          <p:spPr>
            <a:xfrm>
              <a:off x="7808686" y="45927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99A016B-AC78-7A7B-A6FF-C2F5F539CD01}"/>
                </a:ext>
              </a:extLst>
            </p:cNvPr>
            <p:cNvSpPr/>
            <p:nvPr/>
          </p:nvSpPr>
          <p:spPr>
            <a:xfrm>
              <a:off x="7777845" y="54563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16CFFD24-E9F3-807C-3683-69F5B0A80938}"/>
                </a:ext>
              </a:extLst>
            </p:cNvPr>
            <p:cNvSpPr/>
            <p:nvPr/>
          </p:nvSpPr>
          <p:spPr>
            <a:xfrm>
              <a:off x="9383486" y="613492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5F4C8EB1-2867-4747-F9D2-7B242E100245}"/>
                </a:ext>
              </a:extLst>
            </p:cNvPr>
            <p:cNvSpPr/>
            <p:nvPr/>
          </p:nvSpPr>
          <p:spPr>
            <a:xfrm>
              <a:off x="7981045" y="509513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051376E2-DC0C-DA3A-674E-FC8110BF0B91}"/>
                </a:ext>
              </a:extLst>
            </p:cNvPr>
            <p:cNvSpPr/>
            <p:nvPr/>
          </p:nvSpPr>
          <p:spPr>
            <a:xfrm>
              <a:off x="8469086" y="540920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AF298DE8-DC3E-8352-6730-863617D2BD60}"/>
                </a:ext>
              </a:extLst>
            </p:cNvPr>
            <p:cNvSpPr/>
            <p:nvPr/>
          </p:nvSpPr>
          <p:spPr>
            <a:xfrm>
              <a:off x="8053616" y="544186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9CBAB838-11AC-B186-A2E1-C494CE609085}"/>
                </a:ext>
              </a:extLst>
            </p:cNvPr>
            <p:cNvSpPr/>
            <p:nvPr/>
          </p:nvSpPr>
          <p:spPr>
            <a:xfrm>
              <a:off x="8215086" y="601356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9B7B7A4F-6005-0E5A-A175-3AF675F0D081}"/>
                </a:ext>
              </a:extLst>
            </p:cNvPr>
            <p:cNvSpPr/>
            <p:nvPr/>
          </p:nvSpPr>
          <p:spPr>
            <a:xfrm>
              <a:off x="9006115" y="603332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DCD8ED30-FF51-2098-BA7E-76333A0AFF99}"/>
                </a:ext>
              </a:extLst>
            </p:cNvPr>
            <p:cNvSpPr/>
            <p:nvPr/>
          </p:nvSpPr>
          <p:spPr>
            <a:xfrm>
              <a:off x="9027887" y="5051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7479DEAC-3D31-789C-6930-1FAAAFD3ADBD}"/>
                </a:ext>
              </a:extLst>
            </p:cNvPr>
            <p:cNvSpPr/>
            <p:nvPr/>
          </p:nvSpPr>
          <p:spPr>
            <a:xfrm>
              <a:off x="8672286" y="44000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1034C371-971A-E6FA-366F-911B23E13506}"/>
                </a:ext>
              </a:extLst>
            </p:cNvPr>
            <p:cNvSpPr/>
            <p:nvPr/>
          </p:nvSpPr>
          <p:spPr>
            <a:xfrm>
              <a:off x="8875486" y="54309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0FB7638F-2EC8-DC42-92F1-7CBB07EAA8C6}"/>
                </a:ext>
              </a:extLst>
            </p:cNvPr>
            <p:cNvSpPr/>
            <p:nvPr/>
          </p:nvSpPr>
          <p:spPr>
            <a:xfrm>
              <a:off x="9383486" y="49737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D2099471-448E-8B28-8796-2F13931B1786}"/>
                </a:ext>
              </a:extLst>
            </p:cNvPr>
            <p:cNvSpPr/>
            <p:nvPr/>
          </p:nvSpPr>
          <p:spPr>
            <a:xfrm>
              <a:off x="7420430" y="60095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90F2CDF8-AAAC-2343-3914-2F492097E78C}"/>
                </a:ext>
              </a:extLst>
            </p:cNvPr>
            <p:cNvSpPr/>
            <p:nvPr/>
          </p:nvSpPr>
          <p:spPr>
            <a:xfrm>
              <a:off x="8293102" y="427529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4923578D-40EA-195A-7715-0251A5C2DBAA}"/>
                </a:ext>
              </a:extLst>
            </p:cNvPr>
            <p:cNvSpPr/>
            <p:nvPr/>
          </p:nvSpPr>
          <p:spPr>
            <a:xfrm>
              <a:off x="7656286" y="5051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86A7D26A-A6D2-2EE0-4839-6FA1DA055553}"/>
                </a:ext>
              </a:extLst>
            </p:cNvPr>
            <p:cNvSpPr/>
            <p:nvPr/>
          </p:nvSpPr>
          <p:spPr>
            <a:xfrm>
              <a:off x="7696201" y="42932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7CB4CAD5-4F09-128D-415E-93B39CE36CEC}"/>
                </a:ext>
              </a:extLst>
            </p:cNvPr>
            <p:cNvSpPr/>
            <p:nvPr/>
          </p:nvSpPr>
          <p:spPr>
            <a:xfrm>
              <a:off x="7774217" y="388157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9E54978B-EB12-D080-F3E1-77E204C7C070}"/>
                </a:ext>
              </a:extLst>
            </p:cNvPr>
            <p:cNvSpPr/>
            <p:nvPr/>
          </p:nvSpPr>
          <p:spPr>
            <a:xfrm>
              <a:off x="8011886" y="3999307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66ABEAA5-080D-771E-86DC-2CAD3537E291}"/>
                </a:ext>
              </a:extLst>
            </p:cNvPr>
            <p:cNvSpPr/>
            <p:nvPr/>
          </p:nvSpPr>
          <p:spPr>
            <a:xfrm>
              <a:off x="8240488" y="45472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E49824D3-A82E-E853-C12D-4E1EE3826B59}"/>
                </a:ext>
              </a:extLst>
            </p:cNvPr>
            <p:cNvSpPr/>
            <p:nvPr/>
          </p:nvSpPr>
          <p:spPr>
            <a:xfrm>
              <a:off x="9586686" y="554145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D8409AE3-FF3C-ACE3-420C-96D46CA8EA57}"/>
                </a:ext>
              </a:extLst>
            </p:cNvPr>
            <p:cNvSpPr/>
            <p:nvPr/>
          </p:nvSpPr>
          <p:spPr>
            <a:xfrm>
              <a:off x="8581572" y="40900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8B16936F-3B28-4DA5-C0F4-5568FECF5A88}"/>
                </a:ext>
              </a:extLst>
            </p:cNvPr>
            <p:cNvSpPr/>
            <p:nvPr/>
          </p:nvSpPr>
          <p:spPr>
            <a:xfrm>
              <a:off x="8672286" y="5051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168512A-8F49-F9AB-D68B-6D7AF608A13D}"/>
                </a:ext>
              </a:extLst>
            </p:cNvPr>
            <p:cNvSpPr/>
            <p:nvPr/>
          </p:nvSpPr>
          <p:spPr>
            <a:xfrm>
              <a:off x="8256816" y="48483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5548D7AA-25D8-772F-20C8-326D53E18D8C}"/>
                </a:ext>
              </a:extLst>
            </p:cNvPr>
            <p:cNvSpPr/>
            <p:nvPr/>
          </p:nvSpPr>
          <p:spPr>
            <a:xfrm>
              <a:off x="8530772" y="58063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A2ABE10C-CFD8-512F-89D9-120EED629BAE}"/>
                </a:ext>
              </a:extLst>
            </p:cNvPr>
            <p:cNvSpPr/>
            <p:nvPr/>
          </p:nvSpPr>
          <p:spPr>
            <a:xfrm>
              <a:off x="9209315" y="543985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174EE18B-5E8D-A510-F169-351143D05308}"/>
                </a:ext>
              </a:extLst>
            </p:cNvPr>
            <p:cNvSpPr/>
            <p:nvPr/>
          </p:nvSpPr>
          <p:spPr>
            <a:xfrm>
              <a:off x="9107715" y="43347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DE8273DE-A2B5-0256-A54A-E1C20FEEA86C}"/>
                </a:ext>
              </a:extLst>
            </p:cNvPr>
            <p:cNvSpPr/>
            <p:nvPr/>
          </p:nvSpPr>
          <p:spPr>
            <a:xfrm>
              <a:off x="9376229" y="4024707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82DEBF1E-EED0-63BF-6CA7-ABD7404FAC50}"/>
                </a:ext>
              </a:extLst>
            </p:cNvPr>
            <p:cNvSpPr/>
            <p:nvPr/>
          </p:nvSpPr>
          <p:spPr>
            <a:xfrm>
              <a:off x="9006115" y="4602869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46AB6700-502F-192C-541D-9520F252FF7F}"/>
                </a:ext>
              </a:extLst>
            </p:cNvPr>
            <p:cNvSpPr/>
            <p:nvPr/>
          </p:nvSpPr>
          <p:spPr>
            <a:xfrm>
              <a:off x="9586686" y="438030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A836F610-69C9-36F7-E83A-032D0143D508}"/>
                </a:ext>
              </a:extLst>
            </p:cNvPr>
            <p:cNvSpPr/>
            <p:nvPr/>
          </p:nvSpPr>
          <p:spPr>
            <a:xfrm>
              <a:off x="7797801" y="5907936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A87695FB-8F02-E6A0-E96E-611D69A64DC8}"/>
                </a:ext>
              </a:extLst>
            </p:cNvPr>
            <p:cNvSpPr/>
            <p:nvPr/>
          </p:nvSpPr>
          <p:spPr>
            <a:xfrm>
              <a:off x="8642351" y="474154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928038F4-47FF-4329-DCA2-E7995D2875D8}"/>
                </a:ext>
              </a:extLst>
            </p:cNvPr>
            <p:cNvSpPr/>
            <p:nvPr/>
          </p:nvSpPr>
          <p:spPr>
            <a:xfrm>
              <a:off x="9027887" y="5746663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0722B1B0-3275-AA29-548D-5EBBD3E980AC}"/>
                </a:ext>
              </a:extLst>
            </p:cNvPr>
            <p:cNvSpPr/>
            <p:nvPr/>
          </p:nvSpPr>
          <p:spPr>
            <a:xfrm>
              <a:off x="9383486" y="460930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3D228640-CA46-0266-3052-01F9EC2FADD9}"/>
                </a:ext>
              </a:extLst>
            </p:cNvPr>
            <p:cNvSpPr/>
            <p:nvPr/>
          </p:nvSpPr>
          <p:spPr>
            <a:xfrm>
              <a:off x="8149773" y="574666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718FEBE4-B1C0-88EE-562C-20A300E95AE9}"/>
                </a:ext>
              </a:extLst>
            </p:cNvPr>
            <p:cNvSpPr/>
            <p:nvPr/>
          </p:nvSpPr>
          <p:spPr>
            <a:xfrm>
              <a:off x="8289475" y="5174157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02E92EA4-F50D-8DC0-CF2C-96B682CC9C38}"/>
                </a:ext>
              </a:extLst>
            </p:cNvPr>
            <p:cNvSpPr/>
            <p:nvPr/>
          </p:nvSpPr>
          <p:spPr>
            <a:xfrm>
              <a:off x="8751209" y="608372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D1DB37DD-D8CE-FAEF-194F-D1B3E603EE4C}"/>
                </a:ext>
              </a:extLst>
            </p:cNvPr>
            <p:cNvSpPr/>
            <p:nvPr/>
          </p:nvSpPr>
          <p:spPr>
            <a:xfrm>
              <a:off x="8969830" y="402713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타원 179">
              <a:extLst>
                <a:ext uri="{FF2B5EF4-FFF2-40B4-BE49-F238E27FC236}">
                  <a16:creationId xmlns:a16="http://schemas.microsoft.com/office/drawing/2014/main" id="{2A44B5A8-A5AC-5A5B-5890-863B20663F1B}"/>
                </a:ext>
              </a:extLst>
            </p:cNvPr>
            <p:cNvSpPr/>
            <p:nvPr/>
          </p:nvSpPr>
          <p:spPr>
            <a:xfrm>
              <a:off x="9368972" y="580148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98C040D3-87E1-2A91-081B-2C75F28E9AC3}"/>
                </a:ext>
              </a:extLst>
            </p:cNvPr>
            <p:cNvSpPr/>
            <p:nvPr/>
          </p:nvSpPr>
          <p:spPr>
            <a:xfrm>
              <a:off x="9494156" y="5236650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1121642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br>
              <a:rPr lang="en-US" altLang="ko-KR" dirty="0"/>
            </a:br>
            <a:r>
              <a:rPr lang="en-US" altLang="ko-KR" sz="2400" dirty="0"/>
              <a:t>Coreset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92C83-136C-8BC0-705B-FE52FC1A6CDD}"/>
              </a:ext>
            </a:extLst>
          </p:cNvPr>
          <p:cNvSpPr txBox="1"/>
          <p:nvPr/>
        </p:nvSpPr>
        <p:spPr>
          <a:xfrm>
            <a:off x="967901" y="1659652"/>
            <a:ext cx="5209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Most Representative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1EEA96-536C-D988-E29D-2F4F7F397C8C}"/>
              </a:ext>
            </a:extLst>
          </p:cNvPr>
          <p:cNvSpPr txBox="1"/>
          <p:nvPr/>
        </p:nvSpPr>
        <p:spPr>
          <a:xfrm>
            <a:off x="967901" y="2254206"/>
            <a:ext cx="5128099" cy="189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셋 전체를 커버하도록 샘플링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Feature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Extraction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K-means clustering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Core-set selection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Fine-tuning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469144C2-2E00-8FD9-3483-CDA051950CD6}"/>
              </a:ext>
            </a:extLst>
          </p:cNvPr>
          <p:cNvSpPr/>
          <p:nvPr/>
        </p:nvSpPr>
        <p:spPr>
          <a:xfrm>
            <a:off x="7960385" y="2453661"/>
            <a:ext cx="1086536" cy="1086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AE747ABF-2DF6-23E1-1476-18B1A9221EDD}"/>
              </a:ext>
            </a:extLst>
          </p:cNvPr>
          <p:cNvSpPr/>
          <p:nvPr/>
        </p:nvSpPr>
        <p:spPr>
          <a:xfrm>
            <a:off x="7951311" y="3437641"/>
            <a:ext cx="1086536" cy="1086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2C9B2E40-7BC1-8D2C-D9E1-406BA84D3248}"/>
              </a:ext>
            </a:extLst>
          </p:cNvPr>
          <p:cNvSpPr/>
          <p:nvPr/>
        </p:nvSpPr>
        <p:spPr>
          <a:xfrm>
            <a:off x="8355362" y="4036513"/>
            <a:ext cx="1086536" cy="1086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A9385F97-A654-5E41-A565-905E32A50342}"/>
              </a:ext>
            </a:extLst>
          </p:cNvPr>
          <p:cNvSpPr/>
          <p:nvPr/>
        </p:nvSpPr>
        <p:spPr>
          <a:xfrm>
            <a:off x="9330429" y="4028042"/>
            <a:ext cx="1086536" cy="1086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CC3F1966-6EF1-3B42-DCD0-9CD2D8A6AFAE}"/>
              </a:ext>
            </a:extLst>
          </p:cNvPr>
          <p:cNvSpPr/>
          <p:nvPr/>
        </p:nvSpPr>
        <p:spPr>
          <a:xfrm>
            <a:off x="8777647" y="3131486"/>
            <a:ext cx="1086536" cy="1086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EF61F77D-59B9-8F9E-A7E5-2E898116FF6F}"/>
              </a:ext>
            </a:extLst>
          </p:cNvPr>
          <p:cNvSpPr/>
          <p:nvPr/>
        </p:nvSpPr>
        <p:spPr>
          <a:xfrm>
            <a:off x="9560135" y="3030779"/>
            <a:ext cx="1086536" cy="1086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8A032E2C-9EEB-9EC8-E2A9-67944BBB76B0}"/>
              </a:ext>
            </a:extLst>
          </p:cNvPr>
          <p:cNvSpPr/>
          <p:nvPr/>
        </p:nvSpPr>
        <p:spPr>
          <a:xfrm>
            <a:off x="9054746" y="2293147"/>
            <a:ext cx="1086536" cy="1086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25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1409214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br>
              <a:rPr lang="en-US" altLang="ko-KR" dirty="0"/>
            </a:br>
            <a:r>
              <a:rPr lang="en-US" altLang="ko-KR" sz="2400" dirty="0"/>
              <a:t>Deep Bayesian Active Learning</a:t>
            </a:r>
            <a:br>
              <a:rPr lang="en-US" altLang="ko-KR" dirty="0"/>
            </a:br>
            <a:r>
              <a:rPr lang="en-US" altLang="ko-KR" sz="2400" dirty="0"/>
              <a:t>Bayesian Active Learning by Disagreement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8434D-FE4A-55B0-E766-989F083559AC}"/>
              </a:ext>
            </a:extLst>
          </p:cNvPr>
          <p:cNvSpPr txBox="1"/>
          <p:nvPr/>
        </p:nvSpPr>
        <p:spPr>
          <a:xfrm>
            <a:off x="967901" y="1659652"/>
            <a:ext cx="5209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Dropout, Dropout, Dropout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E53932-7A08-3F0E-9A9A-52A0A01EB378}"/>
              </a:ext>
            </a:extLst>
          </p:cNvPr>
          <p:cNvSpPr txBox="1"/>
          <p:nvPr/>
        </p:nvSpPr>
        <p:spPr>
          <a:xfrm>
            <a:off x="967901" y="2254206"/>
            <a:ext cx="5128099" cy="1526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Dropout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적용하여 여러 번 예측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예측 값의 엔트로피가 높은 것을 샘플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순서도: 수동 연산 93">
            <a:extLst>
              <a:ext uri="{FF2B5EF4-FFF2-40B4-BE49-F238E27FC236}">
                <a16:creationId xmlns:a16="http://schemas.microsoft.com/office/drawing/2014/main" id="{E65925D3-71A7-8B32-0A64-66662EB88247}"/>
              </a:ext>
            </a:extLst>
          </p:cNvPr>
          <p:cNvSpPr/>
          <p:nvPr/>
        </p:nvSpPr>
        <p:spPr>
          <a:xfrm rot="16200000">
            <a:off x="8725056" y="3055567"/>
            <a:ext cx="1409214" cy="1058342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83D025EC-F62B-8252-B7FC-DF2A972DB615}"/>
              </a:ext>
            </a:extLst>
          </p:cNvPr>
          <p:cNvGrpSpPr/>
          <p:nvPr/>
        </p:nvGrpSpPr>
        <p:grpSpPr>
          <a:xfrm>
            <a:off x="10263124" y="2820767"/>
            <a:ext cx="712106" cy="1545414"/>
            <a:chOff x="9319017" y="1015433"/>
            <a:chExt cx="712106" cy="1545414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BE5C5E43-20E9-0CC4-1DEF-A9894C193624}"/>
                </a:ext>
              </a:extLst>
            </p:cNvPr>
            <p:cNvSpPr/>
            <p:nvPr/>
          </p:nvSpPr>
          <p:spPr>
            <a:xfrm>
              <a:off x="9319017" y="1015433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A8C868F8-2C8A-CBD3-A191-CD00FC10F2FF}"/>
                </a:ext>
              </a:extLst>
            </p:cNvPr>
            <p:cNvSpPr/>
            <p:nvPr/>
          </p:nvSpPr>
          <p:spPr>
            <a:xfrm>
              <a:off x="9319017" y="128886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754CECE-FBED-DE25-BFCC-4D13F12FF6C1}"/>
                </a:ext>
              </a:extLst>
            </p:cNvPr>
            <p:cNvSpPr/>
            <p:nvPr/>
          </p:nvSpPr>
          <p:spPr>
            <a:xfrm>
              <a:off x="9319017" y="1568776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17EEFBDA-46C9-79CC-5F78-22E1DD09AAE8}"/>
                </a:ext>
              </a:extLst>
            </p:cNvPr>
            <p:cNvSpPr/>
            <p:nvPr/>
          </p:nvSpPr>
          <p:spPr>
            <a:xfrm>
              <a:off x="9319017" y="184874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736DC4B6-FBA6-FAB0-9700-C383FF1786C5}"/>
                </a:ext>
              </a:extLst>
            </p:cNvPr>
            <p:cNvSpPr/>
            <p:nvPr/>
          </p:nvSpPr>
          <p:spPr>
            <a:xfrm>
              <a:off x="9471417" y="1167833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6B6E71B9-D2B5-D23E-EE5F-09A1E2C3E4AF}"/>
                </a:ext>
              </a:extLst>
            </p:cNvPr>
            <p:cNvSpPr/>
            <p:nvPr/>
          </p:nvSpPr>
          <p:spPr>
            <a:xfrm>
              <a:off x="9471417" y="144126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A2E2B4A-2599-784E-EC25-5FEB61E9638E}"/>
                </a:ext>
              </a:extLst>
            </p:cNvPr>
            <p:cNvSpPr/>
            <p:nvPr/>
          </p:nvSpPr>
          <p:spPr>
            <a:xfrm>
              <a:off x="9471417" y="1721176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34B6F57A-3D33-06CE-2C62-2D20E100535A}"/>
                </a:ext>
              </a:extLst>
            </p:cNvPr>
            <p:cNvSpPr/>
            <p:nvPr/>
          </p:nvSpPr>
          <p:spPr>
            <a:xfrm>
              <a:off x="9471417" y="200114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AC8098ED-7621-CE16-9FA4-62C6EE173390}"/>
                </a:ext>
              </a:extLst>
            </p:cNvPr>
            <p:cNvSpPr/>
            <p:nvPr/>
          </p:nvSpPr>
          <p:spPr>
            <a:xfrm>
              <a:off x="9623817" y="1320233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D73A0C89-1EC8-ED58-571A-13A58F0715ED}"/>
                </a:ext>
              </a:extLst>
            </p:cNvPr>
            <p:cNvSpPr/>
            <p:nvPr/>
          </p:nvSpPr>
          <p:spPr>
            <a:xfrm>
              <a:off x="9623817" y="159366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401A270E-5A8C-19EE-B0F1-71A2244EFAFC}"/>
                </a:ext>
              </a:extLst>
            </p:cNvPr>
            <p:cNvSpPr/>
            <p:nvPr/>
          </p:nvSpPr>
          <p:spPr>
            <a:xfrm>
              <a:off x="9623817" y="1873576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3DCC767C-8ABF-9DF9-C7E2-9ABBBE5E8A71}"/>
                </a:ext>
              </a:extLst>
            </p:cNvPr>
            <p:cNvSpPr/>
            <p:nvPr/>
          </p:nvSpPr>
          <p:spPr>
            <a:xfrm>
              <a:off x="9623817" y="215354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5260C3C5-FD6D-86D0-23D0-5D3C169027AB}"/>
                </a:ext>
              </a:extLst>
            </p:cNvPr>
            <p:cNvSpPr/>
            <p:nvPr/>
          </p:nvSpPr>
          <p:spPr>
            <a:xfrm>
              <a:off x="9776217" y="1472633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BBB41905-C15E-BA0B-A938-18915166AD3E}"/>
                </a:ext>
              </a:extLst>
            </p:cNvPr>
            <p:cNvSpPr/>
            <p:nvPr/>
          </p:nvSpPr>
          <p:spPr>
            <a:xfrm>
              <a:off x="9776217" y="174606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46BF7C10-9B8F-E25E-5944-719F12A1A1DA}"/>
                </a:ext>
              </a:extLst>
            </p:cNvPr>
            <p:cNvSpPr/>
            <p:nvPr/>
          </p:nvSpPr>
          <p:spPr>
            <a:xfrm>
              <a:off x="9776217" y="2025976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763B8ED6-9127-69E4-9737-B8F7EF02536B}"/>
                </a:ext>
              </a:extLst>
            </p:cNvPr>
            <p:cNvSpPr/>
            <p:nvPr/>
          </p:nvSpPr>
          <p:spPr>
            <a:xfrm>
              <a:off x="9776217" y="2305941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2681DB7-FEEE-9538-6C00-6E2286C4BECB}"/>
              </a:ext>
            </a:extLst>
          </p:cNvPr>
          <p:cNvSpPr/>
          <p:nvPr/>
        </p:nvSpPr>
        <p:spPr>
          <a:xfrm>
            <a:off x="7570106" y="3040543"/>
            <a:ext cx="998604" cy="998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Image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9FEFBE2-9C62-CD9E-1210-D14109EB0E16}"/>
              </a:ext>
            </a:extLst>
          </p:cNvPr>
          <p:cNvSpPr txBox="1"/>
          <p:nvPr/>
        </p:nvSpPr>
        <p:spPr>
          <a:xfrm>
            <a:off x="9722829" y="4529143"/>
            <a:ext cx="1690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High Entropy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69E7F00-AC9D-314F-42F5-256CF4031914}"/>
              </a:ext>
            </a:extLst>
          </p:cNvPr>
          <p:cNvSpPr txBox="1"/>
          <p:nvPr/>
        </p:nvSpPr>
        <p:spPr>
          <a:xfrm>
            <a:off x="8584568" y="3414277"/>
            <a:ext cx="169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Dropout</a:t>
            </a:r>
          </a:p>
        </p:txBody>
      </p:sp>
    </p:spTree>
    <p:extLst>
      <p:ext uri="{BB962C8B-B14F-4D97-AF65-F5344CB8AC3E}">
        <p14:creationId xmlns:p14="http://schemas.microsoft.com/office/powerpoint/2010/main" val="1018844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1121642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br>
              <a:rPr lang="en-US" altLang="ko-KR" dirty="0"/>
            </a:br>
            <a:r>
              <a:rPr lang="en-US" altLang="ko-KR" sz="2400" dirty="0"/>
              <a:t>Variational Adversarial Active Learning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8063D3-9B53-571A-9B5B-7A3B999C2D2D}"/>
              </a:ext>
            </a:extLst>
          </p:cNvPr>
          <p:cNvSpPr txBox="1"/>
          <p:nvPr/>
        </p:nvSpPr>
        <p:spPr>
          <a:xfrm>
            <a:off x="967901" y="1659652"/>
            <a:ext cx="5209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Discriminate Unlabeled 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3DACE8-F4AF-FF46-2FE4-C33F6B61FB5E}"/>
              </a:ext>
            </a:extLst>
          </p:cNvPr>
          <p:cNvSpPr txBox="1"/>
          <p:nvPr/>
        </p:nvSpPr>
        <p:spPr>
          <a:xfrm>
            <a:off x="967901" y="2254206"/>
            <a:ext cx="5128099" cy="787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VAE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학습해서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Labeled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와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Unlabeled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구분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Score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낮은 것을 선택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FE4DBEE-1413-6532-09FB-BB91FBA0CA12}"/>
              </a:ext>
            </a:extLst>
          </p:cNvPr>
          <p:cNvGrpSpPr/>
          <p:nvPr/>
        </p:nvGrpSpPr>
        <p:grpSpPr>
          <a:xfrm>
            <a:off x="7763330" y="2730622"/>
            <a:ext cx="2438400" cy="2456544"/>
            <a:chOff x="2402114" y="2376921"/>
            <a:chExt cx="2438400" cy="2456544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4AB1F71-2E2F-2D5C-4757-B1BECD892783}"/>
                </a:ext>
              </a:extLst>
            </p:cNvPr>
            <p:cNvSpPr/>
            <p:nvPr/>
          </p:nvSpPr>
          <p:spPr>
            <a:xfrm>
              <a:off x="2402114" y="2556749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CD9EC54-89E4-C78F-1181-1C9866A941F3}"/>
                </a:ext>
              </a:extLst>
            </p:cNvPr>
            <p:cNvSpPr/>
            <p:nvPr/>
          </p:nvSpPr>
          <p:spPr>
            <a:xfrm>
              <a:off x="2503714" y="414040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0C3B89D-5A97-988F-6015-0109907C19DA}"/>
                </a:ext>
              </a:extLst>
            </p:cNvPr>
            <p:cNvSpPr/>
            <p:nvPr/>
          </p:nvSpPr>
          <p:spPr>
            <a:xfrm>
              <a:off x="2543629" y="3382036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51369629-F58A-A23D-7A6F-7BBE21D83288}"/>
                </a:ext>
              </a:extLst>
            </p:cNvPr>
            <p:cNvSpPr/>
            <p:nvPr/>
          </p:nvSpPr>
          <p:spPr>
            <a:xfrm>
              <a:off x="2467429" y="2997011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0D0CB64B-B68B-1589-2A9E-ABFFB078064F}"/>
                </a:ext>
              </a:extLst>
            </p:cNvPr>
            <p:cNvSpPr/>
            <p:nvPr/>
          </p:nvSpPr>
          <p:spPr>
            <a:xfrm>
              <a:off x="2859314" y="308812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E425C97E-8E1B-11C8-F8D3-045B6141CFC0}"/>
                </a:ext>
              </a:extLst>
            </p:cNvPr>
            <p:cNvSpPr/>
            <p:nvPr/>
          </p:nvSpPr>
          <p:spPr>
            <a:xfrm>
              <a:off x="2828473" y="395172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DCE75BA9-D789-A369-DCB5-47EC2F297FDA}"/>
                </a:ext>
              </a:extLst>
            </p:cNvPr>
            <p:cNvSpPr/>
            <p:nvPr/>
          </p:nvSpPr>
          <p:spPr>
            <a:xfrm>
              <a:off x="4434114" y="4630265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E890A81B-4F0C-D16B-E859-EE2BE70D4EBD}"/>
                </a:ext>
              </a:extLst>
            </p:cNvPr>
            <p:cNvSpPr/>
            <p:nvPr/>
          </p:nvSpPr>
          <p:spPr>
            <a:xfrm>
              <a:off x="3031673" y="3590480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5F0384C-B845-E268-AAEA-44099F01380D}"/>
                </a:ext>
              </a:extLst>
            </p:cNvPr>
            <p:cNvSpPr/>
            <p:nvPr/>
          </p:nvSpPr>
          <p:spPr>
            <a:xfrm>
              <a:off x="3519714" y="3904551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7808305A-ACB7-9FE6-57B2-E7A204F02DD4}"/>
                </a:ext>
              </a:extLst>
            </p:cNvPr>
            <p:cNvSpPr/>
            <p:nvPr/>
          </p:nvSpPr>
          <p:spPr>
            <a:xfrm>
              <a:off x="3104244" y="393720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E31AB2DF-3075-2987-27EA-7743CB3F13C7}"/>
                </a:ext>
              </a:extLst>
            </p:cNvPr>
            <p:cNvSpPr/>
            <p:nvPr/>
          </p:nvSpPr>
          <p:spPr>
            <a:xfrm>
              <a:off x="3265714" y="4508906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08D74FD6-E860-C370-E969-D494C51D7943}"/>
                </a:ext>
              </a:extLst>
            </p:cNvPr>
            <p:cNvSpPr/>
            <p:nvPr/>
          </p:nvSpPr>
          <p:spPr>
            <a:xfrm>
              <a:off x="4056743" y="4528665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81501380-90C5-37DC-2DDC-D93F6A18F51B}"/>
                </a:ext>
              </a:extLst>
            </p:cNvPr>
            <p:cNvSpPr/>
            <p:nvPr/>
          </p:nvSpPr>
          <p:spPr>
            <a:xfrm>
              <a:off x="4078515" y="354693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EA73442E-3B44-B6DD-4765-7DB28722D08A}"/>
                </a:ext>
              </a:extLst>
            </p:cNvPr>
            <p:cNvSpPr/>
            <p:nvPr/>
          </p:nvSpPr>
          <p:spPr>
            <a:xfrm>
              <a:off x="3722914" y="2895411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340FA066-AB10-47E6-69D6-E412FFD09F81}"/>
                </a:ext>
              </a:extLst>
            </p:cNvPr>
            <p:cNvSpPr/>
            <p:nvPr/>
          </p:nvSpPr>
          <p:spPr>
            <a:xfrm>
              <a:off x="3926114" y="392632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BED18FF7-F102-2D8A-341E-76061332CABA}"/>
                </a:ext>
              </a:extLst>
            </p:cNvPr>
            <p:cNvSpPr/>
            <p:nvPr/>
          </p:nvSpPr>
          <p:spPr>
            <a:xfrm>
              <a:off x="4434114" y="346912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F7FB82DC-ABBC-6112-C9C7-29FC6CCD8A2D}"/>
                </a:ext>
              </a:extLst>
            </p:cNvPr>
            <p:cNvSpPr/>
            <p:nvPr/>
          </p:nvSpPr>
          <p:spPr>
            <a:xfrm>
              <a:off x="2471058" y="4504881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EC44DAA5-2AC7-533E-73C4-9F605C904CF7}"/>
                </a:ext>
              </a:extLst>
            </p:cNvPr>
            <p:cNvSpPr/>
            <p:nvPr/>
          </p:nvSpPr>
          <p:spPr>
            <a:xfrm>
              <a:off x="3343730" y="2770636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B2F8A350-022A-43C5-FEF5-FF0AD0F67332}"/>
                </a:ext>
              </a:extLst>
            </p:cNvPr>
            <p:cNvSpPr/>
            <p:nvPr/>
          </p:nvSpPr>
          <p:spPr>
            <a:xfrm>
              <a:off x="2706914" y="354693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F803CAA0-1128-D211-F431-F94AC384EB57}"/>
                </a:ext>
              </a:extLst>
            </p:cNvPr>
            <p:cNvSpPr/>
            <p:nvPr/>
          </p:nvSpPr>
          <p:spPr>
            <a:xfrm>
              <a:off x="2746829" y="2788566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69D6873-7D74-EF5F-6F60-BC3E7F544403}"/>
                </a:ext>
              </a:extLst>
            </p:cNvPr>
            <p:cNvSpPr/>
            <p:nvPr/>
          </p:nvSpPr>
          <p:spPr>
            <a:xfrm>
              <a:off x="2824845" y="2376921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0CDE2874-05F2-ADD0-E6E0-86F31FFBC214}"/>
                </a:ext>
              </a:extLst>
            </p:cNvPr>
            <p:cNvSpPr/>
            <p:nvPr/>
          </p:nvSpPr>
          <p:spPr>
            <a:xfrm>
              <a:off x="3062514" y="249465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1FFE6A9-3451-D491-1209-185364B3EB51}"/>
                </a:ext>
              </a:extLst>
            </p:cNvPr>
            <p:cNvSpPr/>
            <p:nvPr/>
          </p:nvSpPr>
          <p:spPr>
            <a:xfrm>
              <a:off x="3291116" y="3042566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985BC285-6D14-544E-A5A5-980DA82BBD88}"/>
                </a:ext>
              </a:extLst>
            </p:cNvPr>
            <p:cNvSpPr/>
            <p:nvPr/>
          </p:nvSpPr>
          <p:spPr>
            <a:xfrm>
              <a:off x="4637314" y="4036795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BCB3788-2522-EF20-9BFF-DD54A47A393C}"/>
                </a:ext>
              </a:extLst>
            </p:cNvPr>
            <p:cNvSpPr/>
            <p:nvPr/>
          </p:nvSpPr>
          <p:spPr>
            <a:xfrm>
              <a:off x="3632200" y="2585366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82292A50-F91C-6F33-919F-77891429CFF5}"/>
                </a:ext>
              </a:extLst>
            </p:cNvPr>
            <p:cNvSpPr/>
            <p:nvPr/>
          </p:nvSpPr>
          <p:spPr>
            <a:xfrm>
              <a:off x="3722914" y="354693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97B90779-0C19-243B-74AD-270C49090940}"/>
                </a:ext>
              </a:extLst>
            </p:cNvPr>
            <p:cNvSpPr/>
            <p:nvPr/>
          </p:nvSpPr>
          <p:spPr>
            <a:xfrm>
              <a:off x="3307444" y="334373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88D2A906-D426-C5FC-DC7A-1D9FFCBE9BA3}"/>
                </a:ext>
              </a:extLst>
            </p:cNvPr>
            <p:cNvSpPr/>
            <p:nvPr/>
          </p:nvSpPr>
          <p:spPr>
            <a:xfrm>
              <a:off x="3581400" y="4301681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10DCEF01-8454-8BCD-420E-05975498A7B6}"/>
                </a:ext>
              </a:extLst>
            </p:cNvPr>
            <p:cNvSpPr/>
            <p:nvPr/>
          </p:nvSpPr>
          <p:spPr>
            <a:xfrm>
              <a:off x="4259943" y="3935195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1962A27-4647-9F81-E7A3-1BBE2F34D9B6}"/>
                </a:ext>
              </a:extLst>
            </p:cNvPr>
            <p:cNvSpPr/>
            <p:nvPr/>
          </p:nvSpPr>
          <p:spPr>
            <a:xfrm>
              <a:off x="4158343" y="2830097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9036E14-2103-1596-DAC2-DF8700E0A560}"/>
                </a:ext>
              </a:extLst>
            </p:cNvPr>
            <p:cNvSpPr/>
            <p:nvPr/>
          </p:nvSpPr>
          <p:spPr>
            <a:xfrm>
              <a:off x="4426857" y="252005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CB8EB997-1A52-AD4C-7348-023669CF1200}"/>
                </a:ext>
              </a:extLst>
            </p:cNvPr>
            <p:cNvSpPr/>
            <p:nvPr/>
          </p:nvSpPr>
          <p:spPr>
            <a:xfrm>
              <a:off x="4056743" y="3098214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08956E76-7623-5BDF-AC0C-E422E14BC2A0}"/>
                </a:ext>
              </a:extLst>
            </p:cNvPr>
            <p:cNvSpPr/>
            <p:nvPr/>
          </p:nvSpPr>
          <p:spPr>
            <a:xfrm>
              <a:off x="4637314" y="287565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A89E6C22-B406-C395-7BC4-59BB7BF5C752}"/>
                </a:ext>
              </a:extLst>
            </p:cNvPr>
            <p:cNvSpPr/>
            <p:nvPr/>
          </p:nvSpPr>
          <p:spPr>
            <a:xfrm>
              <a:off x="2848429" y="4403281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385251F-D3B4-0721-5257-0E5A13D93D5B}"/>
                </a:ext>
              </a:extLst>
            </p:cNvPr>
            <p:cNvSpPr/>
            <p:nvPr/>
          </p:nvSpPr>
          <p:spPr>
            <a:xfrm>
              <a:off x="3692979" y="3236893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F95A825B-95E4-944A-B89D-D271E99DB70D}"/>
                </a:ext>
              </a:extLst>
            </p:cNvPr>
            <p:cNvSpPr/>
            <p:nvPr/>
          </p:nvSpPr>
          <p:spPr>
            <a:xfrm>
              <a:off x="4078515" y="424200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CF420EA0-D8FF-22B3-50F0-3D5C3FBB714D}"/>
                </a:ext>
              </a:extLst>
            </p:cNvPr>
            <p:cNvSpPr/>
            <p:nvPr/>
          </p:nvSpPr>
          <p:spPr>
            <a:xfrm>
              <a:off x="4434114" y="3104649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74669DA8-EBD8-06F4-D868-6F00DE739045}"/>
                </a:ext>
              </a:extLst>
            </p:cNvPr>
            <p:cNvSpPr/>
            <p:nvPr/>
          </p:nvSpPr>
          <p:spPr>
            <a:xfrm>
              <a:off x="3200401" y="424200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1CFB95F1-C6C8-E4CB-0366-9095AEECF8E5}"/>
                </a:ext>
              </a:extLst>
            </p:cNvPr>
            <p:cNvSpPr/>
            <p:nvPr/>
          </p:nvSpPr>
          <p:spPr>
            <a:xfrm>
              <a:off x="3340103" y="3669502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30050EFB-64F0-992D-F974-FF091AC4453E}"/>
                </a:ext>
              </a:extLst>
            </p:cNvPr>
            <p:cNvSpPr/>
            <p:nvPr/>
          </p:nvSpPr>
          <p:spPr>
            <a:xfrm>
              <a:off x="3801837" y="4579068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AF6A4FBE-B42A-1F7C-7D0C-55B8F936EBA3}"/>
                </a:ext>
              </a:extLst>
            </p:cNvPr>
            <p:cNvSpPr/>
            <p:nvPr/>
          </p:nvSpPr>
          <p:spPr>
            <a:xfrm>
              <a:off x="4020458" y="2522477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FB85331F-E137-8FF6-B5E4-8FD69ED209FD}"/>
                </a:ext>
              </a:extLst>
            </p:cNvPr>
            <p:cNvSpPr/>
            <p:nvPr/>
          </p:nvSpPr>
          <p:spPr>
            <a:xfrm>
              <a:off x="4419600" y="4296833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AF2167BD-5010-F630-8ECA-6B8DDC42E001}"/>
                </a:ext>
              </a:extLst>
            </p:cNvPr>
            <p:cNvSpPr/>
            <p:nvPr/>
          </p:nvSpPr>
          <p:spPr>
            <a:xfrm>
              <a:off x="4544784" y="3731995"/>
              <a:ext cx="203200" cy="203200"/>
            </a:xfrm>
            <a:prstGeom prst="ellipse">
              <a:avLst/>
            </a:prstGeom>
            <a:grp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99768352-7644-ACBF-18DC-96798A022B2E}"/>
              </a:ext>
            </a:extLst>
          </p:cNvPr>
          <p:cNvGrpSpPr/>
          <p:nvPr/>
        </p:nvGrpSpPr>
        <p:grpSpPr>
          <a:xfrm>
            <a:off x="9043108" y="2727208"/>
            <a:ext cx="2438400" cy="2456544"/>
            <a:chOff x="2402114" y="2376921"/>
            <a:chExt cx="2438400" cy="2456544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73BCB434-F64D-8873-5D49-84623DAE357B}"/>
                </a:ext>
              </a:extLst>
            </p:cNvPr>
            <p:cNvSpPr/>
            <p:nvPr/>
          </p:nvSpPr>
          <p:spPr>
            <a:xfrm>
              <a:off x="2402114" y="25567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2E22541E-13B8-DAE8-0020-CB82BDA6D298}"/>
                </a:ext>
              </a:extLst>
            </p:cNvPr>
            <p:cNvSpPr/>
            <p:nvPr/>
          </p:nvSpPr>
          <p:spPr>
            <a:xfrm>
              <a:off x="2503714" y="41404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A06A0F6D-A666-F783-EA9E-F8C4C9BAA073}"/>
                </a:ext>
              </a:extLst>
            </p:cNvPr>
            <p:cNvSpPr/>
            <p:nvPr/>
          </p:nvSpPr>
          <p:spPr>
            <a:xfrm>
              <a:off x="2543629" y="33820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955469FB-76D0-97B6-C44A-27055CF2FCAA}"/>
                </a:ext>
              </a:extLst>
            </p:cNvPr>
            <p:cNvSpPr/>
            <p:nvPr/>
          </p:nvSpPr>
          <p:spPr>
            <a:xfrm>
              <a:off x="2467429" y="299701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C721B851-CFA9-A7E1-B2DB-A77D0796A786}"/>
                </a:ext>
              </a:extLst>
            </p:cNvPr>
            <p:cNvSpPr/>
            <p:nvPr/>
          </p:nvSpPr>
          <p:spPr>
            <a:xfrm>
              <a:off x="2859314" y="30881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142E1516-A55D-067B-88F0-799A6981C67C}"/>
                </a:ext>
              </a:extLst>
            </p:cNvPr>
            <p:cNvSpPr/>
            <p:nvPr/>
          </p:nvSpPr>
          <p:spPr>
            <a:xfrm>
              <a:off x="2828473" y="395172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9165068E-C95E-906C-7019-6D2DCDE1C596}"/>
                </a:ext>
              </a:extLst>
            </p:cNvPr>
            <p:cNvSpPr/>
            <p:nvPr/>
          </p:nvSpPr>
          <p:spPr>
            <a:xfrm>
              <a:off x="4434114" y="4630265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8AC6C454-6C3B-76ED-530A-EA26B64664D8}"/>
                </a:ext>
              </a:extLst>
            </p:cNvPr>
            <p:cNvSpPr/>
            <p:nvPr/>
          </p:nvSpPr>
          <p:spPr>
            <a:xfrm>
              <a:off x="3031673" y="35904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61D63192-AEC2-0433-C57C-6DE3E79F51AD}"/>
                </a:ext>
              </a:extLst>
            </p:cNvPr>
            <p:cNvSpPr/>
            <p:nvPr/>
          </p:nvSpPr>
          <p:spPr>
            <a:xfrm>
              <a:off x="3519714" y="390455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505693AA-1F9B-68D7-2CED-2CD2C3717131}"/>
                </a:ext>
              </a:extLst>
            </p:cNvPr>
            <p:cNvSpPr/>
            <p:nvPr/>
          </p:nvSpPr>
          <p:spPr>
            <a:xfrm>
              <a:off x="3104244" y="39372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9EE42975-B1A5-DD32-2FA1-278A133CFCBB}"/>
                </a:ext>
              </a:extLst>
            </p:cNvPr>
            <p:cNvSpPr/>
            <p:nvPr/>
          </p:nvSpPr>
          <p:spPr>
            <a:xfrm>
              <a:off x="3265714" y="450890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629BE685-272B-B1B8-933D-5589CE0D9A68}"/>
                </a:ext>
              </a:extLst>
            </p:cNvPr>
            <p:cNvSpPr/>
            <p:nvPr/>
          </p:nvSpPr>
          <p:spPr>
            <a:xfrm>
              <a:off x="4056743" y="452866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5569CA7E-EA63-2556-6E99-F590BFF2D0C9}"/>
                </a:ext>
              </a:extLst>
            </p:cNvPr>
            <p:cNvSpPr/>
            <p:nvPr/>
          </p:nvSpPr>
          <p:spPr>
            <a:xfrm>
              <a:off x="4078515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E85A6E2F-1C8F-3765-71D8-31567D0E25E6}"/>
                </a:ext>
              </a:extLst>
            </p:cNvPr>
            <p:cNvSpPr/>
            <p:nvPr/>
          </p:nvSpPr>
          <p:spPr>
            <a:xfrm>
              <a:off x="3722914" y="289541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10CA83B9-96DB-FB38-6EC9-5ACEDE607141}"/>
                </a:ext>
              </a:extLst>
            </p:cNvPr>
            <p:cNvSpPr/>
            <p:nvPr/>
          </p:nvSpPr>
          <p:spPr>
            <a:xfrm>
              <a:off x="3926114" y="3926322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0B55C1CD-A55F-1D19-EE4B-2AADF88D1BB3}"/>
                </a:ext>
              </a:extLst>
            </p:cNvPr>
            <p:cNvSpPr/>
            <p:nvPr/>
          </p:nvSpPr>
          <p:spPr>
            <a:xfrm>
              <a:off x="4434114" y="3469122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E8BC1EB1-4223-FA66-54F2-E5DA8A0F3EB4}"/>
                </a:ext>
              </a:extLst>
            </p:cNvPr>
            <p:cNvSpPr/>
            <p:nvPr/>
          </p:nvSpPr>
          <p:spPr>
            <a:xfrm>
              <a:off x="2471058" y="45048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2DE33F1D-7681-312B-31EB-01805168E24F}"/>
                </a:ext>
              </a:extLst>
            </p:cNvPr>
            <p:cNvSpPr/>
            <p:nvPr/>
          </p:nvSpPr>
          <p:spPr>
            <a:xfrm>
              <a:off x="3343730" y="277063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FF426B41-AE3F-2C34-89C8-4E85DAE34522}"/>
                </a:ext>
              </a:extLst>
            </p:cNvPr>
            <p:cNvSpPr/>
            <p:nvPr/>
          </p:nvSpPr>
          <p:spPr>
            <a:xfrm>
              <a:off x="2706914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8FCECE33-A54A-08D1-9090-59EC44FDEADB}"/>
                </a:ext>
              </a:extLst>
            </p:cNvPr>
            <p:cNvSpPr/>
            <p:nvPr/>
          </p:nvSpPr>
          <p:spPr>
            <a:xfrm>
              <a:off x="2746829" y="27885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3C113E5E-D467-0113-B6F5-DD269FAE34D3}"/>
                </a:ext>
              </a:extLst>
            </p:cNvPr>
            <p:cNvSpPr/>
            <p:nvPr/>
          </p:nvSpPr>
          <p:spPr>
            <a:xfrm>
              <a:off x="2824845" y="23769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1506A545-FB1D-6716-2829-A04EA6F3FB86}"/>
                </a:ext>
              </a:extLst>
            </p:cNvPr>
            <p:cNvSpPr/>
            <p:nvPr/>
          </p:nvSpPr>
          <p:spPr>
            <a:xfrm>
              <a:off x="3062514" y="24946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AE90D6C-2A58-693E-DFD5-C80338E974BC}"/>
                </a:ext>
              </a:extLst>
            </p:cNvPr>
            <p:cNvSpPr/>
            <p:nvPr/>
          </p:nvSpPr>
          <p:spPr>
            <a:xfrm>
              <a:off x="3291116" y="30425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093BC4C3-5B7F-9BC3-0754-F1454C9D6112}"/>
                </a:ext>
              </a:extLst>
            </p:cNvPr>
            <p:cNvSpPr/>
            <p:nvPr/>
          </p:nvSpPr>
          <p:spPr>
            <a:xfrm>
              <a:off x="4637314" y="40367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83351626-E95F-BAF9-0F47-241AA031A804}"/>
                </a:ext>
              </a:extLst>
            </p:cNvPr>
            <p:cNvSpPr/>
            <p:nvPr/>
          </p:nvSpPr>
          <p:spPr>
            <a:xfrm>
              <a:off x="3632200" y="2585366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19D6634E-1F5D-132B-9DC3-263C1E7CD444}"/>
                </a:ext>
              </a:extLst>
            </p:cNvPr>
            <p:cNvSpPr/>
            <p:nvPr/>
          </p:nvSpPr>
          <p:spPr>
            <a:xfrm>
              <a:off x="3722914" y="35469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BDF3E699-FF73-098C-DD9A-CEC4FB6DE488}"/>
                </a:ext>
              </a:extLst>
            </p:cNvPr>
            <p:cNvSpPr/>
            <p:nvPr/>
          </p:nvSpPr>
          <p:spPr>
            <a:xfrm>
              <a:off x="3307444" y="33437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913553B0-43F1-8338-C0EC-6FF4D3457134}"/>
                </a:ext>
              </a:extLst>
            </p:cNvPr>
            <p:cNvSpPr/>
            <p:nvPr/>
          </p:nvSpPr>
          <p:spPr>
            <a:xfrm>
              <a:off x="3581400" y="43016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8205BB8A-8069-7FB6-78C8-1E1CBEBC715B}"/>
                </a:ext>
              </a:extLst>
            </p:cNvPr>
            <p:cNvSpPr/>
            <p:nvPr/>
          </p:nvSpPr>
          <p:spPr>
            <a:xfrm>
              <a:off x="4259943" y="3935195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26298D3B-B5F6-DE32-CC90-10C3F819D24D}"/>
                </a:ext>
              </a:extLst>
            </p:cNvPr>
            <p:cNvSpPr/>
            <p:nvPr/>
          </p:nvSpPr>
          <p:spPr>
            <a:xfrm>
              <a:off x="4158343" y="283009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081BE84D-58EC-44D8-844B-4EC3F40D935A}"/>
                </a:ext>
              </a:extLst>
            </p:cNvPr>
            <p:cNvSpPr/>
            <p:nvPr/>
          </p:nvSpPr>
          <p:spPr>
            <a:xfrm>
              <a:off x="4426857" y="2520052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384072EB-EAD9-2E19-6422-C49278383703}"/>
                </a:ext>
              </a:extLst>
            </p:cNvPr>
            <p:cNvSpPr/>
            <p:nvPr/>
          </p:nvSpPr>
          <p:spPr>
            <a:xfrm>
              <a:off x="4056743" y="3098214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ECEECAEB-07B6-2E5A-DF33-AEAF4FF404DB}"/>
                </a:ext>
              </a:extLst>
            </p:cNvPr>
            <p:cNvSpPr/>
            <p:nvPr/>
          </p:nvSpPr>
          <p:spPr>
            <a:xfrm>
              <a:off x="4637314" y="2875652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F199F6E3-0B38-D127-41ED-CD5601B16CB6}"/>
                </a:ext>
              </a:extLst>
            </p:cNvPr>
            <p:cNvSpPr/>
            <p:nvPr/>
          </p:nvSpPr>
          <p:spPr>
            <a:xfrm>
              <a:off x="2848429" y="440328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2B6DF446-40F8-2933-8E54-27FE04146238}"/>
                </a:ext>
              </a:extLst>
            </p:cNvPr>
            <p:cNvSpPr/>
            <p:nvPr/>
          </p:nvSpPr>
          <p:spPr>
            <a:xfrm>
              <a:off x="3692979" y="32368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693BD99-B89F-C524-A9A3-EEBE8BD9A8C7}"/>
                </a:ext>
              </a:extLst>
            </p:cNvPr>
            <p:cNvSpPr/>
            <p:nvPr/>
          </p:nvSpPr>
          <p:spPr>
            <a:xfrm>
              <a:off x="4078515" y="42420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1EB03B8-B2DB-7CC3-D559-142AD6B0B6C2}"/>
                </a:ext>
              </a:extLst>
            </p:cNvPr>
            <p:cNvSpPr/>
            <p:nvPr/>
          </p:nvSpPr>
          <p:spPr>
            <a:xfrm>
              <a:off x="4434114" y="31046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14B75CB5-0CC4-432F-4AF0-63C6027F4902}"/>
                </a:ext>
              </a:extLst>
            </p:cNvPr>
            <p:cNvSpPr/>
            <p:nvPr/>
          </p:nvSpPr>
          <p:spPr>
            <a:xfrm>
              <a:off x="3200401" y="42420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B65856AB-8BA8-362A-938A-52047DB35E1B}"/>
                </a:ext>
              </a:extLst>
            </p:cNvPr>
            <p:cNvSpPr/>
            <p:nvPr/>
          </p:nvSpPr>
          <p:spPr>
            <a:xfrm>
              <a:off x="3340103" y="366950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8DC33960-4BC4-C113-7926-AB1A7B42D2B6}"/>
                </a:ext>
              </a:extLst>
            </p:cNvPr>
            <p:cNvSpPr/>
            <p:nvPr/>
          </p:nvSpPr>
          <p:spPr>
            <a:xfrm>
              <a:off x="3801837" y="4579068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5A10B732-6C7E-4DCC-12E4-F89A399374BF}"/>
                </a:ext>
              </a:extLst>
            </p:cNvPr>
            <p:cNvSpPr/>
            <p:nvPr/>
          </p:nvSpPr>
          <p:spPr>
            <a:xfrm>
              <a:off x="4020458" y="252247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8E643A88-4A51-1AD9-6217-FA1803C26BA9}"/>
                </a:ext>
              </a:extLst>
            </p:cNvPr>
            <p:cNvSpPr/>
            <p:nvPr/>
          </p:nvSpPr>
          <p:spPr>
            <a:xfrm>
              <a:off x="4419600" y="429683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D5DDC530-DE24-094E-105F-7592B0330C02}"/>
                </a:ext>
              </a:extLst>
            </p:cNvPr>
            <p:cNvSpPr/>
            <p:nvPr/>
          </p:nvSpPr>
          <p:spPr>
            <a:xfrm>
              <a:off x="4544784" y="373199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6307DA6D-4FD5-78E4-BC0A-01AB0274D9E0}"/>
              </a:ext>
            </a:extLst>
          </p:cNvPr>
          <p:cNvCxnSpPr>
            <a:cxnSpLocks/>
          </p:cNvCxnSpPr>
          <p:nvPr/>
        </p:nvCxnSpPr>
        <p:spPr>
          <a:xfrm flipH="1">
            <a:off x="9285062" y="2415372"/>
            <a:ext cx="675421" cy="283710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707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1121642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br>
              <a:rPr lang="en-US" altLang="ko-KR" dirty="0"/>
            </a:br>
            <a:r>
              <a:rPr lang="en-US" altLang="ko-KR" sz="2400" dirty="0"/>
              <a:t>Query by Committee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5235F-D483-AC47-2FA2-17AC33F03EF4}"/>
              </a:ext>
            </a:extLst>
          </p:cNvPr>
          <p:cNvSpPr txBox="1"/>
          <p:nvPr/>
        </p:nvSpPr>
        <p:spPr>
          <a:xfrm>
            <a:off x="967901" y="1659652"/>
            <a:ext cx="5209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Ensemble CNNs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B1DCA3-73B4-490D-5579-973578FE619D}"/>
              </a:ext>
            </a:extLst>
          </p:cNvPr>
          <p:cNvSpPr txBox="1"/>
          <p:nvPr/>
        </p:nvSpPr>
        <p:spPr>
          <a:xfrm>
            <a:off x="967901" y="2254206"/>
            <a:ext cx="5128099" cy="115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Supervised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모델 여러 개를 사용하여 샘플링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Variance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 큰 데이터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순서도: 수동 연산 93">
            <a:extLst>
              <a:ext uri="{FF2B5EF4-FFF2-40B4-BE49-F238E27FC236}">
                <a16:creationId xmlns:a16="http://schemas.microsoft.com/office/drawing/2014/main" id="{52EA6C4E-AF6F-0594-1969-EBFDD081BEAE}"/>
              </a:ext>
            </a:extLst>
          </p:cNvPr>
          <p:cNvSpPr/>
          <p:nvPr/>
        </p:nvSpPr>
        <p:spPr>
          <a:xfrm rot="16200000">
            <a:off x="7825523" y="1725035"/>
            <a:ext cx="1409214" cy="1058342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4423100-8AB5-DF6A-9981-547E31F0C040}"/>
              </a:ext>
            </a:extLst>
          </p:cNvPr>
          <p:cNvGrpSpPr/>
          <p:nvPr/>
        </p:nvGrpSpPr>
        <p:grpSpPr>
          <a:xfrm>
            <a:off x="9391531" y="4638019"/>
            <a:ext cx="254906" cy="1088214"/>
            <a:chOff x="9391531" y="4638019"/>
            <a:chExt cx="254906" cy="1088214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F252F73C-4B87-0012-F830-F85D4069B582}"/>
                </a:ext>
              </a:extLst>
            </p:cNvPr>
            <p:cNvSpPr/>
            <p:nvPr/>
          </p:nvSpPr>
          <p:spPr>
            <a:xfrm>
              <a:off x="9391531" y="4638019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78B7FF60-544E-269A-1BA9-73D2E7107945}"/>
                </a:ext>
              </a:extLst>
            </p:cNvPr>
            <p:cNvSpPr/>
            <p:nvPr/>
          </p:nvSpPr>
          <p:spPr>
            <a:xfrm>
              <a:off x="9391531" y="4911447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0B98DB03-0837-B26B-07DB-BEC510C72ADD}"/>
                </a:ext>
              </a:extLst>
            </p:cNvPr>
            <p:cNvSpPr/>
            <p:nvPr/>
          </p:nvSpPr>
          <p:spPr>
            <a:xfrm>
              <a:off x="9391531" y="5191362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8AEEC3A-AE6E-6790-1DD2-C6AFF9269E58}"/>
                </a:ext>
              </a:extLst>
            </p:cNvPr>
            <p:cNvSpPr/>
            <p:nvPr/>
          </p:nvSpPr>
          <p:spPr>
            <a:xfrm>
              <a:off x="9391531" y="5471327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3" name="순서도: 수동 연산 112">
            <a:extLst>
              <a:ext uri="{FF2B5EF4-FFF2-40B4-BE49-F238E27FC236}">
                <a16:creationId xmlns:a16="http://schemas.microsoft.com/office/drawing/2014/main" id="{92F9FE88-9D0A-454D-7B15-A58B2C095E2C}"/>
              </a:ext>
            </a:extLst>
          </p:cNvPr>
          <p:cNvSpPr/>
          <p:nvPr/>
        </p:nvSpPr>
        <p:spPr>
          <a:xfrm rot="16200000">
            <a:off x="7825523" y="3193613"/>
            <a:ext cx="1409214" cy="1058342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4" name="순서도: 수동 연산 113">
            <a:extLst>
              <a:ext uri="{FF2B5EF4-FFF2-40B4-BE49-F238E27FC236}">
                <a16:creationId xmlns:a16="http://schemas.microsoft.com/office/drawing/2014/main" id="{245570C7-25B2-0E9F-8EE3-AB57F5B9DCE0}"/>
              </a:ext>
            </a:extLst>
          </p:cNvPr>
          <p:cNvSpPr/>
          <p:nvPr/>
        </p:nvSpPr>
        <p:spPr>
          <a:xfrm rot="16200000">
            <a:off x="7825523" y="4662191"/>
            <a:ext cx="1409214" cy="1058342"/>
          </a:xfrm>
          <a:prstGeom prst="flowChartManualOpe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202E9BB3-2191-2BFB-081C-D791DC5BA13F}"/>
              </a:ext>
            </a:extLst>
          </p:cNvPr>
          <p:cNvSpPr/>
          <p:nvPr/>
        </p:nvSpPr>
        <p:spPr>
          <a:xfrm>
            <a:off x="11091746" y="3533643"/>
            <a:ext cx="378282" cy="3782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2851D51E-D63E-052E-1B29-A90240D7EBED}"/>
              </a:ext>
            </a:extLst>
          </p:cNvPr>
          <p:cNvGrpSpPr/>
          <p:nvPr/>
        </p:nvGrpSpPr>
        <p:grpSpPr>
          <a:xfrm>
            <a:off x="9391531" y="3178677"/>
            <a:ext cx="254906" cy="1088214"/>
            <a:chOff x="9391531" y="4638019"/>
            <a:chExt cx="254906" cy="1088214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16B4B4FD-DAB0-7FEA-7E45-0434F31D85DB}"/>
                </a:ext>
              </a:extLst>
            </p:cNvPr>
            <p:cNvSpPr/>
            <p:nvPr/>
          </p:nvSpPr>
          <p:spPr>
            <a:xfrm>
              <a:off x="9391531" y="4638019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A7A88C1E-A596-32F4-4F61-330AA83BEFE6}"/>
                </a:ext>
              </a:extLst>
            </p:cNvPr>
            <p:cNvSpPr/>
            <p:nvPr/>
          </p:nvSpPr>
          <p:spPr>
            <a:xfrm>
              <a:off x="9391531" y="4911447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3965725C-A239-0AE9-891C-1B44E2661ED8}"/>
                </a:ext>
              </a:extLst>
            </p:cNvPr>
            <p:cNvSpPr/>
            <p:nvPr/>
          </p:nvSpPr>
          <p:spPr>
            <a:xfrm>
              <a:off x="9391531" y="5191362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AFDCFF3E-4AF4-3806-76FF-B7463303B32D}"/>
                </a:ext>
              </a:extLst>
            </p:cNvPr>
            <p:cNvSpPr/>
            <p:nvPr/>
          </p:nvSpPr>
          <p:spPr>
            <a:xfrm>
              <a:off x="9391531" y="5471327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DCDD318E-4EA2-3FD4-DF4E-C0C21E9F8BC2}"/>
              </a:ext>
            </a:extLst>
          </p:cNvPr>
          <p:cNvGrpSpPr/>
          <p:nvPr/>
        </p:nvGrpSpPr>
        <p:grpSpPr>
          <a:xfrm>
            <a:off x="9391531" y="1710099"/>
            <a:ext cx="254906" cy="1088214"/>
            <a:chOff x="9391531" y="4638019"/>
            <a:chExt cx="254906" cy="1088214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A34209BC-625D-6939-7363-D921EAAC9FA7}"/>
                </a:ext>
              </a:extLst>
            </p:cNvPr>
            <p:cNvSpPr/>
            <p:nvPr/>
          </p:nvSpPr>
          <p:spPr>
            <a:xfrm>
              <a:off x="9391531" y="4638019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02DB3FC0-5592-BF42-267C-4D8CB625BAB2}"/>
                </a:ext>
              </a:extLst>
            </p:cNvPr>
            <p:cNvSpPr/>
            <p:nvPr/>
          </p:nvSpPr>
          <p:spPr>
            <a:xfrm>
              <a:off x="9391531" y="4911447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EB9CA6D2-9ABF-75DB-D7D2-6D1F804C9F84}"/>
                </a:ext>
              </a:extLst>
            </p:cNvPr>
            <p:cNvSpPr/>
            <p:nvPr/>
          </p:nvSpPr>
          <p:spPr>
            <a:xfrm>
              <a:off x="9391531" y="5191362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A285517C-D151-1D79-C342-39B64272CB51}"/>
                </a:ext>
              </a:extLst>
            </p:cNvPr>
            <p:cNvSpPr/>
            <p:nvPr/>
          </p:nvSpPr>
          <p:spPr>
            <a:xfrm>
              <a:off x="9391531" y="5471327"/>
              <a:ext cx="254906" cy="25490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C5796D84-6CE2-49BF-C8CE-6C801811BB76}"/>
              </a:ext>
            </a:extLst>
          </p:cNvPr>
          <p:cNvCxnSpPr>
            <a:endCxn id="115" idx="2"/>
          </p:cNvCxnSpPr>
          <p:nvPr/>
        </p:nvCxnSpPr>
        <p:spPr>
          <a:xfrm rot="16200000" flipH="1">
            <a:off x="9715304" y="2346342"/>
            <a:ext cx="1459342" cy="1293541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연결선: 구부러짐 130">
            <a:extLst>
              <a:ext uri="{FF2B5EF4-FFF2-40B4-BE49-F238E27FC236}">
                <a16:creationId xmlns:a16="http://schemas.microsoft.com/office/drawing/2014/main" id="{B3C1B937-998B-1D16-BC6B-D3A2B1DDF072}"/>
              </a:ext>
            </a:extLst>
          </p:cNvPr>
          <p:cNvCxnSpPr>
            <a:cxnSpLocks/>
            <a:endCxn id="115" idx="2"/>
          </p:cNvCxnSpPr>
          <p:nvPr/>
        </p:nvCxnSpPr>
        <p:spPr>
          <a:xfrm rot="5400000" flipH="1" flipV="1">
            <a:off x="9710685" y="3810303"/>
            <a:ext cx="1468580" cy="1293542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연결선: 구부러짐 133">
            <a:extLst>
              <a:ext uri="{FF2B5EF4-FFF2-40B4-BE49-F238E27FC236}">
                <a16:creationId xmlns:a16="http://schemas.microsoft.com/office/drawing/2014/main" id="{DA7ED2F5-40FE-AE7E-79A8-261FA9636B4A}"/>
              </a:ext>
            </a:extLst>
          </p:cNvPr>
          <p:cNvCxnSpPr>
            <a:cxnSpLocks/>
            <a:endCxn id="115" idx="2"/>
          </p:cNvCxnSpPr>
          <p:nvPr/>
        </p:nvCxnSpPr>
        <p:spPr>
          <a:xfrm>
            <a:off x="9857678" y="3707011"/>
            <a:ext cx="1234068" cy="15773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06A6567D-EB24-2F65-5EEF-4163407297CC}"/>
              </a:ext>
            </a:extLst>
          </p:cNvPr>
          <p:cNvSpPr txBox="1"/>
          <p:nvPr/>
        </p:nvSpPr>
        <p:spPr>
          <a:xfrm>
            <a:off x="10433656" y="4097614"/>
            <a:ext cx="1690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Variance</a:t>
            </a:r>
          </a:p>
        </p:txBody>
      </p:sp>
    </p:spTree>
    <p:extLst>
      <p:ext uri="{BB962C8B-B14F-4D97-AF65-F5344CB8AC3E}">
        <p14:creationId xmlns:p14="http://schemas.microsoft.com/office/powerpoint/2010/main" val="341123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그룹 93">
            <a:extLst>
              <a:ext uri="{FF2B5EF4-FFF2-40B4-BE49-F238E27FC236}">
                <a16:creationId xmlns:a16="http://schemas.microsoft.com/office/drawing/2014/main" id="{67E0A8E8-3250-657C-3955-8BFAE77E7A76}"/>
              </a:ext>
            </a:extLst>
          </p:cNvPr>
          <p:cNvGrpSpPr/>
          <p:nvPr/>
        </p:nvGrpSpPr>
        <p:grpSpPr>
          <a:xfrm>
            <a:off x="7961440" y="2416743"/>
            <a:ext cx="2438400" cy="2611560"/>
            <a:chOff x="7351486" y="1036978"/>
            <a:chExt cx="2438400" cy="2611560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82575730-FECD-4572-CC59-38459A271F6D}"/>
                </a:ext>
              </a:extLst>
            </p:cNvPr>
            <p:cNvSpPr/>
            <p:nvPr/>
          </p:nvSpPr>
          <p:spPr>
            <a:xfrm>
              <a:off x="7351486" y="13464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430073E5-7FE3-4C31-9A6E-2D38F6257CC6}"/>
                </a:ext>
              </a:extLst>
            </p:cNvPr>
            <p:cNvSpPr/>
            <p:nvPr/>
          </p:nvSpPr>
          <p:spPr>
            <a:xfrm>
              <a:off x="7453086" y="29300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F1090D63-B9BE-F828-24B7-83ACCC0A2398}"/>
                </a:ext>
              </a:extLst>
            </p:cNvPr>
            <p:cNvSpPr/>
            <p:nvPr/>
          </p:nvSpPr>
          <p:spPr>
            <a:xfrm>
              <a:off x="7493001" y="217170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8C3ABDFE-D226-1593-9DDD-E0338988CA4B}"/>
                </a:ext>
              </a:extLst>
            </p:cNvPr>
            <p:cNvSpPr/>
            <p:nvPr/>
          </p:nvSpPr>
          <p:spPr>
            <a:xfrm>
              <a:off x="7416801" y="178668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300E0366-16D5-8BDC-4AE1-7DC637DF2874}"/>
                </a:ext>
              </a:extLst>
            </p:cNvPr>
            <p:cNvSpPr/>
            <p:nvPr/>
          </p:nvSpPr>
          <p:spPr>
            <a:xfrm>
              <a:off x="7808686" y="18777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6A24897E-FA81-F403-2C48-E62DAEF3CAA6}"/>
                </a:ext>
              </a:extLst>
            </p:cNvPr>
            <p:cNvSpPr/>
            <p:nvPr/>
          </p:nvSpPr>
          <p:spPr>
            <a:xfrm>
              <a:off x="7777845" y="27413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A8307FBF-35E9-5A17-9E56-7D8F548ECAF1}"/>
                </a:ext>
              </a:extLst>
            </p:cNvPr>
            <p:cNvSpPr/>
            <p:nvPr/>
          </p:nvSpPr>
          <p:spPr>
            <a:xfrm>
              <a:off x="9383486" y="341993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7E898B56-56BF-93D1-7873-6779FC67772E}"/>
                </a:ext>
              </a:extLst>
            </p:cNvPr>
            <p:cNvSpPr/>
            <p:nvPr/>
          </p:nvSpPr>
          <p:spPr>
            <a:xfrm>
              <a:off x="7981045" y="2380152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72FF5C4F-04F4-484B-2B0B-35A5E106A873}"/>
                </a:ext>
              </a:extLst>
            </p:cNvPr>
            <p:cNvSpPr/>
            <p:nvPr/>
          </p:nvSpPr>
          <p:spPr>
            <a:xfrm>
              <a:off x="8469086" y="269422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C99B35CF-E846-2A6F-7CDA-ACE97851233D}"/>
                </a:ext>
              </a:extLst>
            </p:cNvPr>
            <p:cNvSpPr/>
            <p:nvPr/>
          </p:nvSpPr>
          <p:spPr>
            <a:xfrm>
              <a:off x="8053616" y="27268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95A7CAE7-AE13-1E60-9C8D-403C36F5E4CE}"/>
                </a:ext>
              </a:extLst>
            </p:cNvPr>
            <p:cNvSpPr/>
            <p:nvPr/>
          </p:nvSpPr>
          <p:spPr>
            <a:xfrm>
              <a:off x="8215086" y="329857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80AB39C9-F506-0AA6-13C1-66E249FD6555}"/>
                </a:ext>
              </a:extLst>
            </p:cNvPr>
            <p:cNvSpPr/>
            <p:nvPr/>
          </p:nvSpPr>
          <p:spPr>
            <a:xfrm>
              <a:off x="9006115" y="331833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12186A34-E053-AF5F-CCD2-831CCE56D37C}"/>
                </a:ext>
              </a:extLst>
            </p:cNvPr>
            <p:cNvSpPr/>
            <p:nvPr/>
          </p:nvSpPr>
          <p:spPr>
            <a:xfrm>
              <a:off x="9027887" y="233661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93D34DBC-2270-700A-591E-61118553D6C0}"/>
                </a:ext>
              </a:extLst>
            </p:cNvPr>
            <p:cNvSpPr/>
            <p:nvPr/>
          </p:nvSpPr>
          <p:spPr>
            <a:xfrm>
              <a:off x="8672286" y="168508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AB2B603B-14EF-C13F-BD90-1BC8DA406CD6}"/>
                </a:ext>
              </a:extLst>
            </p:cNvPr>
            <p:cNvSpPr/>
            <p:nvPr/>
          </p:nvSpPr>
          <p:spPr>
            <a:xfrm>
              <a:off x="8875486" y="27159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F23ECC22-F0AB-55EB-3292-BC1D0BE30AC5}"/>
                </a:ext>
              </a:extLst>
            </p:cNvPr>
            <p:cNvSpPr/>
            <p:nvPr/>
          </p:nvSpPr>
          <p:spPr>
            <a:xfrm>
              <a:off x="9383486" y="225879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DD1C62A-BECB-5AFF-C930-3BD6D49060A1}"/>
                </a:ext>
              </a:extLst>
            </p:cNvPr>
            <p:cNvSpPr/>
            <p:nvPr/>
          </p:nvSpPr>
          <p:spPr>
            <a:xfrm>
              <a:off x="7420430" y="329455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A949ED29-643C-E26A-B8DC-354F0D0EFB87}"/>
                </a:ext>
              </a:extLst>
            </p:cNvPr>
            <p:cNvSpPr/>
            <p:nvPr/>
          </p:nvSpPr>
          <p:spPr>
            <a:xfrm>
              <a:off x="8293102" y="1560308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6ACB5AEB-086C-FBC4-60A9-1922C0C6BA00}"/>
                </a:ext>
              </a:extLst>
            </p:cNvPr>
            <p:cNvSpPr/>
            <p:nvPr/>
          </p:nvSpPr>
          <p:spPr>
            <a:xfrm>
              <a:off x="7656286" y="233661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C733D5B6-5F07-44D4-2B4F-F6F2AEC64003}"/>
                </a:ext>
              </a:extLst>
            </p:cNvPr>
            <p:cNvSpPr/>
            <p:nvPr/>
          </p:nvSpPr>
          <p:spPr>
            <a:xfrm>
              <a:off x="7696201" y="15782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30A223C-0307-0862-B1CB-CB86B58A8341}"/>
                </a:ext>
              </a:extLst>
            </p:cNvPr>
            <p:cNvSpPr/>
            <p:nvPr/>
          </p:nvSpPr>
          <p:spPr>
            <a:xfrm>
              <a:off x="7774217" y="116659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56070286-2A42-3EE7-B587-4A4B2C2BB98B}"/>
                </a:ext>
              </a:extLst>
            </p:cNvPr>
            <p:cNvSpPr/>
            <p:nvPr/>
          </p:nvSpPr>
          <p:spPr>
            <a:xfrm>
              <a:off x="8011886" y="128432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F797BA6D-19E1-1249-C22E-1358F5FC1D8C}"/>
                </a:ext>
              </a:extLst>
            </p:cNvPr>
            <p:cNvSpPr/>
            <p:nvPr/>
          </p:nvSpPr>
          <p:spPr>
            <a:xfrm>
              <a:off x="8240488" y="1832238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52AD0DCE-B1E7-8EE5-C798-14587E768145}"/>
                </a:ext>
              </a:extLst>
            </p:cNvPr>
            <p:cNvSpPr/>
            <p:nvPr/>
          </p:nvSpPr>
          <p:spPr>
            <a:xfrm>
              <a:off x="9586686" y="282646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F4F0DB63-5BDC-6FDE-04C6-8E3D39765493}"/>
                </a:ext>
              </a:extLst>
            </p:cNvPr>
            <p:cNvSpPr/>
            <p:nvPr/>
          </p:nvSpPr>
          <p:spPr>
            <a:xfrm>
              <a:off x="8581572" y="1375038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FB7D53BE-BB37-51E0-F024-30276A95E8ED}"/>
                </a:ext>
              </a:extLst>
            </p:cNvPr>
            <p:cNvSpPr/>
            <p:nvPr/>
          </p:nvSpPr>
          <p:spPr>
            <a:xfrm>
              <a:off x="8672286" y="2336610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F3A20804-051A-BBEA-A23D-280A2170677A}"/>
                </a:ext>
              </a:extLst>
            </p:cNvPr>
            <p:cNvSpPr/>
            <p:nvPr/>
          </p:nvSpPr>
          <p:spPr>
            <a:xfrm>
              <a:off x="8256816" y="213341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E096CEF9-00CE-F3AB-F402-9CD7732E9D65}"/>
                </a:ext>
              </a:extLst>
            </p:cNvPr>
            <p:cNvSpPr/>
            <p:nvPr/>
          </p:nvSpPr>
          <p:spPr>
            <a:xfrm>
              <a:off x="8530772" y="3091353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C0DAB027-A023-40D1-9C19-21D0D01CF494}"/>
                </a:ext>
              </a:extLst>
            </p:cNvPr>
            <p:cNvSpPr/>
            <p:nvPr/>
          </p:nvSpPr>
          <p:spPr>
            <a:xfrm>
              <a:off x="9209315" y="272486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6EBC0597-D172-0181-AE92-67C291DF3001}"/>
                </a:ext>
              </a:extLst>
            </p:cNvPr>
            <p:cNvSpPr/>
            <p:nvPr/>
          </p:nvSpPr>
          <p:spPr>
            <a:xfrm>
              <a:off x="9107715" y="1619769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89E5FC3B-056C-404C-469C-5879A0D806AB}"/>
                </a:ext>
              </a:extLst>
            </p:cNvPr>
            <p:cNvSpPr/>
            <p:nvPr/>
          </p:nvSpPr>
          <p:spPr>
            <a:xfrm>
              <a:off x="9376229" y="130972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5558C24A-7D2B-4273-962D-0D058B5EE543}"/>
                </a:ext>
              </a:extLst>
            </p:cNvPr>
            <p:cNvSpPr/>
            <p:nvPr/>
          </p:nvSpPr>
          <p:spPr>
            <a:xfrm>
              <a:off x="9006115" y="1887886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76709415-ABF2-FB16-B664-91D617C799D1}"/>
                </a:ext>
              </a:extLst>
            </p:cNvPr>
            <p:cNvSpPr/>
            <p:nvPr/>
          </p:nvSpPr>
          <p:spPr>
            <a:xfrm>
              <a:off x="9586686" y="1665324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60EA390E-BF98-4CB0-246D-73F559410DDA}"/>
                </a:ext>
              </a:extLst>
            </p:cNvPr>
            <p:cNvSpPr/>
            <p:nvPr/>
          </p:nvSpPr>
          <p:spPr>
            <a:xfrm>
              <a:off x="7797801" y="3192953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DEA2CBB8-1182-4351-3DAC-7604A1F2AF4D}"/>
                </a:ext>
              </a:extLst>
            </p:cNvPr>
            <p:cNvSpPr/>
            <p:nvPr/>
          </p:nvSpPr>
          <p:spPr>
            <a:xfrm>
              <a:off x="8642351" y="202656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23606545-B187-F68E-844B-3269A5A522FA}"/>
                </a:ext>
              </a:extLst>
            </p:cNvPr>
            <p:cNvSpPr/>
            <p:nvPr/>
          </p:nvSpPr>
          <p:spPr>
            <a:xfrm>
              <a:off x="9027887" y="303168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7B0B8558-AD5D-63D1-E266-385351EA4537}"/>
                </a:ext>
              </a:extLst>
            </p:cNvPr>
            <p:cNvSpPr/>
            <p:nvPr/>
          </p:nvSpPr>
          <p:spPr>
            <a:xfrm>
              <a:off x="9383486" y="1894321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3923404-2262-3F0F-1281-69C6260052C7}"/>
                </a:ext>
              </a:extLst>
            </p:cNvPr>
            <p:cNvSpPr/>
            <p:nvPr/>
          </p:nvSpPr>
          <p:spPr>
            <a:xfrm>
              <a:off x="8149773" y="3031680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7D380D5F-01F5-83DF-614C-09B985CEF125}"/>
                </a:ext>
              </a:extLst>
            </p:cNvPr>
            <p:cNvSpPr/>
            <p:nvPr/>
          </p:nvSpPr>
          <p:spPr>
            <a:xfrm>
              <a:off x="8289475" y="2459174"/>
              <a:ext cx="203200" cy="203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B06B8D40-D752-0122-8A6F-34E85549F87C}"/>
                </a:ext>
              </a:extLst>
            </p:cNvPr>
            <p:cNvSpPr/>
            <p:nvPr/>
          </p:nvSpPr>
          <p:spPr>
            <a:xfrm>
              <a:off x="8751209" y="3368740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62DB7A33-AF5C-F2C8-EBBF-9D794C3CDD76}"/>
                </a:ext>
              </a:extLst>
            </p:cNvPr>
            <p:cNvSpPr/>
            <p:nvPr/>
          </p:nvSpPr>
          <p:spPr>
            <a:xfrm>
              <a:off x="8969830" y="1312149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87B25FA7-5148-FB2D-2E0B-11EECED996DD}"/>
                </a:ext>
              </a:extLst>
            </p:cNvPr>
            <p:cNvSpPr/>
            <p:nvPr/>
          </p:nvSpPr>
          <p:spPr>
            <a:xfrm>
              <a:off x="9368972" y="3086505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244159E9-5B15-2D11-8B66-5CB83850AECA}"/>
                </a:ext>
              </a:extLst>
            </p:cNvPr>
            <p:cNvSpPr/>
            <p:nvPr/>
          </p:nvSpPr>
          <p:spPr>
            <a:xfrm>
              <a:off x="9494156" y="2521667"/>
              <a:ext cx="203200" cy="203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7B3206B9-CAF7-7CC4-6882-52FB318613E7}"/>
                </a:ext>
              </a:extLst>
            </p:cNvPr>
            <p:cNvCxnSpPr/>
            <p:nvPr/>
          </p:nvCxnSpPr>
          <p:spPr>
            <a:xfrm flipH="1">
              <a:off x="8162020" y="1036978"/>
              <a:ext cx="945242" cy="261156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1121642"/>
          </a:xfrm>
        </p:spPr>
        <p:txBody>
          <a:bodyPr>
            <a:normAutofit/>
          </a:bodyPr>
          <a:lstStyle/>
          <a:p>
            <a:r>
              <a:rPr lang="en-US" altLang="ko-KR" dirty="0"/>
              <a:t>Active Learning Methods</a:t>
            </a:r>
            <a:br>
              <a:rPr lang="en-US" altLang="ko-KR" dirty="0"/>
            </a:br>
            <a:r>
              <a:rPr lang="en-US" altLang="ko-KR" sz="2400" dirty="0"/>
              <a:t>Uncertainty based sampling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5E253-6BFC-95AA-FFC2-6DEF434B9189}"/>
              </a:ext>
            </a:extLst>
          </p:cNvPr>
          <p:cNvSpPr txBox="1"/>
          <p:nvPr/>
        </p:nvSpPr>
        <p:spPr>
          <a:xfrm>
            <a:off x="967901" y="1659652"/>
            <a:ext cx="5209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Low Score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529B97E-50AE-DB81-BF2D-FE1F9986AA8F}"/>
              </a:ext>
            </a:extLst>
          </p:cNvPr>
          <p:cNvSpPr txBox="1"/>
          <p:nvPr/>
        </p:nvSpPr>
        <p:spPr>
          <a:xfrm>
            <a:off x="967901" y="2254206"/>
            <a:ext cx="5128099" cy="41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모델 예측 스코어가 낮은 것을 샘플링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7555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8E74CFB-EAAD-43E9-BDAC-AAE4F8E86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E31D67-858D-409A-863E-EE8DEB9CC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6"/>
            <a:ext cx="3157728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0C11AD76-2664-4F1B-8A6E-71601C059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3922753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CA9580-EBE4-CCB0-F151-DD30F889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417" y="1480930"/>
            <a:ext cx="6778558" cy="325432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en-US" altLang="ko-KR" sz="6600" cap="all" dirty="0"/>
              <a:t>Toward</a:t>
            </a:r>
            <a:br>
              <a:rPr lang="en-US" altLang="ko-KR" sz="6600" cap="all" dirty="0"/>
            </a:br>
            <a:r>
              <a:rPr lang="en-US" altLang="ko-KR" sz="6600" cap="all" dirty="0"/>
              <a:t>Robust</a:t>
            </a:r>
            <a:br>
              <a:rPr lang="en-US" altLang="ko-KR" sz="6600" cap="all" dirty="0"/>
            </a:br>
            <a:r>
              <a:rPr lang="en-US" altLang="ko-KR" sz="6600" cap="all" dirty="0"/>
              <a:t>and</a:t>
            </a:r>
            <a:br>
              <a:rPr lang="en-US" altLang="ko-KR" sz="6600" cap="all" dirty="0"/>
            </a:br>
            <a:r>
              <a:rPr lang="en-US" altLang="ko-KR" sz="6600" cap="all" dirty="0"/>
              <a:t>Reproducible</a:t>
            </a:r>
          </a:p>
        </p:txBody>
      </p:sp>
    </p:spTree>
    <p:extLst>
      <p:ext uri="{BB962C8B-B14F-4D97-AF65-F5344CB8AC3E}">
        <p14:creationId xmlns:p14="http://schemas.microsoft.com/office/powerpoint/2010/main" val="3368030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Not Reproducible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2BAA8-9527-A2DF-BBD5-76EC4844B085}"/>
              </a:ext>
            </a:extLst>
          </p:cNvPr>
          <p:cNvSpPr txBox="1"/>
          <p:nvPr/>
        </p:nvSpPr>
        <p:spPr>
          <a:xfrm>
            <a:off x="967900" y="1036978"/>
            <a:ext cx="10413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Different Random Sample 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55176-0230-2D76-2F19-FA6CFB08EDF0}"/>
              </a:ext>
            </a:extLst>
          </p:cNvPr>
          <p:cNvSpPr txBox="1"/>
          <p:nvPr/>
        </p:nvSpPr>
        <p:spPr>
          <a:xfrm>
            <a:off x="967901" y="1498643"/>
            <a:ext cx="8912079" cy="41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논문마다 측정된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 Sample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성능이 다르다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0CC86-8AB0-B7B2-AEF3-A4593A71092E}"/>
              </a:ext>
            </a:extLst>
          </p:cNvPr>
          <p:cNvSpPr txBox="1"/>
          <p:nvPr/>
        </p:nvSpPr>
        <p:spPr>
          <a:xfrm>
            <a:off x="967901" y="2064386"/>
            <a:ext cx="10413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Same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Method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Different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D0C11-C9C8-893C-29CD-F1C460FC4428}"/>
              </a:ext>
            </a:extLst>
          </p:cNvPr>
          <p:cNvSpPr txBox="1"/>
          <p:nvPr/>
        </p:nvSpPr>
        <p:spPr>
          <a:xfrm>
            <a:off x="967901" y="2526051"/>
            <a:ext cx="8912079" cy="41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같은 모델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기법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임에도 불구하고 논문마다 성능이 다르다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A93D838-4ED3-E4A0-D2B7-62AD0EE83A30}"/>
              </a:ext>
            </a:extLst>
          </p:cNvPr>
          <p:cNvSpPr txBox="1">
            <a:spLocks/>
          </p:cNvSpPr>
          <p:nvPr/>
        </p:nvSpPr>
        <p:spPr>
          <a:xfrm>
            <a:off x="967901" y="3429000"/>
            <a:ext cx="10203485" cy="7870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Not Robust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6A42D9-AD2D-0887-17E9-2BB8FAD222FA}"/>
              </a:ext>
            </a:extLst>
          </p:cNvPr>
          <p:cNvSpPr txBox="1"/>
          <p:nvPr/>
        </p:nvSpPr>
        <p:spPr>
          <a:xfrm>
            <a:off x="967900" y="4216020"/>
            <a:ext cx="10413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Too Simple Condition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A5F53-0A0E-DFCA-F523-9C86C0D31874}"/>
              </a:ext>
            </a:extLst>
          </p:cNvPr>
          <p:cNvSpPr txBox="1"/>
          <p:nvPr/>
        </p:nvSpPr>
        <p:spPr>
          <a:xfrm>
            <a:off x="967901" y="4677685"/>
            <a:ext cx="8912079" cy="115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연구들이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Weight Decay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하이퍼파라미터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튜닝 같은 기법들을 사용하지 않았다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학습 기법들을 더하니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 Sampling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더 좋은 경우가 발생했다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 메소드가 다른 메소드들 보다 일관적으로 좋지 않다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2721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Experiment</a:t>
            </a:r>
            <a:r>
              <a:rPr lang="ko-KR" altLang="en-US" dirty="0"/>
              <a:t> </a:t>
            </a:r>
            <a:r>
              <a:rPr lang="en-US" altLang="ko-KR" dirty="0"/>
              <a:t>Flow</a:t>
            </a:r>
            <a:endParaRPr lang="ko-KR" altLang="en-US" dirty="0"/>
          </a:p>
        </p:txBody>
      </p:sp>
      <p:sp>
        <p:nvSpPr>
          <p:cNvPr id="5" name="원통형 4">
            <a:extLst>
              <a:ext uri="{FF2B5EF4-FFF2-40B4-BE49-F238E27FC236}">
                <a16:creationId xmlns:a16="http://schemas.microsoft.com/office/drawing/2014/main" id="{FFEF3208-FEC7-3CC8-4B8F-526A95C875CD}"/>
              </a:ext>
            </a:extLst>
          </p:cNvPr>
          <p:cNvSpPr/>
          <p:nvPr/>
        </p:nvSpPr>
        <p:spPr>
          <a:xfrm>
            <a:off x="1359017" y="3133288"/>
            <a:ext cx="1069596" cy="7870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r>
              <a:rPr lang="en-US" altLang="ko-KR" sz="1100" dirty="0"/>
              <a:t>0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8A4118-7BE5-327B-AC41-12DF655F4BFD}"/>
              </a:ext>
            </a:extLst>
          </p:cNvPr>
          <p:cNvSpPr/>
          <p:nvPr/>
        </p:nvSpPr>
        <p:spPr>
          <a:xfrm>
            <a:off x="2923563" y="3071695"/>
            <a:ext cx="1363212" cy="910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r>
              <a:rPr lang="en-US" altLang="ko-KR" sz="1100" dirty="0"/>
              <a:t>0</a:t>
            </a:r>
            <a:endParaRPr lang="ko-KR" altLang="en-US" dirty="0"/>
          </a:p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12" name="원통형 11">
            <a:extLst>
              <a:ext uri="{FF2B5EF4-FFF2-40B4-BE49-F238E27FC236}">
                <a16:creationId xmlns:a16="http://schemas.microsoft.com/office/drawing/2014/main" id="{D26A43DC-0296-C226-C83B-B984FA9C41B8}"/>
              </a:ext>
            </a:extLst>
          </p:cNvPr>
          <p:cNvSpPr/>
          <p:nvPr/>
        </p:nvSpPr>
        <p:spPr>
          <a:xfrm>
            <a:off x="4781725" y="3133287"/>
            <a:ext cx="1069596" cy="7870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r>
              <a:rPr lang="en-US" altLang="ko-KR" sz="1100" dirty="0"/>
              <a:t>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A95A7C-A29E-D14D-834D-2A3E76B55489}"/>
              </a:ext>
            </a:extLst>
          </p:cNvPr>
          <p:cNvSpPr/>
          <p:nvPr/>
        </p:nvSpPr>
        <p:spPr>
          <a:xfrm>
            <a:off x="6346271" y="3071695"/>
            <a:ext cx="1363212" cy="910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r>
              <a:rPr lang="en-US" altLang="ko-KR" sz="1100" dirty="0"/>
              <a:t>1</a:t>
            </a:r>
            <a:endParaRPr lang="ko-KR" altLang="en-US" dirty="0"/>
          </a:p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14" name="원통형 13">
            <a:extLst>
              <a:ext uri="{FF2B5EF4-FFF2-40B4-BE49-F238E27FC236}">
                <a16:creationId xmlns:a16="http://schemas.microsoft.com/office/drawing/2014/main" id="{397FD4D5-DF44-2340-97A6-E084E7C8D7FC}"/>
              </a:ext>
            </a:extLst>
          </p:cNvPr>
          <p:cNvSpPr/>
          <p:nvPr/>
        </p:nvSpPr>
        <p:spPr>
          <a:xfrm>
            <a:off x="8204433" y="3133287"/>
            <a:ext cx="1069596" cy="7870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r>
              <a:rPr lang="en-US" altLang="ko-KR" sz="1100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0C2BB3-64CA-27FE-3B86-7729B1252E87}"/>
              </a:ext>
            </a:extLst>
          </p:cNvPr>
          <p:cNvSpPr/>
          <p:nvPr/>
        </p:nvSpPr>
        <p:spPr>
          <a:xfrm>
            <a:off x="9768979" y="3071695"/>
            <a:ext cx="1363212" cy="910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</a:t>
            </a:r>
            <a:r>
              <a:rPr lang="en-US" altLang="ko-KR" sz="1100" dirty="0"/>
              <a:t>2</a:t>
            </a:r>
            <a:endParaRPr lang="ko-KR" altLang="en-US" dirty="0"/>
          </a:p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E083A-213E-3B22-A284-950F4E2D25E7}"/>
              </a:ext>
            </a:extLst>
          </p:cNvPr>
          <p:cNvSpPr txBox="1"/>
          <p:nvPr/>
        </p:nvSpPr>
        <p:spPr>
          <a:xfrm>
            <a:off x="877168" y="4198043"/>
            <a:ext cx="203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 Sampled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1C0861-0628-359A-E788-BAB8EF479DB1}"/>
              </a:ext>
            </a:extLst>
          </p:cNvPr>
          <p:cNvSpPr txBox="1"/>
          <p:nvPr/>
        </p:nvSpPr>
        <p:spPr>
          <a:xfrm>
            <a:off x="4299876" y="4198043"/>
            <a:ext cx="20332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L</a:t>
            </a:r>
            <a:r>
              <a:rPr lang="en-US" altLang="ko-KR" sz="1000" dirty="0"/>
              <a:t>0</a:t>
            </a:r>
            <a:endParaRPr lang="ko-KR" altLang="en-US" sz="1400" dirty="0"/>
          </a:p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</a:p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Sampled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E29C9B-4B03-9CCD-0579-7812CA0F46E4}"/>
              </a:ext>
            </a:extLst>
          </p:cNvPr>
          <p:cNvSpPr txBox="1"/>
          <p:nvPr/>
        </p:nvSpPr>
        <p:spPr>
          <a:xfrm>
            <a:off x="1609107" y="2580366"/>
            <a:ext cx="203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D12A82-4D7D-345D-8FA4-76A3B6092F9E}"/>
              </a:ext>
            </a:extLst>
          </p:cNvPr>
          <p:cNvSpPr txBox="1"/>
          <p:nvPr/>
        </p:nvSpPr>
        <p:spPr>
          <a:xfrm>
            <a:off x="5077955" y="2580366"/>
            <a:ext cx="203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81762-F80D-02BA-BF22-9A182C0E1C33}"/>
              </a:ext>
            </a:extLst>
          </p:cNvPr>
          <p:cNvSpPr txBox="1"/>
          <p:nvPr/>
        </p:nvSpPr>
        <p:spPr>
          <a:xfrm>
            <a:off x="8513247" y="2580366"/>
            <a:ext cx="203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Train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A7AAB2-8142-7819-39E3-CC994752E97A}"/>
              </a:ext>
            </a:extLst>
          </p:cNvPr>
          <p:cNvSpPr txBox="1"/>
          <p:nvPr/>
        </p:nvSpPr>
        <p:spPr>
          <a:xfrm>
            <a:off x="7735685" y="4198043"/>
            <a:ext cx="20332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L</a:t>
            </a:r>
            <a:r>
              <a:rPr lang="en-US" altLang="ko-KR" sz="1000" dirty="0"/>
              <a:t>1</a:t>
            </a:r>
            <a:endParaRPr lang="ko-KR" altLang="en-US" sz="1400" dirty="0"/>
          </a:p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</a:p>
          <a:p>
            <a:pPr algn="ctr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Sampled Data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A317880-E834-952F-3960-F4BC4F902E4F}"/>
              </a:ext>
            </a:extLst>
          </p:cNvPr>
          <p:cNvSpPr/>
          <p:nvPr/>
        </p:nvSpPr>
        <p:spPr>
          <a:xfrm>
            <a:off x="11308357" y="3458362"/>
            <a:ext cx="132127" cy="132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2971264-140E-054F-279D-C952FCCF175E}"/>
              </a:ext>
            </a:extLst>
          </p:cNvPr>
          <p:cNvSpPr/>
          <p:nvPr/>
        </p:nvSpPr>
        <p:spPr>
          <a:xfrm>
            <a:off x="11484523" y="3458362"/>
            <a:ext cx="132127" cy="132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EC540BE-78CF-9672-E9FF-B69C0E76F208}"/>
              </a:ext>
            </a:extLst>
          </p:cNvPr>
          <p:cNvSpPr/>
          <p:nvPr/>
        </p:nvSpPr>
        <p:spPr>
          <a:xfrm>
            <a:off x="11660689" y="3458362"/>
            <a:ext cx="132127" cy="1321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342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Reproducible</a:t>
            </a:r>
            <a:r>
              <a:rPr lang="ko-KR" altLang="en-US" dirty="0"/>
              <a:t> </a:t>
            </a:r>
            <a:r>
              <a:rPr lang="en-US" altLang="ko-KR" dirty="0"/>
              <a:t>Setting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B88B8-832D-DC5E-FCEA-CDF304393B13}"/>
              </a:ext>
            </a:extLst>
          </p:cNvPr>
          <p:cNvSpPr txBox="1"/>
          <p:nvPr/>
        </p:nvSpPr>
        <p:spPr>
          <a:xfrm>
            <a:off x="967901" y="1574650"/>
            <a:ext cx="6106584" cy="189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Active Learning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학습에 사용되는 데이터가 계속 증가하는 상황이다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그렇기 때문에 초기 데이터로 정한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hyper parameter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이후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iteration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최적이 아닐 수 있다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6AE2DF8-1A01-FF50-5D0D-C59C2F80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0" y="6321603"/>
            <a:ext cx="11220027" cy="4501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98278E-4DDB-3535-A1C0-E1748D0DF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1" y="371629"/>
            <a:ext cx="3539007" cy="25711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241AF3F-E0E2-B854-5244-8FC7A29A0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1" y="3342248"/>
            <a:ext cx="3539008" cy="25799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2DC9B8-E1A3-F473-4361-A17DA0589C28}"/>
              </a:ext>
            </a:extLst>
          </p:cNvPr>
          <p:cNvSpPr txBox="1"/>
          <p:nvPr/>
        </p:nvSpPr>
        <p:spPr>
          <a:xfrm>
            <a:off x="7759114" y="2973251"/>
            <a:ext cx="2854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CIFAR-10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491FEF-2840-C1C7-5B2B-D01A3858AD33}"/>
              </a:ext>
            </a:extLst>
          </p:cNvPr>
          <p:cNvSpPr txBox="1"/>
          <p:nvPr/>
        </p:nvSpPr>
        <p:spPr>
          <a:xfrm>
            <a:off x="7759114" y="5907042"/>
            <a:ext cx="28543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CIFAR-100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8239F-0886-5A78-E03F-7051A19CB42A}"/>
              </a:ext>
            </a:extLst>
          </p:cNvPr>
          <p:cNvSpPr txBox="1"/>
          <p:nvPr/>
        </p:nvSpPr>
        <p:spPr>
          <a:xfrm>
            <a:off x="967901" y="3603417"/>
            <a:ext cx="6096698" cy="1526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번의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 Initialize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첫번째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시드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학습 시 </a:t>
            </a: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AutoML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사용하여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iteration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마다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회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 search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best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모델의 파라미터 사용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메소드 마다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번의 학습을 해서 평균 낸 값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6529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10203485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Regularization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B88B8-832D-DC5E-FCEA-CDF304393B13}"/>
              </a:ext>
            </a:extLst>
          </p:cNvPr>
          <p:cNvSpPr txBox="1"/>
          <p:nvPr/>
        </p:nvSpPr>
        <p:spPr>
          <a:xfrm>
            <a:off x="967901" y="1238502"/>
            <a:ext cx="10957049" cy="787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Active Learning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기본적으로 데이터가 적은 상황을 가정하므로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오버피팅을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막기 위한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Regularization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매우 중요함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Random Augmentation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Stochastic weighted averaging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기법을 사용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F4F3DC-790A-64D9-6C5D-2C70784F3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44" y="2382474"/>
            <a:ext cx="8683311" cy="385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72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4854059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Annotation</a:t>
            </a:r>
            <a:r>
              <a:rPr lang="ko-KR" altLang="en-US" dirty="0"/>
              <a:t> </a:t>
            </a:r>
            <a:r>
              <a:rPr lang="en-US" altLang="ko-KR" dirty="0"/>
              <a:t>Batch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9F4D6A-AA01-5ECC-1131-EA81F548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749" y="2275299"/>
            <a:ext cx="8757352" cy="37113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ABBA61-1BE0-01B6-BF1A-5E7D2D2B01F8}"/>
              </a:ext>
            </a:extLst>
          </p:cNvPr>
          <p:cNvSpPr txBox="1"/>
          <p:nvPr/>
        </p:nvSpPr>
        <p:spPr>
          <a:xfrm>
            <a:off x="967901" y="1238502"/>
            <a:ext cx="10957049" cy="41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Active Learning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레이블링 가용 노동력에 따라서도 차이가 생긴다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2734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0E378-9F42-126C-A532-082C16F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1" y="249958"/>
            <a:ext cx="4854059" cy="787020"/>
          </a:xfrm>
        </p:spPr>
        <p:txBody>
          <a:bodyPr>
            <a:normAutofit/>
          </a:bodyPr>
          <a:lstStyle/>
          <a:p>
            <a:r>
              <a:rPr lang="en-US" altLang="ko-KR" dirty="0"/>
              <a:t>Class Imbalance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4A9025-3603-86A2-F4F3-C8D8948C8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01" y="2196969"/>
            <a:ext cx="4605436" cy="3792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11E146-7F50-00AF-0A78-B85071AFECBD}"/>
              </a:ext>
            </a:extLst>
          </p:cNvPr>
          <p:cNvSpPr txBox="1"/>
          <p:nvPr/>
        </p:nvSpPr>
        <p:spPr>
          <a:xfrm>
            <a:off x="967902" y="1238502"/>
            <a:ext cx="4605436" cy="41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long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tail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distribution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에서도 일관적이지 않다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0C6454-8C40-B936-1926-01870C825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349" y="3281513"/>
            <a:ext cx="6013759" cy="1511378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8204F30F-E286-10F5-65C8-E0FC8ABEEB72}"/>
              </a:ext>
            </a:extLst>
          </p:cNvPr>
          <p:cNvSpPr txBox="1">
            <a:spLocks/>
          </p:cNvSpPr>
          <p:nvPr/>
        </p:nvSpPr>
        <p:spPr>
          <a:xfrm>
            <a:off x="5962349" y="249958"/>
            <a:ext cx="5538957" cy="7870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Network Architecture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E39FA-3304-7EE4-EC1A-B2421BF6DC65}"/>
              </a:ext>
            </a:extLst>
          </p:cNvPr>
          <p:cNvSpPr txBox="1"/>
          <p:nvPr/>
        </p:nvSpPr>
        <p:spPr>
          <a:xfrm>
            <a:off x="5962349" y="1238502"/>
            <a:ext cx="4605436" cy="41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모델 종류에 따라서도 좋은 기법이 다르다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5764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pic>
        <p:nvPicPr>
          <p:cNvPr id="5" name="Picture 4" descr="Magnifying glass on clear background">
            <a:extLst>
              <a:ext uri="{FF2B5EF4-FFF2-40B4-BE49-F238E27FC236}">
                <a16:creationId xmlns:a16="http://schemas.microsoft.com/office/drawing/2014/main" id="{4EA0A7CB-C150-D5B9-65B6-1570FE63D4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</a:blip>
          <a:srcRect b="15714"/>
          <a:stretch/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34BA972-C640-4E2E-B1AC-162A1AB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B4EBAB6-4362-4DD4-B97E-6707AFA5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2FA5E0A6-4D2A-405F-AA56-A8E597834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8E9495-9F2B-6AD2-DC8C-AD20E1F6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28" y="1788454"/>
            <a:ext cx="8361229" cy="2098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r>
              <a:rPr lang="en-US" altLang="ko-KR" sz="7200" cap="all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4762311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360</TotalTime>
  <Words>469</Words>
  <Application>Microsoft Office PowerPoint</Application>
  <PresentationFormat>와이드스크린</PresentationFormat>
  <Paragraphs>107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나눔고딕</vt:lpstr>
      <vt:lpstr>Franklin Gothic Book</vt:lpstr>
      <vt:lpstr>Poppins</vt:lpstr>
      <vt:lpstr>자르기</vt:lpstr>
      <vt:lpstr>Towards Robust and Reproducible Active Learning using Neural Networks</vt:lpstr>
      <vt:lpstr>What is Active Learning?</vt:lpstr>
      <vt:lpstr>What is Active Learning?</vt:lpstr>
      <vt:lpstr>What is Active Learning?</vt:lpstr>
      <vt:lpstr>What is Active Learning?</vt:lpstr>
      <vt:lpstr>Active Learning Methods</vt:lpstr>
      <vt:lpstr>Active Learning Methods</vt:lpstr>
      <vt:lpstr>Active Learning Methods</vt:lpstr>
      <vt:lpstr>Active Learning Methods Random Sampling Baseline</vt:lpstr>
      <vt:lpstr>Active Learning Methods Coreset</vt:lpstr>
      <vt:lpstr>Active Learning Methods Deep Bayesian Active Learning Bayesian Active Learning by Disagreement</vt:lpstr>
      <vt:lpstr>Active Learning Methods Variational Adversarial Active Learning</vt:lpstr>
      <vt:lpstr>Active Learning Methods Query by Committee</vt:lpstr>
      <vt:lpstr>Active Learning Methods Uncertainty based sampling</vt:lpstr>
      <vt:lpstr>Toward Robust and Reproducible</vt:lpstr>
      <vt:lpstr>Not Reproducible</vt:lpstr>
      <vt:lpstr>Experiment Flow</vt:lpstr>
      <vt:lpstr>Reproducible Setting</vt:lpstr>
      <vt:lpstr>Regularization</vt:lpstr>
      <vt:lpstr>Annotation Batch</vt:lpstr>
      <vt:lpstr>Class Imbalance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Robust and Reproducible Active Learning using Neural Networks</dc:title>
  <dc:creator>ZeroAct Lee</dc:creator>
  <cp:lastModifiedBy>ZeroAct Lee</cp:lastModifiedBy>
  <cp:revision>1</cp:revision>
  <dcterms:created xsi:type="dcterms:W3CDTF">2023-03-19T00:44:25Z</dcterms:created>
  <dcterms:modified xsi:type="dcterms:W3CDTF">2023-03-19T06:44:54Z</dcterms:modified>
</cp:coreProperties>
</file>