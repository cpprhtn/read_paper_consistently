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262" r:id="rId3"/>
    <p:sldId id="279" r:id="rId4"/>
    <p:sldId id="280" r:id="rId5"/>
    <p:sldId id="281" r:id="rId6"/>
    <p:sldId id="282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78" r:id="rId16"/>
    <p:sldId id="277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A040"/>
    <a:srgbClr val="6A6AFF"/>
    <a:srgbClr val="FF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970" autoAdjust="0"/>
  </p:normalViewPr>
  <p:slideViewPr>
    <p:cSldViewPr snapToGrid="0">
      <p:cViewPr varScale="1">
        <p:scale>
          <a:sx n="81" d="100"/>
          <a:sy n="81" d="100"/>
        </p:scale>
        <p:origin x="166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대학원생) 김보성 (인공지능대학원)" userId="c218017a-1992-466e-9cab-0f90bc955251" providerId="ADAL" clId="{B3F10980-ACA8-464E-AECD-6B694A1E43C4}"/>
    <pc:docChg chg="custSel modSld">
      <pc:chgData name="(대학원생) 김보성 (인공지능대학원)" userId="c218017a-1992-466e-9cab-0f90bc955251" providerId="ADAL" clId="{B3F10980-ACA8-464E-AECD-6B694A1E43C4}" dt="2025-08-03T04:47:53.718" v="11381" actId="20577"/>
      <pc:docMkLst>
        <pc:docMk/>
      </pc:docMkLst>
      <pc:sldChg chg="modSp mod modNotesTx">
        <pc:chgData name="(대학원생) 김보성 (인공지능대학원)" userId="c218017a-1992-466e-9cab-0f90bc955251" providerId="ADAL" clId="{B3F10980-ACA8-464E-AECD-6B694A1E43C4}" dt="2025-08-03T04:01:53.058" v="420" actId="20577"/>
        <pc:sldMkLst>
          <pc:docMk/>
          <pc:sldMk cId="755593708" sldId="260"/>
        </pc:sldMkLst>
        <pc:spChg chg="mod">
          <ac:chgData name="(대학원생) 김보성 (인공지능대학원)" userId="c218017a-1992-466e-9cab-0f90bc955251" providerId="ADAL" clId="{B3F10980-ACA8-464E-AECD-6B694A1E43C4}" dt="2025-08-02T11:21:33.427" v="25" actId="20577"/>
          <ac:spMkLst>
            <pc:docMk/>
            <pc:sldMk cId="755593708" sldId="260"/>
            <ac:spMk id="3" creationId="{899963F1-B840-65EC-75D9-22BCB4D00824}"/>
          </ac:spMkLst>
        </pc:spChg>
      </pc:sldChg>
      <pc:sldChg chg="modNotesTx">
        <pc:chgData name="(대학원생) 김보성 (인공지능대학원)" userId="c218017a-1992-466e-9cab-0f90bc955251" providerId="ADAL" clId="{B3F10980-ACA8-464E-AECD-6B694A1E43C4}" dt="2025-08-03T04:04:04.653" v="1336" actId="20577"/>
        <pc:sldMkLst>
          <pc:docMk/>
          <pc:sldMk cId="1323258910" sldId="262"/>
        </pc:sldMkLst>
      </pc:sldChg>
      <pc:sldChg chg="modNotesTx">
        <pc:chgData name="(대학원생) 김보성 (인공지능대학원)" userId="c218017a-1992-466e-9cab-0f90bc955251" providerId="ADAL" clId="{B3F10980-ACA8-464E-AECD-6B694A1E43C4}" dt="2025-08-03T04:47:53.718" v="11381" actId="20577"/>
        <pc:sldMkLst>
          <pc:docMk/>
          <pc:sldMk cId="542725316" sldId="278"/>
        </pc:sldMkLst>
      </pc:sldChg>
      <pc:sldChg chg="modNotesTx">
        <pc:chgData name="(대학원생) 김보성 (인공지능대학원)" userId="c218017a-1992-466e-9cab-0f90bc955251" providerId="ADAL" clId="{B3F10980-ACA8-464E-AECD-6B694A1E43C4}" dt="2025-08-03T04:15:44.243" v="2869" actId="5793"/>
        <pc:sldMkLst>
          <pc:docMk/>
          <pc:sldMk cId="3992961195" sldId="279"/>
        </pc:sldMkLst>
      </pc:sldChg>
      <pc:sldChg chg="modNotesTx">
        <pc:chgData name="(대학원생) 김보성 (인공지능대학원)" userId="c218017a-1992-466e-9cab-0f90bc955251" providerId="ADAL" clId="{B3F10980-ACA8-464E-AECD-6B694A1E43C4}" dt="2025-08-03T04:17:53.058" v="3565" actId="20577"/>
        <pc:sldMkLst>
          <pc:docMk/>
          <pc:sldMk cId="1960343330" sldId="280"/>
        </pc:sldMkLst>
      </pc:sldChg>
      <pc:sldChg chg="modNotesTx">
        <pc:chgData name="(대학원생) 김보성 (인공지능대학원)" userId="c218017a-1992-466e-9cab-0f90bc955251" providerId="ADAL" clId="{B3F10980-ACA8-464E-AECD-6B694A1E43C4}" dt="2025-08-03T04:20:45.100" v="4686" actId="20577"/>
        <pc:sldMkLst>
          <pc:docMk/>
          <pc:sldMk cId="1566037350" sldId="281"/>
        </pc:sldMkLst>
      </pc:sldChg>
      <pc:sldChg chg="modNotesTx">
        <pc:chgData name="(대학원생) 김보성 (인공지능대학원)" userId="c218017a-1992-466e-9cab-0f90bc955251" providerId="ADAL" clId="{B3F10980-ACA8-464E-AECD-6B694A1E43C4}" dt="2025-08-03T04:22:34.043" v="5522" actId="20577"/>
        <pc:sldMkLst>
          <pc:docMk/>
          <pc:sldMk cId="2119039437" sldId="282"/>
        </pc:sldMkLst>
      </pc:sldChg>
      <pc:sldChg chg="modNotesTx">
        <pc:chgData name="(대학원생) 김보성 (인공지능대학원)" userId="c218017a-1992-466e-9cab-0f90bc955251" providerId="ADAL" clId="{B3F10980-ACA8-464E-AECD-6B694A1E43C4}" dt="2025-08-03T04:24:24.973" v="6237" actId="20577"/>
        <pc:sldMkLst>
          <pc:docMk/>
          <pc:sldMk cId="2408379422" sldId="284"/>
        </pc:sldMkLst>
      </pc:sldChg>
      <pc:sldChg chg="modNotesTx">
        <pc:chgData name="(대학원생) 김보성 (인공지능대학원)" userId="c218017a-1992-466e-9cab-0f90bc955251" providerId="ADAL" clId="{B3F10980-ACA8-464E-AECD-6B694A1E43C4}" dt="2025-08-03T04:25:23.035" v="6725" actId="20577"/>
        <pc:sldMkLst>
          <pc:docMk/>
          <pc:sldMk cId="1021688207" sldId="285"/>
        </pc:sldMkLst>
      </pc:sldChg>
      <pc:sldChg chg="modNotesTx">
        <pc:chgData name="(대학원생) 김보성 (인공지능대학원)" userId="c218017a-1992-466e-9cab-0f90bc955251" providerId="ADAL" clId="{B3F10980-ACA8-464E-AECD-6B694A1E43C4}" dt="2025-08-03T04:27:25.214" v="7496" actId="20577"/>
        <pc:sldMkLst>
          <pc:docMk/>
          <pc:sldMk cId="2604150965" sldId="286"/>
        </pc:sldMkLst>
      </pc:sldChg>
      <pc:sldChg chg="modNotesTx">
        <pc:chgData name="(대학원생) 김보성 (인공지능대학원)" userId="c218017a-1992-466e-9cab-0f90bc955251" providerId="ADAL" clId="{B3F10980-ACA8-464E-AECD-6B694A1E43C4}" dt="2025-08-03T04:28:54.802" v="8116" actId="20577"/>
        <pc:sldMkLst>
          <pc:docMk/>
          <pc:sldMk cId="1997601305" sldId="287"/>
        </pc:sldMkLst>
      </pc:sldChg>
      <pc:sldChg chg="modNotesTx">
        <pc:chgData name="(대학원생) 김보성 (인공지능대학원)" userId="c218017a-1992-466e-9cab-0f90bc955251" providerId="ADAL" clId="{B3F10980-ACA8-464E-AECD-6B694A1E43C4}" dt="2025-08-03T04:42:25.439" v="8664" actId="20577"/>
        <pc:sldMkLst>
          <pc:docMk/>
          <pc:sldMk cId="861735016" sldId="288"/>
        </pc:sldMkLst>
      </pc:sldChg>
      <pc:sldChg chg="modNotesTx">
        <pc:chgData name="(대학원생) 김보성 (인공지능대학원)" userId="c218017a-1992-466e-9cab-0f90bc955251" providerId="ADAL" clId="{B3F10980-ACA8-464E-AECD-6B694A1E43C4}" dt="2025-08-03T04:44:09.060" v="9514" actId="20577"/>
        <pc:sldMkLst>
          <pc:docMk/>
          <pc:sldMk cId="907556388" sldId="289"/>
        </pc:sldMkLst>
      </pc:sldChg>
      <pc:sldChg chg="modNotesTx">
        <pc:chgData name="(대학원생) 김보성 (인공지능대학원)" userId="c218017a-1992-466e-9cab-0f90bc955251" providerId="ADAL" clId="{B3F10980-ACA8-464E-AECD-6B694A1E43C4}" dt="2025-08-03T04:45:54.162" v="10473" actId="20577"/>
        <pc:sldMkLst>
          <pc:docMk/>
          <pc:sldMk cId="526018560" sldId="290"/>
        </pc:sldMkLst>
      </pc:sldChg>
      <pc:sldChg chg="modSp mod modNotesTx">
        <pc:chgData name="(대학원생) 김보성 (인공지능대학원)" userId="c218017a-1992-466e-9cab-0f90bc955251" providerId="ADAL" clId="{B3F10980-ACA8-464E-AECD-6B694A1E43C4}" dt="2025-08-03T04:47:42.978" v="11280" actId="20577"/>
        <pc:sldMkLst>
          <pc:docMk/>
          <pc:sldMk cId="3080923760" sldId="291"/>
        </pc:sldMkLst>
        <pc:picChg chg="mod">
          <ac:chgData name="(대학원생) 김보성 (인공지능대학원)" userId="c218017a-1992-466e-9cab-0f90bc955251" providerId="ADAL" clId="{B3F10980-ACA8-464E-AECD-6B694A1E43C4}" dt="2025-08-02T11:20:47.308" v="1" actId="1076"/>
          <ac:picMkLst>
            <pc:docMk/>
            <pc:sldMk cId="3080923760" sldId="291"/>
            <ac:picMk id="8" creationId="{A1CCC819-FFED-B7D2-EA2F-163D7E808239}"/>
          </ac:picMkLst>
        </pc:picChg>
      </pc:sldChg>
    </pc:docChg>
  </pc:docChgLst>
  <pc:docChgLst>
    <pc:chgData name="(대학원생) 김보성 (인공지능대학원)" userId="c218017a-1992-466e-9cab-0f90bc955251" providerId="ADAL" clId="{368EF025-E237-4E60-B75A-C9055C81E0DE}"/>
    <pc:docChg chg="undo custSel addSld delSld modSld sldOrd modMainMaster">
      <pc:chgData name="(대학원생) 김보성 (인공지능대학원)" userId="c218017a-1992-466e-9cab-0f90bc955251" providerId="ADAL" clId="{368EF025-E237-4E60-B75A-C9055C81E0DE}" dt="2025-06-21T07:19:14.745" v="22547" actId="20577"/>
      <pc:docMkLst>
        <pc:docMk/>
      </pc:docMkLst>
      <pc:sldChg chg="del">
        <pc:chgData name="(대학원생) 김보성 (인공지능대학원)" userId="c218017a-1992-466e-9cab-0f90bc955251" providerId="ADAL" clId="{368EF025-E237-4E60-B75A-C9055C81E0DE}" dt="2025-06-20T04:05:52.838" v="0" actId="2696"/>
        <pc:sldMkLst>
          <pc:docMk/>
          <pc:sldMk cId="3306440805" sldId="256"/>
        </pc:sldMkLst>
      </pc:sldChg>
      <pc:sldChg chg="addSp modSp mod modNotesTx">
        <pc:chgData name="(대학원생) 김보성 (인공지능대학원)" userId="c218017a-1992-466e-9cab-0f90bc955251" providerId="ADAL" clId="{368EF025-E237-4E60-B75A-C9055C81E0DE}" dt="2025-06-20T08:25:34.623" v="11462" actId="20577"/>
        <pc:sldMkLst>
          <pc:docMk/>
          <pc:sldMk cId="755593708" sldId="260"/>
        </pc:sldMkLst>
        <pc:spChg chg="mod">
          <ac:chgData name="(대학원생) 김보성 (인공지능대학원)" userId="c218017a-1992-466e-9cab-0f90bc955251" providerId="ADAL" clId="{368EF025-E237-4E60-B75A-C9055C81E0DE}" dt="2025-06-20T04:18:06.097" v="299" actId="1076"/>
          <ac:spMkLst>
            <pc:docMk/>
            <pc:sldMk cId="755593708" sldId="260"/>
            <ac:spMk id="2" creationId="{67EA3406-480B-DA06-167C-031018452FBB}"/>
          </ac:spMkLst>
        </pc:spChg>
        <pc:spChg chg="add mod">
          <ac:chgData name="(대학원생) 김보성 (인공지능대학원)" userId="c218017a-1992-466e-9cab-0f90bc955251" providerId="ADAL" clId="{368EF025-E237-4E60-B75A-C9055C81E0DE}" dt="2025-06-20T04:18:06.097" v="299" actId="1076"/>
          <ac:spMkLst>
            <pc:docMk/>
            <pc:sldMk cId="755593708" sldId="260"/>
            <ac:spMk id="3" creationId="{899963F1-B840-65EC-75D9-22BCB4D00824}"/>
          </ac:spMkLst>
        </pc:spChg>
        <pc:spChg chg="add mod">
          <ac:chgData name="(대학원생) 김보성 (인공지능대학원)" userId="c218017a-1992-466e-9cab-0f90bc955251" providerId="ADAL" clId="{368EF025-E237-4E60-B75A-C9055C81E0DE}" dt="2025-06-20T08:22:28.460" v="10685" actId="1076"/>
          <ac:spMkLst>
            <pc:docMk/>
            <pc:sldMk cId="755593708" sldId="260"/>
            <ac:spMk id="4" creationId="{C34A7B3F-13AA-0000-08D4-0F187BA83BB6}"/>
          </ac:spMkLst>
        </pc:spChg>
        <pc:picChg chg="add mod">
          <ac:chgData name="(대학원생) 김보성 (인공지능대학원)" userId="c218017a-1992-466e-9cab-0f90bc955251" providerId="ADAL" clId="{368EF025-E237-4E60-B75A-C9055C81E0DE}" dt="2025-06-20T04:34:44.267" v="488" actId="29295"/>
          <ac:picMkLst>
            <pc:docMk/>
            <pc:sldMk cId="755593708" sldId="260"/>
            <ac:picMk id="6" creationId="{EC64824A-EAB3-62F1-5E45-B3DD2E9EA2F7}"/>
          </ac:picMkLst>
        </pc:picChg>
      </pc:sldChg>
      <pc:sldChg chg="addSp delSp modSp del mod modClrScheme modAnim chgLayout">
        <pc:chgData name="(대학원생) 김보성 (인공지능대학원)" userId="c218017a-1992-466e-9cab-0f90bc955251" providerId="ADAL" clId="{368EF025-E237-4E60-B75A-C9055C81E0DE}" dt="2025-06-20T04:21:48.909" v="384" actId="47"/>
        <pc:sldMkLst>
          <pc:docMk/>
          <pc:sldMk cId="3851182822" sldId="261"/>
        </pc:sldMkLst>
      </pc:sldChg>
      <pc:sldChg chg="addSp delSp modSp new mod ord modClrScheme chgLayout modNotesTx">
        <pc:chgData name="(대학원생) 김보성 (인공지능대학원)" userId="c218017a-1992-466e-9cab-0f90bc955251" providerId="ADAL" clId="{368EF025-E237-4E60-B75A-C9055C81E0DE}" dt="2025-06-20T08:26:58.283" v="11912" actId="20577"/>
        <pc:sldMkLst>
          <pc:docMk/>
          <pc:sldMk cId="1323258910" sldId="262"/>
        </pc:sldMkLst>
        <pc:spChg chg="mod">
          <ac:chgData name="(대학원생) 김보성 (인공지능대학원)" userId="c218017a-1992-466e-9cab-0f90bc955251" providerId="ADAL" clId="{368EF025-E237-4E60-B75A-C9055C81E0DE}" dt="2025-06-20T05:06:15.086" v="1648" actId="20577"/>
          <ac:spMkLst>
            <pc:docMk/>
            <pc:sldMk cId="1323258910" sldId="262"/>
            <ac:spMk id="2" creationId="{DC090680-3E72-A11C-5E31-49F2A47CB57E}"/>
          </ac:spMkLst>
        </pc:spChg>
      </pc:sldChg>
      <pc:sldChg chg="addSp delSp modSp add mod delAnim modAnim modNotesTx">
        <pc:chgData name="(대학원생) 김보성 (인공지능대학원)" userId="c218017a-1992-466e-9cab-0f90bc955251" providerId="ADAL" clId="{368EF025-E237-4E60-B75A-C9055C81E0DE}" dt="2025-06-20T08:29:24.915" v="12845" actId="1076"/>
        <pc:sldMkLst>
          <pc:docMk/>
          <pc:sldMk cId="28888705" sldId="263"/>
        </pc:sldMkLst>
      </pc:sldChg>
      <pc:sldChg chg="delSp add del">
        <pc:chgData name="(대학원생) 김보성 (인공지능대학원)" userId="c218017a-1992-466e-9cab-0f90bc955251" providerId="ADAL" clId="{368EF025-E237-4E60-B75A-C9055C81E0DE}" dt="2025-06-20T04:57:51.824" v="1349" actId="47"/>
        <pc:sldMkLst>
          <pc:docMk/>
          <pc:sldMk cId="633714116" sldId="264"/>
        </pc:sldMkLst>
      </pc:sldChg>
      <pc:sldChg chg="addSp delSp modSp new mod modAnim modNotesTx">
        <pc:chgData name="(대학원생) 김보성 (인공지능대학원)" userId="c218017a-1992-466e-9cab-0f90bc955251" providerId="ADAL" clId="{368EF025-E237-4E60-B75A-C9055C81E0DE}" dt="2025-06-20T08:31:39.556" v="13627" actId="20577"/>
        <pc:sldMkLst>
          <pc:docMk/>
          <pc:sldMk cId="639238593" sldId="264"/>
        </pc:sldMkLst>
      </pc:sldChg>
      <pc:sldChg chg="addSp delSp modSp new mod modAnim modNotesTx">
        <pc:chgData name="(대학원생) 김보성 (인공지능대학원)" userId="c218017a-1992-466e-9cab-0f90bc955251" providerId="ADAL" clId="{368EF025-E237-4E60-B75A-C9055C81E0DE}" dt="2025-06-20T08:37:56.986" v="14917" actId="20577"/>
        <pc:sldMkLst>
          <pc:docMk/>
          <pc:sldMk cId="2300914236" sldId="265"/>
        </pc:sldMkLst>
      </pc:sldChg>
      <pc:sldChg chg="addSp delSp modSp new mod modNotesTx">
        <pc:chgData name="(대학원생) 김보성 (인공지능대학원)" userId="c218017a-1992-466e-9cab-0f90bc955251" providerId="ADAL" clId="{368EF025-E237-4E60-B75A-C9055C81E0DE}" dt="2025-06-20T08:40:51.422" v="15602" actId="20577"/>
        <pc:sldMkLst>
          <pc:docMk/>
          <pc:sldMk cId="4195811523" sldId="266"/>
        </pc:sldMkLst>
      </pc:sldChg>
      <pc:sldChg chg="addSp delSp modSp add mod modNotesTx">
        <pc:chgData name="(대학원생) 김보성 (인공지능대학원)" userId="c218017a-1992-466e-9cab-0f90bc955251" providerId="ADAL" clId="{368EF025-E237-4E60-B75A-C9055C81E0DE}" dt="2025-06-20T08:48:00.566" v="16783" actId="20577"/>
        <pc:sldMkLst>
          <pc:docMk/>
          <pc:sldMk cId="3188413428" sldId="267"/>
        </pc:sldMkLst>
      </pc:sldChg>
      <pc:sldChg chg="addSp delSp modSp add mod modNotesTx">
        <pc:chgData name="(대학원생) 김보성 (인공지능대학원)" userId="c218017a-1992-466e-9cab-0f90bc955251" providerId="ADAL" clId="{368EF025-E237-4E60-B75A-C9055C81E0DE}" dt="2025-06-20T08:50:02.801" v="17465" actId="20577"/>
        <pc:sldMkLst>
          <pc:docMk/>
          <pc:sldMk cId="1335502916" sldId="268"/>
        </pc:sldMkLst>
      </pc:sldChg>
      <pc:sldChg chg="addSp delSp modSp new mod modNotesTx">
        <pc:chgData name="(대학원생) 김보성 (인공지능대학원)" userId="c218017a-1992-466e-9cab-0f90bc955251" providerId="ADAL" clId="{368EF025-E237-4E60-B75A-C9055C81E0DE}" dt="2025-06-20T08:52:10.245" v="18140" actId="20577"/>
        <pc:sldMkLst>
          <pc:docMk/>
          <pc:sldMk cId="253876712" sldId="269"/>
        </pc:sldMkLst>
      </pc:sldChg>
      <pc:sldChg chg="delSp modSp new mod modAnim modNotesTx">
        <pc:chgData name="(대학원생) 김보성 (인공지능대학원)" userId="c218017a-1992-466e-9cab-0f90bc955251" providerId="ADAL" clId="{368EF025-E237-4E60-B75A-C9055C81E0DE}" dt="2025-06-20T08:53:11.137" v="18598" actId="20577"/>
        <pc:sldMkLst>
          <pc:docMk/>
          <pc:sldMk cId="3973194619" sldId="270"/>
        </pc:sldMkLst>
      </pc:sldChg>
      <pc:sldChg chg="addSp modSp add mod modAnim modNotesTx">
        <pc:chgData name="(대학원생) 김보성 (인공지능대학원)" userId="c218017a-1992-466e-9cab-0f90bc955251" providerId="ADAL" clId="{368EF025-E237-4E60-B75A-C9055C81E0DE}" dt="2025-06-20T08:57:23.010" v="19042" actId="20577"/>
        <pc:sldMkLst>
          <pc:docMk/>
          <pc:sldMk cId="573878264" sldId="271"/>
        </pc:sldMkLst>
      </pc:sldChg>
      <pc:sldChg chg="addSp delSp modSp new mod delAnim modAnim modNotesTx">
        <pc:chgData name="(대학원생) 김보성 (인공지능대학원)" userId="c218017a-1992-466e-9cab-0f90bc955251" providerId="ADAL" clId="{368EF025-E237-4E60-B75A-C9055C81E0DE}" dt="2025-06-20T09:03:30.178" v="20707" actId="20577"/>
        <pc:sldMkLst>
          <pc:docMk/>
          <pc:sldMk cId="1581830228" sldId="272"/>
        </pc:sldMkLst>
      </pc:sldChg>
      <pc:sldChg chg="addSp delSp modSp new mod modAnim modNotesTx">
        <pc:chgData name="(대학원생) 김보성 (인공지능대학원)" userId="c218017a-1992-466e-9cab-0f90bc955251" providerId="ADAL" clId="{368EF025-E237-4E60-B75A-C9055C81E0DE}" dt="2025-06-21T07:19:14.745" v="22547" actId="20577"/>
        <pc:sldMkLst>
          <pc:docMk/>
          <pc:sldMk cId="2183055480" sldId="273"/>
        </pc:sldMkLst>
      </pc:sldChg>
      <pc:sldChg chg="add del">
        <pc:chgData name="(대학원생) 김보성 (인공지능대학원)" userId="c218017a-1992-466e-9cab-0f90bc955251" providerId="ADAL" clId="{368EF025-E237-4E60-B75A-C9055C81E0DE}" dt="2025-06-20T07:40:30.483" v="7741"/>
        <pc:sldMkLst>
          <pc:docMk/>
          <pc:sldMk cId="779686956" sldId="274"/>
        </pc:sldMkLst>
      </pc:sldChg>
      <pc:sldChg chg="addSp modSp new mod">
        <pc:chgData name="(대학원생) 김보성 (인공지능대학원)" userId="c218017a-1992-466e-9cab-0f90bc955251" providerId="ADAL" clId="{368EF025-E237-4E60-B75A-C9055C81E0DE}" dt="2025-06-20T08:01:11.750" v="10086" actId="1076"/>
        <pc:sldMkLst>
          <pc:docMk/>
          <pc:sldMk cId="996538430" sldId="274"/>
        </pc:sldMkLst>
      </pc:sldChg>
      <pc:sldChg chg="addSp modSp new mod">
        <pc:chgData name="(대학원생) 김보성 (인공지능대학원)" userId="c218017a-1992-466e-9cab-0f90bc955251" providerId="ADAL" clId="{368EF025-E237-4E60-B75A-C9055C81E0DE}" dt="2025-06-20T07:57:37.433" v="9460"/>
        <pc:sldMkLst>
          <pc:docMk/>
          <pc:sldMk cId="4057577207" sldId="275"/>
        </pc:sldMkLst>
      </pc:sldChg>
      <pc:sldChg chg="modSp new mod modAnim">
        <pc:chgData name="(대학원생) 김보성 (인공지능대학원)" userId="c218017a-1992-466e-9cab-0f90bc955251" providerId="ADAL" clId="{368EF025-E237-4E60-B75A-C9055C81E0DE}" dt="2025-06-20T08:20:40.944" v="10621"/>
        <pc:sldMkLst>
          <pc:docMk/>
          <pc:sldMk cId="2482126115" sldId="276"/>
        </pc:sldMkLst>
      </pc:sldChg>
      <pc:sldChg chg="addSp delSp modSp new mod ord modClrScheme chgLayout">
        <pc:chgData name="(대학원생) 김보성 (인공지능대학원)" userId="c218017a-1992-466e-9cab-0f90bc955251" providerId="ADAL" clId="{368EF025-E237-4E60-B75A-C9055C81E0DE}" dt="2025-06-20T08:21:22.932" v="10624" actId="700"/>
        <pc:sldMkLst>
          <pc:docMk/>
          <pc:sldMk cId="854969806" sldId="277"/>
        </pc:sldMkLst>
        <pc:spChg chg="add mod">
          <ac:chgData name="(대학원생) 김보성 (인공지능대학원)" userId="c218017a-1992-466e-9cab-0f90bc955251" providerId="ADAL" clId="{368EF025-E237-4E60-B75A-C9055C81E0DE}" dt="2025-06-20T08:04:44.633" v="10512" actId="1076"/>
          <ac:spMkLst>
            <pc:docMk/>
            <pc:sldMk cId="854969806" sldId="277"/>
            <ac:spMk id="6" creationId="{6215C364-F3D5-9601-95A7-B2C7A6910E07}"/>
          </ac:spMkLst>
        </pc:spChg>
      </pc:sldChg>
      <pc:sldChg chg="addSp delSp modSp add mod modClrScheme chgLayout">
        <pc:chgData name="(대학원생) 김보성 (인공지능대학원)" userId="c218017a-1992-466e-9cab-0f90bc955251" providerId="ADAL" clId="{368EF025-E237-4E60-B75A-C9055C81E0DE}" dt="2025-06-20T08:21:32.374" v="10625" actId="700"/>
        <pc:sldMkLst>
          <pc:docMk/>
          <pc:sldMk cId="542725316" sldId="278"/>
        </pc:sldMkLst>
        <pc:spChg chg="mod">
          <ac:chgData name="(대학원생) 김보성 (인공지능대학원)" userId="c218017a-1992-466e-9cab-0f90bc955251" providerId="ADAL" clId="{368EF025-E237-4E60-B75A-C9055C81E0DE}" dt="2025-06-20T08:04:59.243" v="10546" actId="1076"/>
          <ac:spMkLst>
            <pc:docMk/>
            <pc:sldMk cId="542725316" sldId="278"/>
            <ac:spMk id="6" creationId="{2BF62F4B-806E-1C9D-E0C7-93F40E46BB6B}"/>
          </ac:spMkLst>
        </pc:spChg>
      </pc:sldChg>
      <pc:sldChg chg="new del">
        <pc:chgData name="(대학원생) 김보성 (인공지능대학원)" userId="c218017a-1992-466e-9cab-0f90bc955251" providerId="ADAL" clId="{368EF025-E237-4E60-B75A-C9055C81E0DE}" dt="2025-06-20T08:05:11.819" v="10550" actId="47"/>
        <pc:sldMkLst>
          <pc:docMk/>
          <pc:sldMk cId="3518035727" sldId="279"/>
        </pc:sldMkLst>
      </pc:sldChg>
      <pc:sldChg chg="delSp modSp del mod">
        <pc:chgData name="(대학원생) 김보성 (인공지능대학원)" userId="c218017a-1992-466e-9cab-0f90bc955251" providerId="ADAL" clId="{368EF025-E237-4E60-B75A-C9055C81E0DE}" dt="2025-06-20T04:20:39.320" v="356" actId="47"/>
        <pc:sldMkLst>
          <pc:docMk/>
          <pc:sldMk cId="273042740" sldId="297"/>
        </pc:sldMkLst>
      </pc:sldChg>
      <pc:sldChg chg="del">
        <pc:chgData name="(대학원생) 김보성 (인공지능대학원)" userId="c218017a-1992-466e-9cab-0f90bc955251" providerId="ADAL" clId="{368EF025-E237-4E60-B75A-C9055C81E0DE}" dt="2025-06-20T04:05:52.838" v="0" actId="2696"/>
        <pc:sldMkLst>
          <pc:docMk/>
          <pc:sldMk cId="71894824" sldId="298"/>
        </pc:sldMkLst>
      </pc:sldChg>
      <pc:sldChg chg="del">
        <pc:chgData name="(대학원생) 김보성 (인공지능대학원)" userId="c218017a-1992-466e-9cab-0f90bc955251" providerId="ADAL" clId="{368EF025-E237-4E60-B75A-C9055C81E0DE}" dt="2025-06-20T04:05:52.838" v="0" actId="2696"/>
        <pc:sldMkLst>
          <pc:docMk/>
          <pc:sldMk cId="3841670161" sldId="299"/>
        </pc:sldMkLst>
      </pc:sldChg>
      <pc:sldChg chg="del">
        <pc:chgData name="(대학원생) 김보성 (인공지능대학원)" userId="c218017a-1992-466e-9cab-0f90bc955251" providerId="ADAL" clId="{368EF025-E237-4E60-B75A-C9055C81E0DE}" dt="2025-06-20T04:05:52.838" v="0" actId="2696"/>
        <pc:sldMkLst>
          <pc:docMk/>
          <pc:sldMk cId="4123275571" sldId="300"/>
        </pc:sldMkLst>
      </pc:sldChg>
      <pc:sldChg chg="del">
        <pc:chgData name="(대학원생) 김보성 (인공지능대학원)" userId="c218017a-1992-466e-9cab-0f90bc955251" providerId="ADAL" clId="{368EF025-E237-4E60-B75A-C9055C81E0DE}" dt="2025-06-20T04:05:52.838" v="0" actId="2696"/>
        <pc:sldMkLst>
          <pc:docMk/>
          <pc:sldMk cId="3586010290" sldId="301"/>
        </pc:sldMkLst>
      </pc:sldChg>
      <pc:sldChg chg="del">
        <pc:chgData name="(대학원생) 김보성 (인공지능대학원)" userId="c218017a-1992-466e-9cab-0f90bc955251" providerId="ADAL" clId="{368EF025-E237-4E60-B75A-C9055C81E0DE}" dt="2025-06-20T04:05:52.838" v="0" actId="2696"/>
        <pc:sldMkLst>
          <pc:docMk/>
          <pc:sldMk cId="4057803479" sldId="302"/>
        </pc:sldMkLst>
      </pc:sldChg>
      <pc:sldChg chg="del">
        <pc:chgData name="(대학원생) 김보성 (인공지능대학원)" userId="c218017a-1992-466e-9cab-0f90bc955251" providerId="ADAL" clId="{368EF025-E237-4E60-B75A-C9055C81E0DE}" dt="2025-06-20T04:05:52.838" v="0" actId="2696"/>
        <pc:sldMkLst>
          <pc:docMk/>
          <pc:sldMk cId="2945237449" sldId="304"/>
        </pc:sldMkLst>
      </pc:sldChg>
      <pc:sldChg chg="del">
        <pc:chgData name="(대학원생) 김보성 (인공지능대학원)" userId="c218017a-1992-466e-9cab-0f90bc955251" providerId="ADAL" clId="{368EF025-E237-4E60-B75A-C9055C81E0DE}" dt="2025-06-20T04:05:52.838" v="0" actId="2696"/>
        <pc:sldMkLst>
          <pc:docMk/>
          <pc:sldMk cId="139865377" sldId="305"/>
        </pc:sldMkLst>
      </pc:sldChg>
      <pc:sldMasterChg chg="modSldLayout">
        <pc:chgData name="(대학원생) 김보성 (인공지능대학원)" userId="c218017a-1992-466e-9cab-0f90bc955251" providerId="ADAL" clId="{368EF025-E237-4E60-B75A-C9055C81E0DE}" dt="2025-06-20T04:33:39.006" v="435" actId="478"/>
        <pc:sldMasterMkLst>
          <pc:docMk/>
          <pc:sldMasterMk cId="1551385644" sldId="2147483648"/>
        </pc:sldMasterMkLst>
        <pc:sldLayoutChg chg="delSp modSp mod">
          <pc:chgData name="(대학원생) 김보성 (인공지능대학원)" userId="c218017a-1992-466e-9cab-0f90bc955251" providerId="ADAL" clId="{368EF025-E237-4E60-B75A-C9055C81E0DE}" dt="2025-06-20T04:33:39.006" v="435" actId="478"/>
          <pc:sldLayoutMkLst>
            <pc:docMk/>
            <pc:sldMasterMk cId="1551385644" sldId="2147483648"/>
            <pc:sldLayoutMk cId="2553918681" sldId="2147483660"/>
          </pc:sldLayoutMkLst>
        </pc:sldLayoutChg>
        <pc:sldLayoutChg chg="modSp mod">
          <pc:chgData name="(대학원생) 김보성 (인공지능대학원)" userId="c218017a-1992-466e-9cab-0f90bc955251" providerId="ADAL" clId="{368EF025-E237-4E60-B75A-C9055C81E0DE}" dt="2025-06-20T04:33:20.643" v="432" actId="207"/>
          <pc:sldLayoutMkLst>
            <pc:docMk/>
            <pc:sldMasterMk cId="1551385644" sldId="2147483648"/>
            <pc:sldLayoutMk cId="1216195693" sldId="2147483661"/>
          </pc:sldLayoutMkLst>
          <pc:spChg chg="mod">
            <ac:chgData name="(대학원생) 김보성 (인공지능대학원)" userId="c218017a-1992-466e-9cab-0f90bc955251" providerId="ADAL" clId="{368EF025-E237-4E60-B75A-C9055C81E0DE}" dt="2025-06-20T04:33:20.643" v="432" actId="207"/>
            <ac:spMkLst>
              <pc:docMk/>
              <pc:sldMasterMk cId="1551385644" sldId="2147483648"/>
              <pc:sldLayoutMk cId="1216195693" sldId="2147483661"/>
              <ac:spMk id="8" creationId="{C9CC8A24-1777-6247-9B52-340C86F7C073}"/>
            </ac:spMkLst>
          </pc:spChg>
        </pc:sldLayoutChg>
      </pc:sldMasterChg>
    </pc:docChg>
  </pc:docChgLst>
  <pc:docChgLst>
    <pc:chgData name="(대학원생) 김보성 (인공지능대학원)" userId="c218017a-1992-466e-9cab-0f90bc955251" providerId="ADAL" clId="{D0B6D0B8-8997-4608-970E-EB354D02757B}"/>
    <pc:docChg chg="custSel modSld">
      <pc:chgData name="(대학원생) 김보성 (인공지능대학원)" userId="c218017a-1992-466e-9cab-0f90bc955251" providerId="ADAL" clId="{D0B6D0B8-8997-4608-970E-EB354D02757B}" dt="2025-08-03T04:48:36.347" v="31" actId="368"/>
      <pc:docMkLst>
        <pc:docMk/>
      </pc:docMkLst>
      <pc:sldChg chg="modNotes">
        <pc:chgData name="(대학원생) 김보성 (인공지능대학원)" userId="c218017a-1992-466e-9cab-0f90bc955251" providerId="ADAL" clId="{D0B6D0B8-8997-4608-970E-EB354D02757B}" dt="2025-08-03T04:48:36.310" v="1" actId="368"/>
        <pc:sldMkLst>
          <pc:docMk/>
          <pc:sldMk cId="755593708" sldId="260"/>
        </pc:sldMkLst>
      </pc:sldChg>
      <pc:sldChg chg="modNotes">
        <pc:chgData name="(대학원생) 김보성 (인공지능대학원)" userId="c218017a-1992-466e-9cab-0f90bc955251" providerId="ADAL" clId="{D0B6D0B8-8997-4608-970E-EB354D02757B}" dt="2025-08-03T04:48:36.316" v="3" actId="368"/>
        <pc:sldMkLst>
          <pc:docMk/>
          <pc:sldMk cId="1323258910" sldId="262"/>
        </pc:sldMkLst>
      </pc:sldChg>
      <pc:sldChg chg="modNotes">
        <pc:chgData name="(대학원생) 김보성 (인공지능대학원)" userId="c218017a-1992-466e-9cab-0f90bc955251" providerId="ADAL" clId="{D0B6D0B8-8997-4608-970E-EB354D02757B}" dt="2025-08-03T04:48:36.347" v="31" actId="368"/>
        <pc:sldMkLst>
          <pc:docMk/>
          <pc:sldMk cId="854969806" sldId="277"/>
        </pc:sldMkLst>
      </pc:sldChg>
      <pc:sldChg chg="modNotes">
        <pc:chgData name="(대학원생) 김보성 (인공지능대학원)" userId="c218017a-1992-466e-9cab-0f90bc955251" providerId="ADAL" clId="{D0B6D0B8-8997-4608-970E-EB354D02757B}" dt="2025-08-03T04:48:36.347" v="29" actId="368"/>
        <pc:sldMkLst>
          <pc:docMk/>
          <pc:sldMk cId="542725316" sldId="278"/>
        </pc:sldMkLst>
      </pc:sldChg>
      <pc:sldChg chg="modNotes">
        <pc:chgData name="(대학원생) 김보성 (인공지능대학원)" userId="c218017a-1992-466e-9cab-0f90bc955251" providerId="ADAL" clId="{D0B6D0B8-8997-4608-970E-EB354D02757B}" dt="2025-08-03T04:48:36.316" v="5" actId="368"/>
        <pc:sldMkLst>
          <pc:docMk/>
          <pc:sldMk cId="3992961195" sldId="279"/>
        </pc:sldMkLst>
      </pc:sldChg>
      <pc:sldChg chg="modNotes">
        <pc:chgData name="(대학원생) 김보성 (인공지능대학원)" userId="c218017a-1992-466e-9cab-0f90bc955251" providerId="ADAL" clId="{D0B6D0B8-8997-4608-970E-EB354D02757B}" dt="2025-08-03T04:48:36.316" v="7" actId="368"/>
        <pc:sldMkLst>
          <pc:docMk/>
          <pc:sldMk cId="1960343330" sldId="280"/>
        </pc:sldMkLst>
      </pc:sldChg>
      <pc:sldChg chg="modNotes">
        <pc:chgData name="(대학원생) 김보성 (인공지능대학원)" userId="c218017a-1992-466e-9cab-0f90bc955251" providerId="ADAL" clId="{D0B6D0B8-8997-4608-970E-EB354D02757B}" dt="2025-08-03T04:48:36.316" v="9" actId="368"/>
        <pc:sldMkLst>
          <pc:docMk/>
          <pc:sldMk cId="1566037350" sldId="281"/>
        </pc:sldMkLst>
      </pc:sldChg>
      <pc:sldChg chg="modNotes">
        <pc:chgData name="(대학원생) 김보성 (인공지능대학원)" userId="c218017a-1992-466e-9cab-0f90bc955251" providerId="ADAL" clId="{D0B6D0B8-8997-4608-970E-EB354D02757B}" dt="2025-08-03T04:48:36.332" v="11" actId="368"/>
        <pc:sldMkLst>
          <pc:docMk/>
          <pc:sldMk cId="2119039437" sldId="282"/>
        </pc:sldMkLst>
      </pc:sldChg>
      <pc:sldChg chg="modNotes">
        <pc:chgData name="(대학원생) 김보성 (인공지능대학원)" userId="c218017a-1992-466e-9cab-0f90bc955251" providerId="ADAL" clId="{D0B6D0B8-8997-4608-970E-EB354D02757B}" dt="2025-08-03T04:48:36.332" v="13" actId="368"/>
        <pc:sldMkLst>
          <pc:docMk/>
          <pc:sldMk cId="2408379422" sldId="284"/>
        </pc:sldMkLst>
      </pc:sldChg>
      <pc:sldChg chg="modNotes">
        <pc:chgData name="(대학원생) 김보성 (인공지능대학원)" userId="c218017a-1992-466e-9cab-0f90bc955251" providerId="ADAL" clId="{D0B6D0B8-8997-4608-970E-EB354D02757B}" dt="2025-08-03T04:48:36.332" v="15" actId="368"/>
        <pc:sldMkLst>
          <pc:docMk/>
          <pc:sldMk cId="1021688207" sldId="285"/>
        </pc:sldMkLst>
      </pc:sldChg>
      <pc:sldChg chg="modNotes">
        <pc:chgData name="(대학원생) 김보성 (인공지능대학원)" userId="c218017a-1992-466e-9cab-0f90bc955251" providerId="ADAL" clId="{D0B6D0B8-8997-4608-970E-EB354D02757B}" dt="2025-08-03T04:48:36.332" v="17" actId="368"/>
        <pc:sldMkLst>
          <pc:docMk/>
          <pc:sldMk cId="2604150965" sldId="286"/>
        </pc:sldMkLst>
      </pc:sldChg>
      <pc:sldChg chg="modNotes">
        <pc:chgData name="(대학원생) 김보성 (인공지능대학원)" userId="c218017a-1992-466e-9cab-0f90bc955251" providerId="ADAL" clId="{D0B6D0B8-8997-4608-970E-EB354D02757B}" dt="2025-08-03T04:48:36.332" v="19" actId="368"/>
        <pc:sldMkLst>
          <pc:docMk/>
          <pc:sldMk cId="1997601305" sldId="287"/>
        </pc:sldMkLst>
      </pc:sldChg>
      <pc:sldChg chg="modNotes">
        <pc:chgData name="(대학원생) 김보성 (인공지능대학원)" userId="c218017a-1992-466e-9cab-0f90bc955251" providerId="ADAL" clId="{D0B6D0B8-8997-4608-970E-EB354D02757B}" dt="2025-08-03T04:48:36.332" v="21" actId="368"/>
        <pc:sldMkLst>
          <pc:docMk/>
          <pc:sldMk cId="861735016" sldId="288"/>
        </pc:sldMkLst>
      </pc:sldChg>
      <pc:sldChg chg="modNotes">
        <pc:chgData name="(대학원생) 김보성 (인공지능대학원)" userId="c218017a-1992-466e-9cab-0f90bc955251" providerId="ADAL" clId="{D0B6D0B8-8997-4608-970E-EB354D02757B}" dt="2025-08-03T04:48:36.347" v="23" actId="368"/>
        <pc:sldMkLst>
          <pc:docMk/>
          <pc:sldMk cId="907556388" sldId="289"/>
        </pc:sldMkLst>
      </pc:sldChg>
      <pc:sldChg chg="modNotes">
        <pc:chgData name="(대학원생) 김보성 (인공지능대학원)" userId="c218017a-1992-466e-9cab-0f90bc955251" providerId="ADAL" clId="{D0B6D0B8-8997-4608-970E-EB354D02757B}" dt="2025-08-03T04:48:36.347" v="25" actId="368"/>
        <pc:sldMkLst>
          <pc:docMk/>
          <pc:sldMk cId="526018560" sldId="290"/>
        </pc:sldMkLst>
      </pc:sldChg>
      <pc:sldChg chg="modNotes">
        <pc:chgData name="(대학원생) 김보성 (인공지능대학원)" userId="c218017a-1992-466e-9cab-0f90bc955251" providerId="ADAL" clId="{D0B6D0B8-8997-4608-970E-EB354D02757B}" dt="2025-08-03T04:48:36.347" v="27" actId="368"/>
        <pc:sldMkLst>
          <pc:docMk/>
          <pc:sldMk cId="3080923760" sldId="291"/>
        </pc:sldMkLst>
      </pc:sldChg>
    </pc:docChg>
  </pc:docChgLst>
  <pc:docChgLst>
    <pc:chgData name="(대학원생) 김보성 (인공지능대학원)" userId="c218017a-1992-466e-9cab-0f90bc955251" providerId="ADAL" clId="{978FC346-404C-4CBE-B54E-B1BA0F786847}"/>
    <pc:docChg chg="undo custSel addSld delSld modSld sldOrd modMainMaster">
      <pc:chgData name="(대학원생) 김보성 (인공지능대학원)" userId="c218017a-1992-466e-9cab-0f90bc955251" providerId="ADAL" clId="{978FC346-404C-4CBE-B54E-B1BA0F786847}" dt="2025-06-22T13:10:24.868" v="10831" actId="20577"/>
      <pc:docMkLst>
        <pc:docMk/>
      </pc:docMkLst>
      <pc:sldChg chg="modNotesTx">
        <pc:chgData name="(대학원생) 김보성 (인공지능대학원)" userId="c218017a-1992-466e-9cab-0f90bc955251" providerId="ADAL" clId="{978FC346-404C-4CBE-B54E-B1BA0F786847}" dt="2025-06-22T13:08:30.456" v="10390" actId="20577"/>
        <pc:sldMkLst>
          <pc:docMk/>
          <pc:sldMk cId="755593708" sldId="260"/>
        </pc:sldMkLst>
      </pc:sldChg>
      <pc:sldChg chg="modSp mod ord modShow modNotesTx">
        <pc:chgData name="(대학원생) 김보성 (인공지능대학원)" userId="c218017a-1992-466e-9cab-0f90bc955251" providerId="ADAL" clId="{978FC346-404C-4CBE-B54E-B1BA0F786847}" dt="2025-06-22T12:58:17.567" v="10025" actId="20577"/>
        <pc:sldMkLst>
          <pc:docMk/>
          <pc:sldMk cId="253876712" sldId="269"/>
        </pc:sldMkLst>
      </pc:sldChg>
      <pc:sldChg chg="modNotesTx">
        <pc:chgData name="(대학원생) 김보성 (인공지능대학원)" userId="c218017a-1992-466e-9cab-0f90bc955251" providerId="ADAL" clId="{978FC346-404C-4CBE-B54E-B1BA0F786847}" dt="2025-06-21T11:05:46.593" v="151" actId="20577"/>
        <pc:sldMkLst>
          <pc:docMk/>
          <pc:sldMk cId="2183055480" sldId="273"/>
        </pc:sldMkLst>
      </pc:sldChg>
      <pc:sldChg chg="modNotesTx">
        <pc:chgData name="(대학원생) 김보성 (인공지능대학원)" userId="c218017a-1992-466e-9cab-0f90bc955251" providerId="ADAL" clId="{978FC346-404C-4CBE-B54E-B1BA0F786847}" dt="2025-06-21T11:09:07.152" v="1671" actId="20577"/>
        <pc:sldMkLst>
          <pc:docMk/>
          <pc:sldMk cId="996538430" sldId="274"/>
        </pc:sldMkLst>
      </pc:sldChg>
      <pc:sldChg chg="modNotesTx">
        <pc:chgData name="(대학원생) 김보성 (인공지능대학원)" userId="c218017a-1992-466e-9cab-0f90bc955251" providerId="ADAL" clId="{978FC346-404C-4CBE-B54E-B1BA0F786847}" dt="2025-06-21T12:52:08.637" v="3524" actId="20577"/>
        <pc:sldMkLst>
          <pc:docMk/>
          <pc:sldMk cId="4057577207" sldId="275"/>
        </pc:sldMkLst>
      </pc:sldChg>
      <pc:sldChg chg="modSp modNotesTx">
        <pc:chgData name="(대학원생) 김보성 (인공지능대학원)" userId="c218017a-1992-466e-9cab-0f90bc955251" providerId="ADAL" clId="{978FC346-404C-4CBE-B54E-B1BA0F786847}" dt="2025-06-21T12:54:46.684" v="4933" actId="20577"/>
        <pc:sldMkLst>
          <pc:docMk/>
          <pc:sldMk cId="2482126115" sldId="276"/>
        </pc:sldMkLst>
      </pc:sldChg>
      <pc:sldChg chg="modNotesTx">
        <pc:chgData name="(대학원생) 김보성 (인공지능대학원)" userId="c218017a-1992-466e-9cab-0f90bc955251" providerId="ADAL" clId="{978FC346-404C-4CBE-B54E-B1BA0F786847}" dt="2025-06-21T13:21:01.006" v="6472" actId="20577"/>
        <pc:sldMkLst>
          <pc:docMk/>
          <pc:sldMk cId="854969806" sldId="277"/>
        </pc:sldMkLst>
      </pc:sldChg>
      <pc:sldChg chg="modNotesTx">
        <pc:chgData name="(대학원생) 김보성 (인공지능대학원)" userId="c218017a-1992-466e-9cab-0f90bc955251" providerId="ADAL" clId="{978FC346-404C-4CBE-B54E-B1BA0F786847}" dt="2025-06-21T12:59:53.790" v="6334" actId="20577"/>
        <pc:sldMkLst>
          <pc:docMk/>
          <pc:sldMk cId="542725316" sldId="278"/>
        </pc:sldMkLst>
      </pc:sldChg>
      <pc:sldChg chg="addSp delSp modSp add del mod modShow modNotesTx">
        <pc:chgData name="(대학원생) 김보성 (인공지능대학원)" userId="c218017a-1992-466e-9cab-0f90bc955251" providerId="ADAL" clId="{978FC346-404C-4CBE-B54E-B1BA0F786847}" dt="2025-06-22T12:31:58.231" v="8459" actId="47"/>
        <pc:sldMkLst>
          <pc:docMk/>
          <pc:sldMk cId="2471685940" sldId="279"/>
        </pc:sldMkLst>
      </pc:sldChg>
      <pc:sldChg chg="modSp add mod modNotesTx">
        <pc:chgData name="(대학원생) 김보성 (인공지능대학원)" userId="c218017a-1992-466e-9cab-0f90bc955251" providerId="ADAL" clId="{978FC346-404C-4CBE-B54E-B1BA0F786847}" dt="2025-06-22T13:10:24.868" v="10831" actId="20577"/>
        <pc:sldMkLst>
          <pc:docMk/>
          <pc:sldMk cId="2202379899" sldId="280"/>
        </pc:sldMkLst>
      </pc:sldChg>
      <pc:sldMasterChg chg="modSldLayout">
        <pc:chgData name="(대학원생) 김보성 (인공지능대학원)" userId="c218017a-1992-466e-9cab-0f90bc955251" providerId="ADAL" clId="{978FC346-404C-4CBE-B54E-B1BA0F786847}" dt="2025-06-21T12:50:37.290" v="3066" actId="208"/>
        <pc:sldMasterMkLst>
          <pc:docMk/>
          <pc:sldMasterMk cId="1551385644" sldId="2147483648"/>
        </pc:sldMasterMkLst>
        <pc:sldLayoutChg chg="modSp mod">
          <pc:chgData name="(대학원생) 김보성 (인공지능대학원)" userId="c218017a-1992-466e-9cab-0f90bc955251" providerId="ADAL" clId="{978FC346-404C-4CBE-B54E-B1BA0F786847}" dt="2025-06-21T12:50:37.290" v="3066" actId="208"/>
          <pc:sldLayoutMkLst>
            <pc:docMk/>
            <pc:sldMasterMk cId="1551385644" sldId="2147483648"/>
            <pc:sldLayoutMk cId="1216195693" sldId="2147483661"/>
          </pc:sldLayoutMkLst>
          <pc:cxnChg chg="mod">
            <ac:chgData name="(대학원생) 김보성 (인공지능대학원)" userId="c218017a-1992-466e-9cab-0f90bc955251" providerId="ADAL" clId="{978FC346-404C-4CBE-B54E-B1BA0F786847}" dt="2025-06-21T12:50:37.290" v="3066" actId="208"/>
            <ac:cxnSpMkLst>
              <pc:docMk/>
              <pc:sldMasterMk cId="1551385644" sldId="2147483648"/>
              <pc:sldLayoutMk cId="1216195693" sldId="2147483661"/>
              <ac:cxnSpMk id="21" creationId="{F0720D57-FEA1-FF46-08FC-7C8655B82F76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DBED1-2171-4DB2-8784-6B2584346517}" type="datetimeFigureOut">
              <a:rPr lang="ko-KR" altLang="en-US" smtClean="0"/>
              <a:t>2025-08-03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24475-3CF0-4CAF-99B6-1345B3869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526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2D687-D141-4591-A1A7-15C63B2AF09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164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346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556C3-0E72-5DB2-512A-38294AA0A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0E4E94-4966-C824-EFAC-802D570B1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CAA03C-DEF1-4CE9-2B94-CB60D0B97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23D074-F17F-A9D8-402C-6C2C312C7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613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527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84261-CE5C-17E2-7934-019FC70BE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4E6CD3-99F5-82A9-C4FC-D7AB2179D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EF969F-43D1-DEB0-2DBA-43D3E17E0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A17963-7B15-BB51-0A26-53DA4690D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293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7B87C-E0AA-1AAD-5212-75E3322B0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B7D6-EE10-79DB-2A49-AE0CB70A8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C6EACA-10C5-970C-AA83-981CFB191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F2CD54-2051-E351-1F9E-215C21275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093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85433-1F67-6466-23C5-F97B89CF4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DFC94E-4A8D-B948-D146-94EEA984A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E57546-FAA2-B6A2-6B3F-86C35A107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12DD94-6704-27CD-FE94-EAE8C941A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47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BE939-E521-EB40-29B6-E3F08F468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343702-643E-DD56-D4F4-C175F6ADE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23946F-2399-E1DE-F8F4-9D07C8AD0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4D4B18-94A7-FACF-1B79-83C99E0D5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652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A7FE5-6E81-F457-7815-D643C5403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F98718-0E0F-8977-0667-6C9AC40B8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08DE37-9321-7064-5EB9-19725A634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326A51-16D1-3FFC-AF6B-CDDC96309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119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309CE-69BC-EBEC-08D7-33B6D4ADC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33B9BC-40AB-70D2-C316-861867088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7D893C-4565-B31F-F5B7-E793D9E35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755B0D-B51F-3D1A-6F4E-6FAB58F4A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601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2EA4E-8613-4700-FA83-76FD3FDD1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96CA6-A761-ADC7-BF94-C3077EC01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B4AFB3-AB7E-A7F3-3332-69B9ED436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7E9C3B-C1C1-8BE4-7114-6A14DFD57B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823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1BA76-8F98-A40C-BF17-22FF9AF2F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FA73A4-79FB-1C2E-E239-6C4F8BC23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3400FD-E7DF-FEE6-A50B-F60E5BD52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081563-5318-8153-3081-159293A2C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7510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BB3BE-03E1-0FDD-3567-8E9694E37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6916BE-ACF8-2227-97C6-A3DA9BAF7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F7FD95-A7FC-DEE6-405E-105C9D0F1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1347FA-2394-C535-528D-6AAA95A1A1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8817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0B032-31BD-A8AD-E51E-F9840FA00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D9E62E-4D54-FEBA-29EE-D27773FC0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13D4F3-2461-79B6-0F48-FD96C5681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CB5700-3D7E-A416-069F-BE24A12C7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5237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5177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4475-3CF0-4CAF-99B6-1345B386984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190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DCD6D-D47E-69E6-E0D9-FC457BF36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988FFD-F201-7811-454F-F2D222032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0C861A-A35D-C7F2-FDCA-21B06758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726CF9-E7D1-C1D0-EAF1-B46398A46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0F17C5-95B1-D9AC-433D-FF3C8904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908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F3BAC6-B8C1-62F0-1937-83E1A67C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8514CD-9F52-6C02-BBDC-E297C450E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F3BA6-9BDC-CA04-ABD4-C1C165793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C1885A-5EC2-C54A-CCB1-C8C8F2BA2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A8C384-B73E-E86C-25E6-04E5588E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301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75F07-91DA-2380-2BDD-45A6509EF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9D86BD-2D03-4D77-6FA5-74FAF75ED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B9A105-1D72-A9FC-5211-CC3F5799A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DDCD73-06A2-506B-5E95-6EAA4486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49469D-17A3-6158-D1F7-098B8D8FF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098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901339-823B-E5DD-4FB1-EF664D633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D3C61-3D3B-3F47-17E1-F53E66B37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7EFF62-AF6B-CD7A-B85C-04FF8564C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E448A6-1102-BBA7-6BAE-A12EEBB19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98994A-9112-FFA0-18CE-C45FA7B20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3249CE-CDB9-6B9C-7947-C22BB51A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372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10FFE-C78B-D847-CC46-A3B36F3D2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119202-EA99-6888-3566-14F128047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8D27BC-307E-D895-2E30-93636E931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FEB756-3F27-2690-AC71-878C65AC2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6E3631-2739-A618-DF78-028DA5F234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2C1469-E8D5-63B2-88A3-EA3080751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2025-08-03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A61BD63-D58E-CAEC-3AC2-5AB4669A8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EE96D7C-385C-269A-E815-EAF92051D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840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A97B7-AD40-70EE-CD5C-2DC91E72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A7F690-7646-840D-EFC6-854B0E032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2025-08-03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179923-E641-A1F0-7C56-6C728E2A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BEE3B5-689A-8F59-0A92-B53D6502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893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0E663BB-7467-16C4-41D3-888EF6831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2025-08-03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9BE990-2020-31EB-68FF-5CF9D8DDA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5183D6-C6F9-1403-5905-114C53F4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5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A47AE-2D63-76CC-C8F5-F0A53625B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4005AA-30B2-32C6-6A8B-38EB17EAE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1B8BBE-B738-9060-31A7-A9DFE453F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D0C640-BC2B-2263-7000-2DD8FD564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D3B982-0EC4-BCEC-7466-295B2DDA5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5F1577-1EC3-E8D8-8316-0051C6F58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900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52DBF-0076-E088-2CDA-09E2F73A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396F37-4F34-3993-584B-919D94970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5F2DD4-41B5-B487-6A87-B1D82E782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FD904D-7F15-A237-6F63-F938EEAFC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71F868-8848-34B2-3689-3EE9DE31D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21D907-1626-E217-D20E-3FB6B4CF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796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929DEB-B236-77E7-8EAB-C7F378AF9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E2B811-F1AA-7A03-3384-74CDF0DEE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CAA5D-D8DB-159B-0C2B-2EEB04896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1A0B89-D56E-C336-E6A2-1492B3C8C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AFD7E6-BDF6-5683-761D-475EC675B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250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A4C4FA-84D5-6577-C6FA-8C6BEEF7F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2A4743-5275-0636-9AB8-9DAFE1C45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B06E0E-9504-8E6D-90BE-AAC6C39B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CEE20-3166-41BC-BE09-5AF1D050BEC7}" type="datetimeFigureOut">
              <a:rPr lang="ko-KR" altLang="en-US" smtClean="0"/>
              <a:t>2025-08-03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ECD23D-9922-8323-3E41-FA663E0C1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2B4668-A54E-D744-568E-06BAFFFFD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064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8934" y="2132856"/>
            <a:ext cx="9144000" cy="1996579"/>
          </a:xfrm>
        </p:spPr>
        <p:txBody>
          <a:bodyPr anchor="ctr"/>
          <a:lstStyle>
            <a:lvl1pPr algn="ctr">
              <a:defRPr sz="6000" b="1" i="0" spc="-15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18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9CC8A24-1777-6247-9B52-340C86F7C073}"/>
              </a:ext>
            </a:extLst>
          </p:cNvPr>
          <p:cNvSpPr/>
          <p:nvPr/>
        </p:nvSpPr>
        <p:spPr>
          <a:xfrm>
            <a:off x="0" y="-1"/>
            <a:ext cx="12192000" cy="224309"/>
          </a:xfrm>
          <a:prstGeom prst="rect">
            <a:avLst/>
          </a:prstGeom>
          <a:gradFill>
            <a:gsLst>
              <a:gs pos="49000">
                <a:schemeClr val="tx1"/>
              </a:gs>
              <a:gs pos="85000">
                <a:schemeClr val="accent3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900" b="0" i="0">
              <a:latin typeface="Microsoft GothicNeo" panose="020B0500000101010101" pitchFamily="34" charset="-127"/>
            </a:endParaRPr>
          </a:p>
        </p:txBody>
      </p:sp>
      <p:cxnSp>
        <p:nvCxnSpPr>
          <p:cNvPr id="14" name="직선 연결선[R] 10">
            <a:extLst>
              <a:ext uri="{FF2B5EF4-FFF2-40B4-BE49-F238E27FC236}">
                <a16:creationId xmlns:a16="http://schemas.microsoft.com/office/drawing/2014/main" id="{BC38C219-48C9-75A0-980B-28BCCC63E028}"/>
              </a:ext>
            </a:extLst>
          </p:cNvPr>
          <p:cNvCxnSpPr>
            <a:cxnSpLocks/>
          </p:cNvCxnSpPr>
          <p:nvPr userDrawn="1"/>
        </p:nvCxnSpPr>
        <p:spPr>
          <a:xfrm>
            <a:off x="559631" y="6297930"/>
            <a:ext cx="11196435" cy="0"/>
          </a:xfrm>
          <a:prstGeom prst="line">
            <a:avLst/>
          </a:prstGeom>
          <a:ln>
            <a:solidFill>
              <a:srgbClr val="43C0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41">
            <a:extLst>
              <a:ext uri="{FF2B5EF4-FFF2-40B4-BE49-F238E27FC236}">
                <a16:creationId xmlns:a16="http://schemas.microsoft.com/office/drawing/2014/main" id="{F0720D57-FEA1-FF46-08FC-7C8655B82F76}"/>
              </a:ext>
            </a:extLst>
          </p:cNvPr>
          <p:cNvCxnSpPr>
            <a:cxnSpLocks/>
          </p:cNvCxnSpPr>
          <p:nvPr/>
        </p:nvCxnSpPr>
        <p:spPr>
          <a:xfrm>
            <a:off x="707103" y="1143132"/>
            <a:ext cx="6660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제목 1">
            <a:extLst>
              <a:ext uri="{FF2B5EF4-FFF2-40B4-BE49-F238E27FC236}">
                <a16:creationId xmlns:a16="http://schemas.microsoft.com/office/drawing/2014/main" id="{2FEB2963-712D-F0B5-7AD0-C844136A7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103" y="349349"/>
            <a:ext cx="10934656" cy="775727"/>
          </a:xfrm>
        </p:spPr>
        <p:txBody>
          <a:bodyPr anchor="ctr">
            <a:noAutofit/>
          </a:bodyPr>
          <a:lstStyle>
            <a:lvl1pPr>
              <a:defRPr sz="2800" b="1" i="0" spc="-15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4" name="텍스트 개체 틀 33">
            <a:extLst>
              <a:ext uri="{FF2B5EF4-FFF2-40B4-BE49-F238E27FC236}">
                <a16:creationId xmlns:a16="http://schemas.microsoft.com/office/drawing/2014/main" id="{CE35E549-1A2C-11C6-5BCB-D09B7836BD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103" y="1240287"/>
            <a:ext cx="10934656" cy="51774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b="1" i="0" spc="-150">
                <a:solidFill>
                  <a:schemeClr val="bg1">
                    <a:lumMod val="50000"/>
                  </a:schemeClr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  <a:lvl2pPr marL="457177" indent="0">
              <a:lnSpc>
                <a:spcPct val="100000"/>
              </a:lnSpc>
              <a:buNone/>
              <a:defRPr sz="1600" b="1">
                <a:solidFill>
                  <a:schemeClr val="bg1">
                    <a:lumMod val="50000"/>
                  </a:schemeClr>
                </a:solidFill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ADD458-E4AA-AA1C-D3FC-F72CD03776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8977" y="1988840"/>
            <a:ext cx="10934656" cy="4104451"/>
          </a:xfrm>
        </p:spPr>
        <p:txBody>
          <a:bodyPr>
            <a:normAutofit/>
          </a:bodyPr>
          <a:lstStyle>
            <a:lvl1pPr marL="0" indent="0">
              <a:buNone/>
              <a:defRPr sz="1800" b="0" i="0" spc="0"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599761-06FF-3A04-4CA3-6A4B943BC49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9435" y="6310952"/>
            <a:ext cx="820761" cy="365125"/>
          </a:xfrm>
        </p:spPr>
        <p:txBody>
          <a:bodyPr/>
          <a:lstStyle/>
          <a:p>
            <a:fld id="{C0AD2992-1BDB-EF4C-8710-342F10302F4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6195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B89CC0-4E5B-C723-D664-20C3468E7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4762A4-5E8E-5C7A-34D5-6288D2BAA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47748B-B895-36B1-DC01-844A50D61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CEE20-3166-41BC-BE09-5AF1D050BEC7}" type="datetimeFigureOut">
              <a:rPr lang="ko-KR" altLang="en-US" smtClean="0"/>
              <a:t>2025-08-03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C697B-83FA-3252-5AB0-3D196E913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69F3E2-BF54-CA69-D17F-91813397C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FAD75-D1F8-4202-8EC9-7C775C5D4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3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EA3406-480B-DA06-167C-031018452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173" y="1990828"/>
            <a:ext cx="11071654" cy="1996579"/>
          </a:xfrm>
        </p:spPr>
        <p:txBody>
          <a:bodyPr>
            <a:noAutofit/>
          </a:bodyPr>
          <a:lstStyle/>
          <a:p>
            <a:pPr algn="l"/>
            <a:br>
              <a:rPr lang="en-US" altLang="ko-KR" sz="4000" b="0" dirty="0"/>
            </a:br>
            <a:r>
              <a:rPr lang="en-US" altLang="ko-KR" sz="4000" b="0" dirty="0"/>
              <a:t>Don't Overthink it. Preferring Shorter Thinking Chains for Improved LLM Reasoning</a:t>
            </a:r>
            <a:br>
              <a:rPr lang="en-US" altLang="ko-KR" sz="4000" b="0" dirty="0"/>
            </a:br>
            <a:br>
              <a:rPr lang="en-US" altLang="ko-KR" sz="4000" b="0" dirty="0"/>
            </a:br>
            <a:endParaRPr lang="ko-KR" alt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963F1-B840-65EC-75D9-22BCB4D00824}"/>
              </a:ext>
            </a:extLst>
          </p:cNvPr>
          <p:cNvSpPr txBox="1"/>
          <p:nvPr/>
        </p:nvSpPr>
        <p:spPr>
          <a:xfrm>
            <a:off x="560172" y="3798888"/>
            <a:ext cx="9816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Michael Hassid, Gabriel </a:t>
            </a:r>
            <a:r>
              <a:rPr lang="en-US" altLang="ko-KR" dirty="0" err="1"/>
              <a:t>Synnaeve</a:t>
            </a:r>
            <a:r>
              <a:rPr lang="en-US" altLang="ko-KR" dirty="0"/>
              <a:t>, Yossi Adi, Roy Schwartz</a:t>
            </a:r>
            <a:br>
              <a:rPr lang="en-US" altLang="ko-KR" dirty="0"/>
            </a:br>
            <a:r>
              <a:rPr lang="en-US" altLang="ko-KR" dirty="0"/>
              <a:t>2025.05 (Not</a:t>
            </a:r>
            <a:r>
              <a:rPr lang="ko-KR" altLang="en-US" dirty="0"/>
              <a:t> </a:t>
            </a:r>
            <a:r>
              <a:rPr lang="en-US" altLang="ko-KR" dirty="0"/>
              <a:t>Published</a:t>
            </a:r>
            <a:r>
              <a:rPr lang="ko-KR" altLang="en-US" dirty="0"/>
              <a:t> </a:t>
            </a:r>
            <a:r>
              <a:rPr lang="en-US" altLang="ko-KR" dirty="0"/>
              <a:t>Yet, </a:t>
            </a:r>
            <a:r>
              <a:rPr lang="en-US" altLang="ko-KR" dirty="0" err="1"/>
              <a:t>Arxiv</a:t>
            </a:r>
            <a:r>
              <a:rPr lang="en-US" altLang="ko-KR" dirty="0"/>
              <a:t>) – Meta </a:t>
            </a:r>
            <a:r>
              <a:rPr lang="en-US" altLang="ko-KR"/>
              <a:t>FAIR / </a:t>
            </a:r>
            <a:r>
              <a:rPr lang="en-US" altLang="ko-KR" dirty="0"/>
              <a:t>Hebrew Univ of Jerusalem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4A7B3F-13AA-0000-08D4-0F187BA83BB6}"/>
              </a:ext>
            </a:extLst>
          </p:cNvPr>
          <p:cNvSpPr txBox="1"/>
          <p:nvPr/>
        </p:nvSpPr>
        <p:spPr>
          <a:xfrm>
            <a:off x="8087095" y="5907743"/>
            <a:ext cx="4303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딥논읽</a:t>
            </a:r>
            <a:r>
              <a:rPr lang="ko-KR" altLang="en-US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 </a:t>
            </a:r>
            <a:r>
              <a:rPr lang="en-US" altLang="ko-KR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7</a:t>
            </a:r>
            <a:r>
              <a:rPr lang="ko-KR" altLang="en-US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기 자연어처리팀</a:t>
            </a:r>
            <a:br>
              <a:rPr lang="en-US" altLang="ko-KR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</a:br>
            <a:r>
              <a:rPr lang="en-US" altLang="ko-KR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 </a:t>
            </a:r>
            <a:r>
              <a:rPr lang="ko-KR" altLang="en-US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김보성</a:t>
            </a:r>
            <a:r>
              <a:rPr lang="en-US" altLang="ko-KR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(</a:t>
            </a:r>
            <a:r>
              <a:rPr lang="ko-KR" altLang="en-US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발표자</a:t>
            </a:r>
            <a:r>
              <a:rPr lang="en-US" altLang="ko-KR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), </a:t>
            </a:r>
            <a:r>
              <a:rPr lang="ko-KR" altLang="en-US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정현석</a:t>
            </a:r>
            <a:r>
              <a:rPr lang="en-US" altLang="ko-KR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1500" dirty="0" err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박민건</a:t>
            </a:r>
            <a:r>
              <a:rPr lang="en-US" altLang="ko-KR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1500" dirty="0" err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황예진</a:t>
            </a:r>
            <a:r>
              <a:rPr lang="en-US" altLang="ko-KR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박주혜</a:t>
            </a:r>
            <a:r>
              <a:rPr lang="en-US" altLang="ko-KR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</a:p>
          <a:p>
            <a:r>
              <a:rPr lang="ko-KR" altLang="en-US" sz="1500" dirty="0" err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이예서</a:t>
            </a:r>
            <a:r>
              <a:rPr lang="en-US" altLang="ko-KR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1500" dirty="0" err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임다예슬</a:t>
            </a:r>
            <a:r>
              <a:rPr lang="en-US" altLang="ko-KR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김유진</a:t>
            </a:r>
            <a:r>
              <a:rPr lang="en-US" altLang="ko-KR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1500" dirty="0" err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이웅기</a:t>
            </a:r>
            <a:r>
              <a:rPr lang="en-US" altLang="ko-KR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김기환</a:t>
            </a:r>
            <a:r>
              <a:rPr lang="en-US" altLang="ko-KR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, </a:t>
            </a:r>
            <a:r>
              <a:rPr lang="ko-KR" altLang="en-US" sz="1500" dirty="0" err="1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조해창</a:t>
            </a:r>
            <a:r>
              <a:rPr lang="en-US" altLang="ko-KR" sz="1500" dirty="0">
                <a:latin typeface="Microsoft 고딕Neo" panose="020B0500000101010101" pitchFamily="50" charset="-127"/>
                <a:ea typeface="Microsoft 고딕Neo" panose="020B0500000101010101" pitchFamily="50" charset="-127"/>
                <a:cs typeface="Microsoft 고딕Neo" panose="020B0500000101010101" pitchFamily="50" charset="-127"/>
              </a:rPr>
              <a:t> </a:t>
            </a:r>
            <a:endParaRPr lang="ko-KR" altLang="en-US" sz="1500" dirty="0">
              <a:latin typeface="Microsoft 고딕Neo" panose="020B0500000101010101" pitchFamily="50" charset="-127"/>
              <a:ea typeface="Microsoft 고딕Neo" panose="020B0500000101010101" pitchFamily="50" charset="-127"/>
              <a:cs typeface="Microsoft 고딕Neo" panose="020B0500000101010101" pitchFamily="50" charset="-127"/>
            </a:endParaRPr>
          </a:p>
        </p:txBody>
      </p:sp>
      <p:pic>
        <p:nvPicPr>
          <p:cNvPr id="6" name="그림 5" descr="클립아트, 그림, 만화 영화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64824A-EAB3-62F1-5E45-B3DD2E9EA2F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827" y="276309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593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090680-3E72-A11C-5E31-49F2A47C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때는 </a:t>
            </a:r>
            <a:r>
              <a:rPr lang="en-US" altLang="ko-KR" dirty="0"/>
              <a:t>2022</a:t>
            </a:r>
            <a:r>
              <a:rPr lang="ko-KR" altLang="en-US" dirty="0"/>
              <a:t>년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95C9DE-ADDC-51D7-1CC8-5C4024D3DC64}"/>
              </a:ext>
            </a:extLst>
          </p:cNvPr>
          <p:cNvSpPr txBox="1"/>
          <p:nvPr/>
        </p:nvSpPr>
        <p:spPr>
          <a:xfrm>
            <a:off x="702365" y="1325217"/>
            <a:ext cx="9872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와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! LLM</a:t>
            </a:r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을 차근차근 생각하게 시키면 성능이 좋아지는구나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!</a:t>
            </a:r>
            <a:endParaRPr lang="ko-KR" altLang="en-US" sz="24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BA25C6-A64C-245D-B768-4CF76631B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67" y="1987023"/>
            <a:ext cx="7600536" cy="37322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73E0BF0-D0CC-792B-4489-EABF7EFBC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5001" y="1987023"/>
            <a:ext cx="2798032" cy="39081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653ED2-3B86-B7D8-ADAD-37A201D08346}"/>
              </a:ext>
            </a:extLst>
          </p:cNvPr>
          <p:cNvSpPr txBox="1"/>
          <p:nvPr/>
        </p:nvSpPr>
        <p:spPr>
          <a:xfrm>
            <a:off x="678967" y="6414052"/>
            <a:ext cx="9896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[1] Chain-of-Thought Prompting Elicits Reasoning in Large Language Models, 2022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323258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855D7-8101-F427-FB3A-D1A6C64A6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72D648-60CE-E498-B41F-557A343F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</a:t>
            </a:r>
            <a:r>
              <a:rPr lang="en-US" altLang="ko-KR" dirty="0"/>
              <a:t> –  Chain of Thought </a:t>
            </a:r>
            <a:r>
              <a:rPr lang="ko-KR" altLang="en-US" dirty="0"/>
              <a:t>시대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6E686C-A013-4635-029C-64267F82F4D2}"/>
              </a:ext>
            </a:extLst>
          </p:cNvPr>
          <p:cNvSpPr txBox="1"/>
          <p:nvPr/>
        </p:nvSpPr>
        <p:spPr>
          <a:xfrm>
            <a:off x="678967" y="6414052"/>
            <a:ext cx="9896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[2] Towards Reasoning Era: A Survey of Long Chain-of-Thought for Reasoning Large Language Models, 2025</a:t>
            </a:r>
            <a:endParaRPr lang="ko-KR" altLang="en-US" sz="11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7E725C-ED28-35AB-D993-691F6F269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67" y="1502171"/>
            <a:ext cx="6473282" cy="432382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5A761AA-FE9E-2436-FCA7-808BD828A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42" y="1433690"/>
            <a:ext cx="6712332" cy="44607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5124AF-6F6A-DD13-1CEB-8DF936E0BBE6}"/>
              </a:ext>
            </a:extLst>
          </p:cNvPr>
          <p:cNvSpPr txBox="1"/>
          <p:nvPr/>
        </p:nvSpPr>
        <p:spPr>
          <a:xfrm>
            <a:off x="7447722" y="2325253"/>
            <a:ext cx="44498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생각 하면 답변의 퀄리티가 올라가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?</a:t>
            </a:r>
          </a:p>
          <a:p>
            <a:endParaRPr lang="en-US" altLang="ko-KR" sz="24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사람과 유사하다니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참을 수 없다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!</a:t>
            </a:r>
          </a:p>
          <a:p>
            <a:endParaRPr lang="en-US" altLang="ko-KR" sz="24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당장 연구하자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!</a:t>
            </a:r>
          </a:p>
          <a:p>
            <a:endParaRPr lang="en-US" altLang="ko-KR" sz="24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2022~2025 </a:t>
            </a:r>
            <a:r>
              <a:rPr lang="en-US" altLang="ko-KR" sz="2400" dirty="0" err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CoT</a:t>
            </a:r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연구 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Diagram.</a:t>
            </a:r>
          </a:p>
        </p:txBody>
      </p:sp>
    </p:spTree>
    <p:extLst>
      <p:ext uri="{BB962C8B-B14F-4D97-AF65-F5344CB8AC3E}">
        <p14:creationId xmlns:p14="http://schemas.microsoft.com/office/powerpoint/2010/main" val="399296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4703DB-BF1C-DFDE-0DF5-CDBE84A52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당연히 더 오래</a:t>
            </a:r>
            <a:r>
              <a:rPr lang="en-US" altLang="ko-KR" dirty="0"/>
              <a:t>, </a:t>
            </a:r>
            <a:r>
              <a:rPr lang="ko-KR" altLang="ko-KR" dirty="0"/>
              <a:t>더 넓게 생각하면 더 좋은 답변이 나오겠지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7B5F20-641B-74A6-46C1-C069634E11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언제까지 생각해야 합니까</a:t>
            </a:r>
            <a:r>
              <a:rPr lang="en-US" altLang="ko-KR" dirty="0"/>
              <a:t>, Human?</a:t>
            </a:r>
            <a:endParaRPr lang="ko-KR" altLang="en-US" dirty="0"/>
          </a:p>
        </p:txBody>
      </p:sp>
      <p:pic>
        <p:nvPicPr>
          <p:cNvPr id="1026" name="Picture 2" descr="생성된 이미지">
            <a:extLst>
              <a:ext uri="{FF2B5EF4-FFF2-40B4-BE49-F238E27FC236}">
                <a16:creationId xmlns:a16="http://schemas.microsoft.com/office/drawing/2014/main" id="{0D68012E-3401-B7B5-E7BD-5CD71F357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21" y="1873239"/>
            <a:ext cx="4199005" cy="419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C724B6-1ED7-0285-DBAA-99C8DFEB02C8}"/>
              </a:ext>
            </a:extLst>
          </p:cNvPr>
          <p:cNvSpPr txBox="1"/>
          <p:nvPr/>
        </p:nvSpPr>
        <p:spPr>
          <a:xfrm>
            <a:off x="612706" y="6377846"/>
            <a:ext cx="98962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[3] AI-Created Image, ChatGPT.</a:t>
            </a:r>
          </a:p>
          <a:p>
            <a:r>
              <a:rPr lang="en-US" altLang="ko-KR" sz="1100" dirty="0"/>
              <a:t>[4] </a:t>
            </a:r>
            <a:r>
              <a:rPr lang="ko-KR" altLang="en-US" sz="1100" dirty="0"/>
              <a:t>장고</a:t>
            </a:r>
            <a:r>
              <a:rPr lang="en-US" altLang="ko-KR" sz="1100" dirty="0"/>
              <a:t>(</a:t>
            </a:r>
            <a:r>
              <a:rPr lang="ko-KR" altLang="en-US" sz="1100" dirty="0"/>
              <a:t>長考</a:t>
            </a:r>
            <a:r>
              <a:rPr lang="en-US" altLang="ko-KR" sz="1100" dirty="0"/>
              <a:t>)</a:t>
            </a:r>
            <a:r>
              <a:rPr lang="ko-KR" altLang="en-US" sz="1100" dirty="0"/>
              <a:t>끝에 악수</a:t>
            </a:r>
            <a:r>
              <a:rPr lang="en-US" altLang="ko-KR" sz="1100" dirty="0"/>
              <a:t>(</a:t>
            </a:r>
            <a:r>
              <a:rPr lang="ko-KR" altLang="en-US" sz="1100" dirty="0"/>
              <a:t>惡手</a:t>
            </a:r>
            <a:r>
              <a:rPr lang="en-US" altLang="ko-KR" sz="1100" dirty="0"/>
              <a:t>)</a:t>
            </a:r>
            <a:r>
              <a:rPr lang="ko-KR" altLang="en-US" sz="1100" dirty="0"/>
              <a:t>둔다</a:t>
            </a:r>
            <a:r>
              <a:rPr lang="en-US" altLang="ko-KR" sz="1100" dirty="0"/>
              <a:t>: </a:t>
            </a:r>
            <a:r>
              <a:rPr lang="ko-KR" altLang="en-US" sz="1100" dirty="0"/>
              <a:t>바둑 유래의 격언으로</a:t>
            </a:r>
            <a:r>
              <a:rPr lang="en-US" altLang="ko-KR" sz="1100" dirty="0"/>
              <a:t>, </a:t>
            </a:r>
            <a:r>
              <a:rPr lang="ko-KR" altLang="en-US" sz="1100" dirty="0"/>
              <a:t>오랜 고민 끝에 좋지 못한 결정을 내릴 때를 비유합니다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F149B-88BE-91BB-9E72-24644908AAFF}"/>
              </a:ext>
            </a:extLst>
          </p:cNvPr>
          <p:cNvSpPr txBox="1"/>
          <p:nvPr/>
        </p:nvSpPr>
        <p:spPr>
          <a:xfrm>
            <a:off x="6347791" y="2809181"/>
            <a:ext cx="5293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사람은 자주 장고 끝에 악수를 둔다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</a:t>
            </a:r>
            <a:r>
              <a:rPr lang="ko-KR" altLang="en-US" dirty="0"/>
              <a:t> </a:t>
            </a:r>
            <a:endParaRPr lang="en-US" altLang="ko-KR" sz="24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endParaRPr lang="en-US" altLang="ko-KR" sz="24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생각이 너무 길어지면 </a:t>
            </a:r>
            <a:b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</a:b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LLM</a:t>
            </a:r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도 성능이 저하될까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960343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B4D5A-2BC3-B4F6-70A1-2432CCFCE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B9E05-9F1A-287A-D13B-9BF97E0BA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Motivation / Key Observation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그렇더라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FF5ADB-7CEC-6B9F-C757-CE7C033E03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긴 생각 </a:t>
            </a:r>
            <a:r>
              <a:rPr lang="en-US" altLang="ko-KR" dirty="0"/>
              <a:t>!= </a:t>
            </a:r>
            <a:r>
              <a:rPr lang="ko-KR" altLang="en-US" dirty="0"/>
              <a:t>좋은 답변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5E87D-48F5-3279-944C-69D52A65D4DB}"/>
              </a:ext>
            </a:extLst>
          </p:cNvPr>
          <p:cNvSpPr txBox="1"/>
          <p:nvPr/>
        </p:nvSpPr>
        <p:spPr>
          <a:xfrm>
            <a:off x="612706" y="6377846"/>
            <a:ext cx="9896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[5] AI created Image, ChatGPT.</a:t>
            </a:r>
            <a:endParaRPr lang="ko-KR" altLang="en-US" sz="1100" dirty="0"/>
          </a:p>
        </p:txBody>
      </p:sp>
      <p:pic>
        <p:nvPicPr>
          <p:cNvPr id="2052" name="Picture 4" descr="생성된 이미지">
            <a:extLst>
              <a:ext uri="{FF2B5EF4-FFF2-40B4-BE49-F238E27FC236}">
                <a16:creationId xmlns:a16="http://schemas.microsoft.com/office/drawing/2014/main" id="{27DCBF6B-83D8-FCF3-F84B-403E86ECA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14" y="1873239"/>
            <a:ext cx="4187008" cy="418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B45689-1D3C-1F8A-538D-8A7B8B4C2A4A}"/>
              </a:ext>
            </a:extLst>
          </p:cNvPr>
          <p:cNvSpPr txBox="1"/>
          <p:nvPr/>
        </p:nvSpPr>
        <p:spPr>
          <a:xfrm>
            <a:off x="6436648" y="3556278"/>
            <a:ext cx="52939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긴 생각 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== </a:t>
            </a:r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큰 비용</a:t>
            </a:r>
            <a:endParaRPr lang="en-US" altLang="ko-KR" sz="24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endParaRPr lang="en-US" altLang="ko-KR" sz="24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긴 생각 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!= </a:t>
            </a:r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좋은 답변 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 </a:t>
            </a:r>
          </a:p>
          <a:p>
            <a:endParaRPr lang="en-US" altLang="ko-KR" sz="24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대부분의 경우 오히려 반대였다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</a:t>
            </a:r>
          </a:p>
          <a:p>
            <a:endParaRPr lang="en-US" altLang="ko-KR" sz="24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긴 생각은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답변의 퀄리티를 낮췄다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CCD29BA-01FA-6360-2424-52AFE3CCD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648" y="1092323"/>
            <a:ext cx="4572107" cy="230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37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75162-9D0B-A520-142A-A097886BF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DDC245-79B5-6781-D338-858F16C30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Methodology 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E3CB73-F2B7-389E-B6B8-BB3451008A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제안 </a:t>
            </a:r>
            <a:r>
              <a:rPr lang="en-US" altLang="ko-KR" dirty="0"/>
              <a:t>:  </a:t>
            </a:r>
            <a:r>
              <a:rPr lang="en-US" altLang="ko-KR" dirty="0" err="1"/>
              <a:t>short-m@k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9DB9B8-6F4E-00BE-4D98-C3AEC0EB9A20}"/>
              </a:ext>
            </a:extLst>
          </p:cNvPr>
          <p:cNvSpPr txBox="1"/>
          <p:nvPr/>
        </p:nvSpPr>
        <p:spPr>
          <a:xfrm>
            <a:off x="612706" y="6377846"/>
            <a:ext cx="9896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[5] AI created Image, ChatGPT.</a:t>
            </a:r>
            <a:endParaRPr lang="ko-KR" altLang="en-US" sz="11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FACB52B-2CCA-66DC-C7BA-CE7780C3C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86" y="2126690"/>
            <a:ext cx="5486314" cy="31409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36A140-9FCD-E166-9BA4-81B10AE515AE}"/>
              </a:ext>
            </a:extLst>
          </p:cNvPr>
          <p:cNvSpPr txBox="1"/>
          <p:nvPr/>
        </p:nvSpPr>
        <p:spPr>
          <a:xfrm>
            <a:off x="6294782" y="1388836"/>
            <a:ext cx="54863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short-m@k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:</a:t>
            </a:r>
          </a:p>
          <a:p>
            <a:endParaRPr lang="en-US" altLang="ko-KR" sz="24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K</a:t>
            </a:r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개 동시 샘플 후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</a:t>
            </a:r>
            <a:b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</a:b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m</a:t>
            </a:r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개의 정답이 나오면 끝낸다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</a:t>
            </a:r>
          </a:p>
          <a:p>
            <a:endParaRPr lang="en-US" altLang="ko-KR" sz="24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= </a:t>
            </a:r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더 짧은 생각을 통한 답변을 믿는다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413D4A-ED19-4B4E-EC7E-510502CFE024}"/>
              </a:ext>
            </a:extLst>
          </p:cNvPr>
          <p:cNvSpPr txBox="1"/>
          <p:nvPr/>
        </p:nvSpPr>
        <p:spPr>
          <a:xfrm>
            <a:off x="6294782" y="3960920"/>
            <a:ext cx="58972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결과는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?</a:t>
            </a:r>
          </a:p>
          <a:p>
            <a:endParaRPr lang="en-US" altLang="ko-KR" sz="24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40% </a:t>
            </a:r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이상 줄어든 </a:t>
            </a:r>
            <a:r>
              <a:rPr lang="ko-KR" altLang="en-US" sz="2400" dirty="0" err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계산량</a:t>
            </a:r>
            <a:b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</a:br>
            <a:endParaRPr lang="en-US" altLang="ko-KR" sz="24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Majority voting</a:t>
            </a:r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과 동급</a:t>
            </a:r>
            <a:r>
              <a:rPr lang="en-US" altLang="ko-KR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  <a:r>
              <a:rPr lang="ko-KR" altLang="en-US" sz="24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혹은 그 이상의 성능</a:t>
            </a:r>
            <a:endParaRPr lang="en-US" altLang="ko-KR" sz="24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9039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BCEDF-4E06-F1B7-CAC1-C1D73A76E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4E6FA-7995-606B-A352-AD468A72B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</a:t>
            </a:r>
            <a:r>
              <a:rPr lang="ko-KR" altLang="en-US" dirty="0"/>
              <a:t> </a:t>
            </a:r>
            <a:r>
              <a:rPr lang="en-US" altLang="ko-KR" dirty="0"/>
              <a:t>Settings 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369AD5-260D-3A88-91DB-8D0E3E2497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SOTA Reasoning </a:t>
            </a:r>
            <a:r>
              <a:rPr lang="ko-KR" altLang="en-US" dirty="0"/>
              <a:t>모델 </a:t>
            </a:r>
            <a:r>
              <a:rPr lang="en-US" altLang="ko-KR" dirty="0"/>
              <a:t>/ Benchmark </a:t>
            </a:r>
            <a:r>
              <a:rPr lang="ko-KR" altLang="en-US" dirty="0"/>
              <a:t>사용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352D3A-4047-D5AD-E775-4634ED3F7DB8}"/>
              </a:ext>
            </a:extLst>
          </p:cNvPr>
          <p:cNvSpPr txBox="1"/>
          <p:nvPr/>
        </p:nvSpPr>
        <p:spPr>
          <a:xfrm>
            <a:off x="707103" y="2036611"/>
            <a:ext cx="10212688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9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[LN-Super-49B; </a:t>
            </a:r>
            <a:r>
              <a:rPr lang="en-US" altLang="ko-KR" sz="1900" dirty="0" err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Bercovich</a:t>
            </a:r>
            <a:r>
              <a:rPr lang="en-US" altLang="ko-KR" sz="19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et al., 2025]: a reasoning RL-enhanced version of Llama-3.3- 70B [</a:t>
            </a:r>
            <a:r>
              <a:rPr lang="en-US" altLang="ko-KR" sz="1900" dirty="0" err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Grattafiori</a:t>
            </a:r>
            <a:r>
              <a:rPr lang="en-US" altLang="ko-KR" sz="19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et al., 2024]; </a:t>
            </a:r>
          </a:p>
          <a:p>
            <a:endParaRPr lang="en-US" altLang="ko-KR" sz="19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en-US" altLang="ko-KR" sz="19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R1-Distill-Qwen-32B [R1-32B; Guo et al., 2025]: an SFT finetuned version of Qwen-2.5-32B-Instruct [Yang et al., 2024] derived from R1 trajectories; </a:t>
            </a:r>
          </a:p>
          <a:p>
            <a:endParaRPr lang="en-US" altLang="ko-KR" sz="19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en-US" altLang="ko-KR" sz="19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QwQ-32B a reasoning RL-enhanced version Qwen-2.5-32B-Instruct [Team, 2025a]. </a:t>
            </a:r>
            <a:endParaRPr lang="ko-KR" altLang="en-US" sz="19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B45E05-CE54-E60B-2D4A-68B90A01377D}"/>
              </a:ext>
            </a:extLst>
          </p:cNvPr>
          <p:cNvSpPr txBox="1"/>
          <p:nvPr/>
        </p:nvSpPr>
        <p:spPr>
          <a:xfrm>
            <a:off x="707103" y="4561963"/>
            <a:ext cx="989626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9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Benchmarks : </a:t>
            </a:r>
          </a:p>
          <a:p>
            <a:r>
              <a:rPr lang="en-US" altLang="ko-KR" sz="19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AIME 2024 [of America, 2024]</a:t>
            </a:r>
          </a:p>
          <a:p>
            <a:r>
              <a:rPr lang="en-US" altLang="ko-KR" sz="19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AIME 2025 [of America, 2025] </a:t>
            </a:r>
          </a:p>
          <a:p>
            <a:r>
              <a:rPr lang="en-US" altLang="ko-KR" sz="19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HMMT February 2025, from the Math Arena benchmark [</a:t>
            </a:r>
            <a:r>
              <a:rPr lang="en-US" altLang="ko-KR" sz="1900" dirty="0" err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Balunovic</a:t>
            </a:r>
            <a:r>
              <a:rPr lang="en-US" altLang="ko-KR" sz="19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et al., 2025].</a:t>
            </a:r>
            <a:endParaRPr lang="ko-KR" altLang="en-US" sz="19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8379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167CB-995A-A28E-B96F-0A80D5B1C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5113C-3B22-2696-1565-73AD20BC7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FBCF68-F48F-35BD-7674-F06B35162D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거의 모든 경우</a:t>
            </a:r>
            <a:r>
              <a:rPr lang="en-US" altLang="ko-KR" dirty="0"/>
              <a:t>, </a:t>
            </a:r>
            <a:r>
              <a:rPr lang="ko-KR" altLang="en-US" dirty="0"/>
              <a:t>짧은 생각은 더 좋은 답변을 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62043D1-FCF5-F31C-0BE5-280B962D4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03" y="1991306"/>
            <a:ext cx="6965907" cy="37535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EF832C-79F0-2A4F-6470-14F1D292E359}"/>
              </a:ext>
            </a:extLst>
          </p:cNvPr>
          <p:cNvSpPr txBox="1"/>
          <p:nvPr/>
        </p:nvSpPr>
        <p:spPr>
          <a:xfrm>
            <a:off x="8059486" y="2458800"/>
            <a:ext cx="34254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대부분의 경우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</a:p>
          <a:p>
            <a:endParaRPr lang="en-US" altLang="ko-KR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생각이 짧아질수록 답변의 </a:t>
            </a:r>
            <a:b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</a:br>
            <a:r>
              <a:rPr lang="ko-KR" altLang="en-US" dirty="0" err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정답률이</a:t>
            </a: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올라갔다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 </a:t>
            </a:r>
          </a:p>
          <a:p>
            <a:endParaRPr lang="en-US" altLang="ko-KR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Average</a:t>
            </a: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를 계산해도 마찬가지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 </a:t>
            </a:r>
          </a:p>
          <a:p>
            <a:endParaRPr lang="en-US" altLang="ko-KR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더 짧게 생각하는 것이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  <a:b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</a:b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더 높은 성능을 낸다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 </a:t>
            </a:r>
            <a:endParaRPr lang="ko-KR" altLang="en-US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1688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F5FF6-4440-AA42-333A-CC19B2E8C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1A637A-7A77-C588-AE8B-363F89BF7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20902E-E781-D557-1158-6899503139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More K, Better Efficiency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225436B-519C-C2B5-15A2-CC5E1B38A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114410"/>
            <a:ext cx="5738191" cy="50616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338D26-A179-C3A6-B4C9-3C3DA1BD3ECA}"/>
              </a:ext>
            </a:extLst>
          </p:cNvPr>
          <p:cNvSpPr txBox="1"/>
          <p:nvPr/>
        </p:nvSpPr>
        <p:spPr>
          <a:xfrm>
            <a:off x="707103" y="2535894"/>
            <a:ext cx="50310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Recap ) </a:t>
            </a:r>
            <a:r>
              <a:rPr lang="en-US" altLang="ko-KR" sz="2000" dirty="0" err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short-m@k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: k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개 생성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선착순 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m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개</a:t>
            </a:r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동시에 많이 생성할 시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훨씬 이르게 높은 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Acc.</a:t>
            </a:r>
          </a:p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3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번째 답안까지 뽑는 것이 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Sweet spot. </a:t>
            </a:r>
          </a:p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endParaRPr lang="ko-KR" altLang="en-US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4150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8A4D6-8302-E478-F6C3-D0693E367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FC3445-6331-5866-00FC-DE87AD66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F20CEF-6ACE-9136-3592-07C57BB5FA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More K, Better Efficiency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2B3D60-2B6C-1242-3EB6-FDEC64042CF3}"/>
              </a:ext>
            </a:extLst>
          </p:cNvPr>
          <p:cNvSpPr txBox="1"/>
          <p:nvPr/>
        </p:nvSpPr>
        <p:spPr>
          <a:xfrm>
            <a:off x="707103" y="2535894"/>
            <a:ext cx="50310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endParaRPr lang="ko-KR" altLang="en-US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DA8FFA-E50C-E543-406E-394AD09F1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117" y="1871020"/>
            <a:ext cx="10199765" cy="37466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3FAB2A-7C5A-B9DD-9D41-5831C4891464}"/>
              </a:ext>
            </a:extLst>
          </p:cNvPr>
          <p:cNvSpPr txBox="1"/>
          <p:nvPr/>
        </p:nvSpPr>
        <p:spPr>
          <a:xfrm>
            <a:off x="2319130" y="5882477"/>
            <a:ext cx="10310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훨씬 빠르기까지 하다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K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가 올라갈 수록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더 빠르게 좋은 성능을 내었다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 </a:t>
            </a:r>
            <a:endParaRPr lang="ko-KR" altLang="en-US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7601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9E7B-2FC5-06A6-F0C6-054EA6794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0E21F2-BCBE-89A3-0976-30C6D45E6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705F15-7196-E28B-052D-8BEC76C218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More K, Better Efficiency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C22270-BC31-9441-DC37-1DCD4D54F803}"/>
              </a:ext>
            </a:extLst>
          </p:cNvPr>
          <p:cNvSpPr txBox="1"/>
          <p:nvPr/>
        </p:nvSpPr>
        <p:spPr>
          <a:xfrm>
            <a:off x="707103" y="2535894"/>
            <a:ext cx="50310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endParaRPr lang="ko-KR" altLang="en-US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CE5BBA-E6C9-FD19-3F6D-19AB6B990ADD}"/>
              </a:ext>
            </a:extLst>
          </p:cNvPr>
          <p:cNvSpPr txBox="1"/>
          <p:nvPr/>
        </p:nvSpPr>
        <p:spPr>
          <a:xfrm>
            <a:off x="830930" y="2335839"/>
            <a:ext cx="50310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여러 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m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에 맞춰 진행 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/ 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실험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</a:t>
            </a:r>
          </a:p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m = 3 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이 성능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/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시간 상 효율적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</a:t>
            </a:r>
          </a:p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심지어 그렇게 뽑힌 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m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개 사이에서도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</a:p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더 짧은 생각의 결과물을 채택하면 우수했다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</a:t>
            </a:r>
            <a:endParaRPr lang="ko-KR" altLang="en-US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2AB0A7E-7998-EC98-5310-6EAEDAF65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97" y="2004384"/>
            <a:ext cx="6393447" cy="309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35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F8CCD-A095-1305-18A6-AF7808133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650D3-942A-0907-4671-CC6856FE4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A43A61-EB97-4A56-DFED-4A0C4E2473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Forcing it to think shorter : Finetuning on S1 Prompt/Trajectories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889E2D-903B-D128-0796-3A54112CFA30}"/>
              </a:ext>
            </a:extLst>
          </p:cNvPr>
          <p:cNvSpPr txBox="1"/>
          <p:nvPr/>
        </p:nvSpPr>
        <p:spPr>
          <a:xfrm>
            <a:off x="707103" y="2535894"/>
            <a:ext cx="50310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endParaRPr lang="ko-KR" altLang="en-US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3596C0-AFF8-72E4-79D2-9706C3B01B85}"/>
              </a:ext>
            </a:extLst>
          </p:cNvPr>
          <p:cNvSpPr txBox="1"/>
          <p:nvPr/>
        </p:nvSpPr>
        <p:spPr>
          <a:xfrm>
            <a:off x="830929" y="4329423"/>
            <a:ext cx="949251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질문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답변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“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생각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”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으로 이루어진 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S1 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데이터셋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 </a:t>
            </a:r>
          </a:p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생각의 길이대로 편집한 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S1-long/short/random. </a:t>
            </a:r>
          </a:p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S1-short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에 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Fine-tuning 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되었을 때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더 짧게 생각하고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더 높은 성능을 냈다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</a:t>
            </a:r>
            <a:endParaRPr lang="ko-KR" altLang="en-US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835D2C-1A14-2143-B21C-5AC31065D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29" y="1905000"/>
            <a:ext cx="10508559" cy="207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56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C76C6-21A5-67E4-E8DC-6789C723F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236F9-1DD8-2391-9314-2356BCFA7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Limitations / Conclusion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7721EA-E07A-9263-038B-A306BA469D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생각은 좋은 것이 맞다</a:t>
            </a:r>
            <a:r>
              <a:rPr lang="en-US" altLang="ko-KR" dirty="0"/>
              <a:t>. </a:t>
            </a:r>
            <a:r>
              <a:rPr lang="ko-KR" altLang="en-US" dirty="0"/>
              <a:t>짧게 생각하면 더 좋다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1E9EF2-1127-B5C0-796E-CB9BC447B9A3}"/>
              </a:ext>
            </a:extLst>
          </p:cNvPr>
          <p:cNvSpPr txBox="1"/>
          <p:nvPr/>
        </p:nvSpPr>
        <p:spPr>
          <a:xfrm>
            <a:off x="707103" y="2535894"/>
            <a:ext cx="50310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endParaRPr lang="ko-KR" altLang="en-US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188B05-356A-52CC-BA06-C1B470623C7F}"/>
              </a:ext>
            </a:extLst>
          </p:cNvPr>
          <p:cNvSpPr txBox="1"/>
          <p:nvPr/>
        </p:nvSpPr>
        <p:spPr>
          <a:xfrm>
            <a:off x="574581" y="2705196"/>
            <a:ext cx="52961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한계점 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: “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효율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“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을 따진다면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Batch Decoding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에</a:t>
            </a:r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의존적인 지금은 한계가 존재한다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 </a:t>
            </a:r>
          </a:p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결론 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: 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거의 모든 모델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모든 벤치마크에서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, </a:t>
            </a:r>
          </a:p>
          <a:p>
            <a:r>
              <a:rPr lang="ko-KR" altLang="en-US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더 짧은 생각이 더 좋은 성능을 내었다</a:t>
            </a:r>
            <a:r>
              <a:rPr lang="en-US" altLang="ko-KR" sz="20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. </a:t>
            </a:r>
          </a:p>
          <a:p>
            <a:endParaRPr lang="en-US" altLang="ko-KR" sz="20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  <p:pic>
        <p:nvPicPr>
          <p:cNvPr id="3074" name="Picture 2" descr="면도기 - 위키백과, 우리 모두의 백과사전">
            <a:extLst>
              <a:ext uri="{FF2B5EF4-FFF2-40B4-BE49-F238E27FC236}">
                <a16:creationId xmlns:a16="http://schemas.microsoft.com/office/drawing/2014/main" id="{B8C9D38A-C66D-6030-FDB3-8016AA920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470" y="1766534"/>
            <a:ext cx="4278381" cy="3816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6018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244CE-A4AE-A456-58F6-68C01AAA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7796F-2580-6431-416A-3E67CAFEC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Miscellaneous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1EEC7E-D526-6505-A023-A5667CD67B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Inverse Scaling in Test-Time Compute (2025.07) - Anthropic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1CCC819-FFED-B7D2-EA2F-163D7E808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79" y="1979256"/>
            <a:ext cx="10037097" cy="396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23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F10E8-8180-BBC1-4F6F-03B94F112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BF62F4B-806E-1C9D-E0C7-93F40E46BB6B}"/>
              </a:ext>
            </a:extLst>
          </p:cNvPr>
          <p:cNvSpPr txBox="1">
            <a:spLocks/>
          </p:cNvSpPr>
          <p:nvPr/>
        </p:nvSpPr>
        <p:spPr>
          <a:xfrm>
            <a:off x="4287793" y="3041136"/>
            <a:ext cx="4003590" cy="7757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spc="-150">
                <a:solidFill>
                  <a:schemeClr val="tx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</a:lstStyle>
          <a:p>
            <a:r>
              <a:rPr lang="ko-KR" altLang="en-US" sz="600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542725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215C364-F3D5-9601-95A7-B2C7A6910E07}"/>
              </a:ext>
            </a:extLst>
          </p:cNvPr>
          <p:cNvSpPr txBox="1">
            <a:spLocks/>
          </p:cNvSpPr>
          <p:nvPr/>
        </p:nvSpPr>
        <p:spPr>
          <a:xfrm>
            <a:off x="5226907" y="3041136"/>
            <a:ext cx="2842055" cy="7757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i="0" kern="1200" spc="-150">
                <a:solidFill>
                  <a:schemeClr val="tx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defRPr>
            </a:lvl1pPr>
          </a:lstStyle>
          <a:p>
            <a:r>
              <a:rPr lang="en-US" altLang="ko-KR" sz="6000"/>
              <a:t>Q&amp;A</a:t>
            </a:r>
            <a:endParaRPr lang="ko-KR" altLang="en-US" sz="6000"/>
          </a:p>
        </p:txBody>
      </p:sp>
    </p:spTree>
    <p:extLst>
      <p:ext uri="{BB962C8B-B14F-4D97-AF65-F5344CB8AC3E}">
        <p14:creationId xmlns:p14="http://schemas.microsoft.com/office/powerpoint/2010/main" val="854969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1097</TotalTime>
  <Words>680</Words>
  <Application>Microsoft Office PowerPoint</Application>
  <PresentationFormat>와이드스크린</PresentationFormat>
  <Paragraphs>124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Microsoft GothicNeo</vt:lpstr>
      <vt:lpstr>Microsoft GothicNeo Light</vt:lpstr>
      <vt:lpstr>Microsoft 고딕Neo</vt:lpstr>
      <vt:lpstr>맑은 고딕</vt:lpstr>
      <vt:lpstr>Arial</vt:lpstr>
      <vt:lpstr>Office 테마</vt:lpstr>
      <vt:lpstr> Don't Overthink it. Preferring Shorter Thinking Chains for Improved LLM Reasoning  </vt:lpstr>
      <vt:lpstr>때는 2022년…</vt:lpstr>
      <vt:lpstr>대 –  Chain of Thought 시대</vt:lpstr>
      <vt:lpstr>당연히 더 오래, 더 넓게 생각하면 더 좋은 답변이 나오겠지?</vt:lpstr>
      <vt:lpstr>Motivation / Key Observation : 그렇더라. </vt:lpstr>
      <vt:lpstr>Methodology </vt:lpstr>
      <vt:lpstr>Evaluation Settings </vt:lpstr>
      <vt:lpstr>Experiments</vt:lpstr>
      <vt:lpstr>Experiments</vt:lpstr>
      <vt:lpstr>Experiments</vt:lpstr>
      <vt:lpstr>Experiments</vt:lpstr>
      <vt:lpstr>Experiments</vt:lpstr>
      <vt:lpstr>Limitations / Conclusion</vt:lpstr>
      <vt:lpstr>Miscellaneous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(대학원생) 김보성 (인공지능대학원)</dc:creator>
  <cp:lastModifiedBy>(대학원생) 김보성 (인공지능대학원)</cp:lastModifiedBy>
  <cp:revision>5</cp:revision>
  <dcterms:created xsi:type="dcterms:W3CDTF">2025-06-09T11:38:27Z</dcterms:created>
  <dcterms:modified xsi:type="dcterms:W3CDTF">2025-08-03T04:48:42Z</dcterms:modified>
</cp:coreProperties>
</file>