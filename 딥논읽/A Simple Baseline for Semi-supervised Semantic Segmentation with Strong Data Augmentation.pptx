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55A_D3F2FE2D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1"/>
  </p:sldMasterIdLst>
  <p:notesMasterIdLst>
    <p:notesMasterId r:id="rId26"/>
  </p:notesMasterIdLst>
  <p:handoutMasterIdLst>
    <p:handoutMasterId r:id="rId27"/>
  </p:handoutMasterIdLst>
  <p:sldIdLst>
    <p:sldId id="934" r:id="rId2"/>
    <p:sldId id="1318" r:id="rId3"/>
    <p:sldId id="1320" r:id="rId4"/>
    <p:sldId id="1364" r:id="rId5"/>
    <p:sldId id="1363" r:id="rId6"/>
    <p:sldId id="1319" r:id="rId7"/>
    <p:sldId id="1365" r:id="rId8"/>
    <p:sldId id="1366" r:id="rId9"/>
    <p:sldId id="1367" r:id="rId10"/>
    <p:sldId id="1368" r:id="rId11"/>
    <p:sldId id="1369" r:id="rId12"/>
    <p:sldId id="1370" r:id="rId13"/>
    <p:sldId id="1371" r:id="rId14"/>
    <p:sldId id="1372" r:id="rId15"/>
    <p:sldId id="1373" r:id="rId16"/>
    <p:sldId id="1374" r:id="rId17"/>
    <p:sldId id="1376" r:id="rId18"/>
    <p:sldId id="1375" r:id="rId19"/>
    <p:sldId id="1378" r:id="rId20"/>
    <p:sldId id="1377" r:id="rId21"/>
    <p:sldId id="1379" r:id="rId22"/>
    <p:sldId id="1381" r:id="rId23"/>
    <p:sldId id="1380" r:id="rId24"/>
    <p:sldId id="1382" r:id="rId25"/>
  </p:sldIdLst>
  <p:sldSz cx="9144000" cy="6858000" type="screen4x3"/>
  <p:notesSz cx="6742113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4D1B63-1B15-84FE-2C14-131375BF40F4}" name="YOO YEEUN" initials="YY" userId="ee842d440fa6d89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688F25"/>
    <a:srgbClr val="FF9900"/>
    <a:srgbClr val="E9EDF4"/>
    <a:srgbClr val="55759C"/>
    <a:srgbClr val="4F81BD"/>
    <a:srgbClr val="0000FF"/>
    <a:srgbClr val="FFC000"/>
    <a:srgbClr val="595959"/>
    <a:srgbClr val="BC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44" autoAdjust="0"/>
    <p:restoredTop sz="96187" autoAdjust="0"/>
  </p:normalViewPr>
  <p:slideViewPr>
    <p:cSldViewPr snapToObjects="1">
      <p:cViewPr varScale="1">
        <p:scale>
          <a:sx n="114" d="100"/>
          <a:sy n="114" d="100"/>
        </p:scale>
        <p:origin x="16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101" d="100"/>
          <a:sy n="101" d="100"/>
        </p:scale>
        <p:origin x="-3018" y="-90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omments/modernComment_55A_D3F2FE2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AFF0B68-6D26-475C-9896-8E2A8A394F61}" authorId="{F84D1B63-1B15-84FE-2C14-131375BF40F4}" created="2022-06-30T12:13:50.4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55917357" sldId="1370"/>
      <ac:spMk id="45" creationId="{4A7B2D89-B0D2-DD32-EB00-EA963B254C52}"/>
    </ac:deMkLst>
    <p188:txBody>
      <a:bodyPr/>
      <a:lstStyle/>
      <a:p>
        <a:r>
          <a:rPr lang="ko-KR" altLang="en-US"/>
          <a:t>이 부분이 있는지 확인하기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>
              <a:defRPr sz="1200"/>
            </a:lvl1pPr>
          </a:lstStyle>
          <a:p>
            <a:fld id="{85C30BFA-5C6F-4751-A60F-1891D9D032AD}" type="datetimeFigureOut">
              <a:rPr lang="ko-KR" altLang="en-US" smtClean="0"/>
              <a:pPr/>
              <a:t>2022-07-03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>
              <a:defRPr sz="1200"/>
            </a:lvl1pPr>
          </a:lstStyle>
          <a:p>
            <a:fld id="{E885786E-BF44-4B4E-B288-71366A7332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619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688D100-9705-4248-87A6-B01B0E7D9CB9}" type="datetimeFigureOut">
              <a:rPr lang="ko-KR" altLang="en-US"/>
              <a:pPr>
                <a:defRPr/>
              </a:pPr>
              <a:t>2022-07-03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1363"/>
            <a:ext cx="493553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45" tIns="45423" rIns="90845" bIns="4542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4212" y="4690269"/>
            <a:ext cx="5393690" cy="4443412"/>
          </a:xfrm>
          <a:prstGeom prst="rect">
            <a:avLst/>
          </a:prstGeom>
        </p:spPr>
        <p:txBody>
          <a:bodyPr vert="horz" lIns="90845" tIns="45423" rIns="90845" bIns="4542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11EDD26-A168-4EA9-A3CB-289510ED914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469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43042" y="2000240"/>
            <a:ext cx="7215238" cy="1714511"/>
          </a:xfrm>
          <a:solidFill>
            <a:schemeClr val="tx1"/>
          </a:solidFill>
          <a:ln/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  <a:softEdge rad="63500"/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none"/>
        </p:style>
        <p:txBody>
          <a:bodyPr>
            <a:normAutofit/>
          </a:bodyPr>
          <a:lstStyle>
            <a:lvl1pPr marL="93663" indent="0" algn="l">
              <a:defRPr sz="2800" b="0" cap="none" spc="0" baseline="0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noProof="0" dirty="0"/>
              <a:t>마스터</a:t>
            </a:r>
            <a:r>
              <a:rPr lang="en-US" altLang="ko-KR" dirty="0"/>
              <a:t> </a:t>
            </a:r>
            <a:r>
              <a:rPr lang="ko-KR" altLang="en-US" dirty="0"/>
              <a:t>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14480" y="4286256"/>
            <a:ext cx="6715172" cy="2071702"/>
          </a:xfrm>
        </p:spPr>
        <p:txBody>
          <a:bodyPr>
            <a:normAutofit/>
          </a:bodyPr>
          <a:lstStyle>
            <a:lvl1pPr marL="74613" indent="0" algn="r">
              <a:buNone/>
              <a:defRPr sz="2000" baseline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357158" y="2000240"/>
            <a:ext cx="928694" cy="785818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모서리가 둥근 직사각형 17"/>
          <p:cNvSpPr/>
          <p:nvPr userDrawn="1"/>
        </p:nvSpPr>
        <p:spPr>
          <a:xfrm>
            <a:off x="571472" y="2500306"/>
            <a:ext cx="928694" cy="78581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214282" y="2928934"/>
            <a:ext cx="928694" cy="78581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6406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6" name="직선 연결선 15"/>
          <p:cNvCxnSpPr/>
          <p:nvPr userDrawn="1"/>
        </p:nvCxnSpPr>
        <p:spPr>
          <a:xfrm>
            <a:off x="0" y="656134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00138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>
            <a:off x="1233870" y="2271543"/>
            <a:ext cx="7119359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1548358" y="1018919"/>
            <a:ext cx="6809830" cy="1202124"/>
          </a:xfrm>
        </p:spPr>
        <p:txBody>
          <a:bodyPr anchor="b" anchorCtr="0">
            <a:normAutofit/>
          </a:bodyPr>
          <a:lstStyle>
            <a:lvl1pPr algn="r">
              <a:defRPr sz="32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359532" y="857722"/>
            <a:ext cx="694318" cy="652444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673326" y="1336396"/>
            <a:ext cx="694318" cy="652444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1" name="모서리가 둥근 직사각형 20"/>
          <p:cNvSpPr/>
          <p:nvPr userDrawn="1"/>
        </p:nvSpPr>
        <p:spPr>
          <a:xfrm>
            <a:off x="272173" y="1636316"/>
            <a:ext cx="694318" cy="65244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2339752" y="6561348"/>
            <a:ext cx="68042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9132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>
            <a:lvl1pPr marL="452438" indent="-452438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 sz="2400" b="1" i="0" cap="none" spc="0" baseline="0">
                <a:ln w="1905"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itchFamily="18" charset="0"/>
              </a:defRPr>
            </a:lvl1pPr>
            <a:lvl2pPr marL="804863" indent="-347663">
              <a:spcBef>
                <a:spcPts val="800"/>
              </a:spcBef>
              <a:buFontTx/>
              <a:buBlip>
                <a:blip r:embed="rId2"/>
              </a:buBlip>
              <a:defRPr sz="20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Times New Roman" pitchFamily="18" charset="0"/>
              </a:defRPr>
            </a:lvl2pPr>
            <a:lvl3pPr marL="1168400" indent="-254000">
              <a:spcBef>
                <a:spcPts val="700"/>
              </a:spcBef>
              <a:defRPr sz="1800" baseline="0">
                <a:latin typeface="+mj-ea"/>
                <a:ea typeface="+mj-ea"/>
              </a:defRPr>
            </a:lvl3pPr>
            <a:lvl4pPr>
              <a:spcBef>
                <a:spcPts val="600"/>
              </a:spcBef>
              <a:defRPr sz="1800" baseline="0">
                <a:latin typeface="+mj-ea"/>
                <a:ea typeface="+mj-ea"/>
              </a:defRPr>
            </a:lvl4pPr>
            <a:lvl5pPr>
              <a:spcBef>
                <a:spcPts val="500"/>
              </a:spcBef>
              <a:defRPr sz="1600" baseline="0"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03642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2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792501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D88BC96-86ED-4F8B-B297-F70E08D8F79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67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7" r:id="rId2"/>
    <p:sldLayoutId id="2147483835" r:id="rId3"/>
    <p:sldLayoutId id="2147483836" r:id="rId4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microsoft.com/office/2018/10/relationships/comments" Target="../comments/modernComment_55A_D3F2FE2D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 Simple Baseline for Semi-supervised Semantic Segmentation</a:t>
            </a:r>
            <a:b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with Strong Data Augmentation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342205D6-68A3-4744-400A-EBC8680F7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</a:t>
            </a:r>
            <a:r>
              <a:rPr lang="ko-KR" altLang="en-US" dirty="0"/>
              <a:t> 김병현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이미지처리팀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김선옥</a:t>
            </a:r>
            <a:r>
              <a:rPr lang="en-US" altLang="ko-KR" dirty="0"/>
              <a:t>, </a:t>
            </a:r>
            <a:r>
              <a:rPr lang="ko-KR" altLang="en-US" dirty="0"/>
              <a:t>김현진</a:t>
            </a:r>
            <a:r>
              <a:rPr lang="en-US" altLang="ko-KR" dirty="0"/>
              <a:t>, </a:t>
            </a:r>
            <a:r>
              <a:rPr lang="ko-KR" altLang="en-US" dirty="0"/>
              <a:t>박재완</a:t>
            </a:r>
            <a:r>
              <a:rPr lang="en-US" altLang="ko-KR" dirty="0"/>
              <a:t>, </a:t>
            </a:r>
            <a:r>
              <a:rPr lang="ko-KR" altLang="en-US" dirty="0" err="1"/>
              <a:t>안종식</a:t>
            </a:r>
            <a:r>
              <a:rPr lang="en-US" altLang="ko-KR" dirty="0"/>
              <a:t>, </a:t>
            </a:r>
            <a:r>
              <a:rPr lang="ko-KR" altLang="en-US" dirty="0" err="1"/>
              <a:t>이찬혁</a:t>
            </a:r>
            <a:r>
              <a:rPr lang="en-US" altLang="ko-KR" dirty="0"/>
              <a:t>, </a:t>
            </a:r>
            <a:r>
              <a:rPr lang="ko-KR" altLang="en-US" dirty="0" err="1"/>
              <a:t>현청천</a:t>
            </a:r>
            <a:r>
              <a:rPr lang="en-US" altLang="ko-KR" dirty="0"/>
              <a:t>, </a:t>
            </a:r>
            <a:r>
              <a:rPr lang="ko-KR" altLang="en-US" dirty="0" err="1"/>
              <a:t>홍은기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DC1C2-610A-ED36-31E3-F32BC0700828}"/>
              </a:ext>
            </a:extLst>
          </p:cNvPr>
          <p:cNvSpPr txBox="1"/>
          <p:nvPr/>
        </p:nvSpPr>
        <p:spPr>
          <a:xfrm>
            <a:off x="5250661" y="1514433"/>
            <a:ext cx="3386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ICCV 2021</a:t>
            </a:r>
          </a:p>
        </p:txBody>
      </p:sp>
    </p:spTree>
    <p:extLst>
      <p:ext uri="{BB962C8B-B14F-4D97-AF65-F5344CB8AC3E}">
        <p14:creationId xmlns:p14="http://schemas.microsoft.com/office/powerpoint/2010/main" val="79576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</a:t>
            </a:r>
            <a:r>
              <a:rPr lang="ko-KR" altLang="en-US" dirty="0"/>
              <a:t> </a:t>
            </a:r>
            <a:r>
              <a:rPr lang="en-US" altLang="ko-KR" dirty="0"/>
              <a:t>Baseline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is Simple Baseline?? </a:t>
            </a:r>
          </a:p>
          <a:p>
            <a:pPr lvl="1"/>
            <a:r>
              <a:rPr lang="en-US" altLang="ko-KR" dirty="0"/>
              <a:t>Semi-Supervised semantic segmentation model </a:t>
            </a:r>
          </a:p>
          <a:p>
            <a:pPr lvl="2"/>
            <a:r>
              <a:rPr lang="en-US" altLang="ko-KR" dirty="0"/>
              <a:t>Ranked in 5</a:t>
            </a:r>
            <a:r>
              <a:rPr lang="en-US" altLang="ko-KR" baseline="30000" dirty="0"/>
              <a:t>th</a:t>
            </a:r>
            <a:r>
              <a:rPr lang="en-US" altLang="ko-KR" dirty="0"/>
              <a:t> place for semi-supervised semantic segmentation on Cityscapes 12.5% labeled.</a:t>
            </a:r>
          </a:p>
          <a:p>
            <a:pPr lvl="2"/>
            <a:endParaRPr lang="ko-KR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6168B6-5FD3-E4A7-A92D-4D48A45E44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227"/>
          <a:stretch/>
        </p:blipFill>
        <p:spPr>
          <a:xfrm>
            <a:off x="423098" y="2856009"/>
            <a:ext cx="4201715" cy="3781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A6608B-66FD-632B-4BA1-403310E2D8AB}"/>
              </a:ext>
            </a:extLst>
          </p:cNvPr>
          <p:cNvSpPr txBox="1"/>
          <p:nvPr/>
        </p:nvSpPr>
        <p:spPr>
          <a:xfrm>
            <a:off x="4653404" y="6119197"/>
            <a:ext cx="3987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Example of Semi-supervised learning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954DD3-0E7D-D8E4-DF4E-9A972D93670A}"/>
              </a:ext>
            </a:extLst>
          </p:cNvPr>
          <p:cNvSpPr txBox="1"/>
          <p:nvPr/>
        </p:nvSpPr>
        <p:spPr>
          <a:xfrm>
            <a:off x="4970081" y="5785436"/>
            <a:ext cx="1523704" cy="33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78EB4-7DF2-39A0-7838-073294E1C0BE}"/>
              </a:ext>
            </a:extLst>
          </p:cNvPr>
          <p:cNvSpPr txBox="1"/>
          <p:nvPr/>
        </p:nvSpPr>
        <p:spPr>
          <a:xfrm>
            <a:off x="6598912" y="5798477"/>
            <a:ext cx="1523704" cy="33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Unlabeled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35C9364-12C2-1247-0434-C6E0FBF7936F}"/>
              </a:ext>
            </a:extLst>
          </p:cNvPr>
          <p:cNvGrpSpPr/>
          <p:nvPr/>
        </p:nvGrpSpPr>
        <p:grpSpPr>
          <a:xfrm>
            <a:off x="4845772" y="4040841"/>
            <a:ext cx="3475513" cy="1597276"/>
            <a:chOff x="4880583" y="3597381"/>
            <a:chExt cx="4104456" cy="1886326"/>
          </a:xfrm>
        </p:grpSpPr>
        <p:pic>
          <p:nvPicPr>
            <p:cNvPr id="11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86F3C283-3788-ABE3-A64C-22DEC17D4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2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9D57A0C5-F9B0-1823-594C-B164E32E9A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0E750A-CE8F-0DD9-8B89-D37873A58364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31286A-1074-B785-16CB-B07BA7DC54B4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75D2A18C-8476-E2B3-2A36-E62A6B66DF58}"/>
              </a:ext>
            </a:extLst>
          </p:cNvPr>
          <p:cNvSpPr/>
          <p:nvPr/>
        </p:nvSpPr>
        <p:spPr>
          <a:xfrm>
            <a:off x="4833629" y="4333566"/>
            <a:ext cx="1000125" cy="1371600"/>
          </a:xfrm>
          <a:custGeom>
            <a:avLst/>
            <a:gdLst>
              <a:gd name="connsiteX0" fmla="*/ 28575 w 1000125"/>
              <a:gd name="connsiteY0" fmla="*/ 1019175 h 1371600"/>
              <a:gd name="connsiteX1" fmla="*/ 190500 w 1000125"/>
              <a:gd name="connsiteY1" fmla="*/ 885825 h 1371600"/>
              <a:gd name="connsiteX2" fmla="*/ 209550 w 1000125"/>
              <a:gd name="connsiteY2" fmla="*/ 828675 h 1371600"/>
              <a:gd name="connsiteX3" fmla="*/ 238125 w 1000125"/>
              <a:gd name="connsiteY3" fmla="*/ 733425 h 1371600"/>
              <a:gd name="connsiteX4" fmla="*/ 266700 w 1000125"/>
              <a:gd name="connsiteY4" fmla="*/ 619125 h 1371600"/>
              <a:gd name="connsiteX5" fmla="*/ 285750 w 1000125"/>
              <a:gd name="connsiteY5" fmla="*/ 514350 h 1371600"/>
              <a:gd name="connsiteX6" fmla="*/ 276225 w 1000125"/>
              <a:gd name="connsiteY6" fmla="*/ 190500 h 1371600"/>
              <a:gd name="connsiteX7" fmla="*/ 247650 w 1000125"/>
              <a:gd name="connsiteY7" fmla="*/ 152400 h 1371600"/>
              <a:gd name="connsiteX8" fmla="*/ 190500 w 1000125"/>
              <a:gd name="connsiteY8" fmla="*/ 66675 h 1371600"/>
              <a:gd name="connsiteX9" fmla="*/ 171450 w 1000125"/>
              <a:gd name="connsiteY9" fmla="*/ 19050 h 1371600"/>
              <a:gd name="connsiteX10" fmla="*/ 200025 w 1000125"/>
              <a:gd name="connsiteY10" fmla="*/ 0 h 1371600"/>
              <a:gd name="connsiteX11" fmla="*/ 504825 w 1000125"/>
              <a:gd name="connsiteY11" fmla="*/ 9525 h 1371600"/>
              <a:gd name="connsiteX12" fmla="*/ 523875 w 1000125"/>
              <a:gd name="connsiteY12" fmla="*/ 57150 h 1371600"/>
              <a:gd name="connsiteX13" fmla="*/ 742950 w 1000125"/>
              <a:gd name="connsiteY13" fmla="*/ 66675 h 1371600"/>
              <a:gd name="connsiteX14" fmla="*/ 914400 w 1000125"/>
              <a:gd name="connsiteY14" fmla="*/ 38100 h 1371600"/>
              <a:gd name="connsiteX15" fmla="*/ 981075 w 1000125"/>
              <a:gd name="connsiteY15" fmla="*/ 85725 h 1371600"/>
              <a:gd name="connsiteX16" fmla="*/ 990600 w 1000125"/>
              <a:gd name="connsiteY16" fmla="*/ 133350 h 1371600"/>
              <a:gd name="connsiteX17" fmla="*/ 1000125 w 1000125"/>
              <a:gd name="connsiteY17" fmla="*/ 161925 h 1371600"/>
              <a:gd name="connsiteX18" fmla="*/ 990600 w 1000125"/>
              <a:gd name="connsiteY18" fmla="*/ 209550 h 1371600"/>
              <a:gd name="connsiteX19" fmla="*/ 962025 w 1000125"/>
              <a:gd name="connsiteY19" fmla="*/ 238125 h 1371600"/>
              <a:gd name="connsiteX20" fmla="*/ 895350 w 1000125"/>
              <a:gd name="connsiteY20" fmla="*/ 276225 h 1371600"/>
              <a:gd name="connsiteX21" fmla="*/ 857250 w 1000125"/>
              <a:gd name="connsiteY21" fmla="*/ 285750 h 1371600"/>
              <a:gd name="connsiteX22" fmla="*/ 828675 w 1000125"/>
              <a:gd name="connsiteY22" fmla="*/ 361950 h 1371600"/>
              <a:gd name="connsiteX23" fmla="*/ 809625 w 1000125"/>
              <a:gd name="connsiteY23" fmla="*/ 476250 h 1371600"/>
              <a:gd name="connsiteX24" fmla="*/ 800100 w 1000125"/>
              <a:gd name="connsiteY24" fmla="*/ 504825 h 1371600"/>
              <a:gd name="connsiteX25" fmla="*/ 790575 w 1000125"/>
              <a:gd name="connsiteY25" fmla="*/ 561975 h 1371600"/>
              <a:gd name="connsiteX26" fmla="*/ 733425 w 1000125"/>
              <a:gd name="connsiteY26" fmla="*/ 685800 h 1371600"/>
              <a:gd name="connsiteX27" fmla="*/ 704850 w 1000125"/>
              <a:gd name="connsiteY27" fmla="*/ 790575 h 1371600"/>
              <a:gd name="connsiteX28" fmla="*/ 733425 w 1000125"/>
              <a:gd name="connsiteY28" fmla="*/ 857250 h 1371600"/>
              <a:gd name="connsiteX29" fmla="*/ 771525 w 1000125"/>
              <a:gd name="connsiteY29" fmla="*/ 933450 h 1371600"/>
              <a:gd name="connsiteX30" fmla="*/ 742950 w 1000125"/>
              <a:gd name="connsiteY30" fmla="*/ 1228725 h 1371600"/>
              <a:gd name="connsiteX31" fmla="*/ 723900 w 1000125"/>
              <a:gd name="connsiteY31" fmla="*/ 1257300 h 1371600"/>
              <a:gd name="connsiteX32" fmla="*/ 685800 w 1000125"/>
              <a:gd name="connsiteY32" fmla="*/ 1295400 h 1371600"/>
              <a:gd name="connsiteX33" fmla="*/ 600075 w 1000125"/>
              <a:gd name="connsiteY33" fmla="*/ 1343025 h 1371600"/>
              <a:gd name="connsiteX34" fmla="*/ 514350 w 1000125"/>
              <a:gd name="connsiteY34" fmla="*/ 1362075 h 1371600"/>
              <a:gd name="connsiteX35" fmla="*/ 361950 w 1000125"/>
              <a:gd name="connsiteY35" fmla="*/ 1371600 h 1371600"/>
              <a:gd name="connsiteX36" fmla="*/ 133350 w 1000125"/>
              <a:gd name="connsiteY36" fmla="*/ 1362075 h 1371600"/>
              <a:gd name="connsiteX37" fmla="*/ 57150 w 1000125"/>
              <a:gd name="connsiteY37" fmla="*/ 1314450 h 1371600"/>
              <a:gd name="connsiteX38" fmla="*/ 0 w 1000125"/>
              <a:gd name="connsiteY38" fmla="*/ 1285875 h 1371600"/>
              <a:gd name="connsiteX39" fmla="*/ 9525 w 1000125"/>
              <a:gd name="connsiteY39" fmla="*/ 1181100 h 1371600"/>
              <a:gd name="connsiteX40" fmla="*/ 38100 w 1000125"/>
              <a:gd name="connsiteY40" fmla="*/ 1152525 h 1371600"/>
              <a:gd name="connsiteX41" fmla="*/ 47625 w 1000125"/>
              <a:gd name="connsiteY41" fmla="*/ 107632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00125" h="1371600">
                <a:moveTo>
                  <a:pt x="28575" y="1019175"/>
                </a:moveTo>
                <a:cubicBezTo>
                  <a:pt x="113290" y="985289"/>
                  <a:pt x="104881" y="995907"/>
                  <a:pt x="190500" y="885825"/>
                </a:cubicBezTo>
                <a:cubicBezTo>
                  <a:pt x="202828" y="869974"/>
                  <a:pt x="203780" y="847909"/>
                  <a:pt x="209550" y="828675"/>
                </a:cubicBezTo>
                <a:cubicBezTo>
                  <a:pt x="252736" y="684723"/>
                  <a:pt x="170773" y="935482"/>
                  <a:pt x="238125" y="733425"/>
                </a:cubicBezTo>
                <a:cubicBezTo>
                  <a:pt x="258241" y="592611"/>
                  <a:pt x="233088" y="731167"/>
                  <a:pt x="266700" y="619125"/>
                </a:cubicBezTo>
                <a:cubicBezTo>
                  <a:pt x="271692" y="602484"/>
                  <a:pt x="283489" y="527916"/>
                  <a:pt x="285750" y="514350"/>
                </a:cubicBezTo>
                <a:cubicBezTo>
                  <a:pt x="282575" y="406400"/>
                  <a:pt x="287531" y="297903"/>
                  <a:pt x="276225" y="190500"/>
                </a:cubicBezTo>
                <a:cubicBezTo>
                  <a:pt x="274563" y="174712"/>
                  <a:pt x="255818" y="166013"/>
                  <a:pt x="247650" y="152400"/>
                </a:cubicBezTo>
                <a:cubicBezTo>
                  <a:pt x="195751" y="65902"/>
                  <a:pt x="245077" y="121252"/>
                  <a:pt x="190500" y="66675"/>
                </a:cubicBezTo>
                <a:cubicBezTo>
                  <a:pt x="184150" y="50800"/>
                  <a:pt x="169032" y="35976"/>
                  <a:pt x="171450" y="19050"/>
                </a:cubicBezTo>
                <a:cubicBezTo>
                  <a:pt x="173069" y="7717"/>
                  <a:pt x="188582" y="327"/>
                  <a:pt x="200025" y="0"/>
                </a:cubicBezTo>
                <a:lnTo>
                  <a:pt x="504825" y="9525"/>
                </a:lnTo>
                <a:cubicBezTo>
                  <a:pt x="511175" y="25400"/>
                  <a:pt x="509868" y="47345"/>
                  <a:pt x="523875" y="57150"/>
                </a:cubicBezTo>
                <a:cubicBezTo>
                  <a:pt x="574475" y="92570"/>
                  <a:pt x="705039" y="69202"/>
                  <a:pt x="742950" y="66675"/>
                </a:cubicBezTo>
                <a:cubicBezTo>
                  <a:pt x="875572" y="22468"/>
                  <a:pt x="817636" y="21973"/>
                  <a:pt x="914400" y="38100"/>
                </a:cubicBezTo>
                <a:cubicBezTo>
                  <a:pt x="937412" y="49606"/>
                  <a:pt x="968203" y="59982"/>
                  <a:pt x="981075" y="85725"/>
                </a:cubicBezTo>
                <a:cubicBezTo>
                  <a:pt x="988315" y="100205"/>
                  <a:pt x="986673" y="117644"/>
                  <a:pt x="990600" y="133350"/>
                </a:cubicBezTo>
                <a:cubicBezTo>
                  <a:pt x="993035" y="143090"/>
                  <a:pt x="996950" y="152400"/>
                  <a:pt x="1000125" y="161925"/>
                </a:cubicBezTo>
                <a:cubicBezTo>
                  <a:pt x="996950" y="177800"/>
                  <a:pt x="997840" y="195070"/>
                  <a:pt x="990600" y="209550"/>
                </a:cubicBezTo>
                <a:cubicBezTo>
                  <a:pt x="984576" y="221598"/>
                  <a:pt x="972373" y="229501"/>
                  <a:pt x="962025" y="238125"/>
                </a:cubicBezTo>
                <a:cubicBezTo>
                  <a:pt x="946951" y="250686"/>
                  <a:pt x="912289" y="269873"/>
                  <a:pt x="895350" y="276225"/>
                </a:cubicBezTo>
                <a:cubicBezTo>
                  <a:pt x="883093" y="280822"/>
                  <a:pt x="869950" y="282575"/>
                  <a:pt x="857250" y="285750"/>
                </a:cubicBezTo>
                <a:cubicBezTo>
                  <a:pt x="847725" y="311150"/>
                  <a:pt x="835254" y="335633"/>
                  <a:pt x="828675" y="361950"/>
                </a:cubicBezTo>
                <a:cubicBezTo>
                  <a:pt x="819307" y="399422"/>
                  <a:pt x="817200" y="438375"/>
                  <a:pt x="809625" y="476250"/>
                </a:cubicBezTo>
                <a:cubicBezTo>
                  <a:pt x="807656" y="486095"/>
                  <a:pt x="802278" y="495024"/>
                  <a:pt x="800100" y="504825"/>
                </a:cubicBezTo>
                <a:cubicBezTo>
                  <a:pt x="795910" y="523678"/>
                  <a:pt x="795657" y="543343"/>
                  <a:pt x="790575" y="561975"/>
                </a:cubicBezTo>
                <a:cubicBezTo>
                  <a:pt x="776577" y="613301"/>
                  <a:pt x="753263" y="631953"/>
                  <a:pt x="733425" y="685800"/>
                </a:cubicBezTo>
                <a:cubicBezTo>
                  <a:pt x="720910" y="719769"/>
                  <a:pt x="714375" y="755650"/>
                  <a:pt x="704850" y="790575"/>
                </a:cubicBezTo>
                <a:cubicBezTo>
                  <a:pt x="714375" y="812800"/>
                  <a:pt x="721846" y="836022"/>
                  <a:pt x="733425" y="857250"/>
                </a:cubicBezTo>
                <a:cubicBezTo>
                  <a:pt x="778261" y="939450"/>
                  <a:pt x="751217" y="852219"/>
                  <a:pt x="771525" y="933450"/>
                </a:cubicBezTo>
                <a:cubicBezTo>
                  <a:pt x="766349" y="1068032"/>
                  <a:pt x="791645" y="1131335"/>
                  <a:pt x="742950" y="1228725"/>
                </a:cubicBezTo>
                <a:cubicBezTo>
                  <a:pt x="737830" y="1238964"/>
                  <a:pt x="731350" y="1248608"/>
                  <a:pt x="723900" y="1257300"/>
                </a:cubicBezTo>
                <a:cubicBezTo>
                  <a:pt x="712211" y="1270937"/>
                  <a:pt x="700567" y="1285177"/>
                  <a:pt x="685800" y="1295400"/>
                </a:cubicBezTo>
                <a:cubicBezTo>
                  <a:pt x="658924" y="1314007"/>
                  <a:pt x="630541" y="1331177"/>
                  <a:pt x="600075" y="1343025"/>
                </a:cubicBezTo>
                <a:cubicBezTo>
                  <a:pt x="572793" y="1353635"/>
                  <a:pt x="543414" y="1358587"/>
                  <a:pt x="514350" y="1362075"/>
                </a:cubicBezTo>
                <a:cubicBezTo>
                  <a:pt x="463813" y="1368139"/>
                  <a:pt x="412750" y="1368425"/>
                  <a:pt x="361950" y="1371600"/>
                </a:cubicBezTo>
                <a:cubicBezTo>
                  <a:pt x="285750" y="1368425"/>
                  <a:pt x="208310" y="1376130"/>
                  <a:pt x="133350" y="1362075"/>
                </a:cubicBezTo>
                <a:cubicBezTo>
                  <a:pt x="103910" y="1356555"/>
                  <a:pt x="83156" y="1329311"/>
                  <a:pt x="57150" y="1314450"/>
                </a:cubicBezTo>
                <a:cubicBezTo>
                  <a:pt x="38658" y="1303883"/>
                  <a:pt x="19050" y="1295400"/>
                  <a:pt x="0" y="1285875"/>
                </a:cubicBezTo>
                <a:cubicBezTo>
                  <a:pt x="3175" y="1250950"/>
                  <a:pt x="-109" y="1214820"/>
                  <a:pt x="9525" y="1181100"/>
                </a:cubicBezTo>
                <a:cubicBezTo>
                  <a:pt x="13226" y="1168148"/>
                  <a:pt x="32076" y="1164573"/>
                  <a:pt x="38100" y="1152525"/>
                </a:cubicBezTo>
                <a:cubicBezTo>
                  <a:pt x="49493" y="1129739"/>
                  <a:pt x="47625" y="1100980"/>
                  <a:pt x="47625" y="1076325"/>
                </a:cubicBezTo>
              </a:path>
            </a:pathLst>
          </a:custGeom>
          <a:solidFill>
            <a:srgbClr val="66FF33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9EE2CA62-A0C8-B5D4-851B-AB499768F961}"/>
              </a:ext>
            </a:extLst>
          </p:cNvPr>
          <p:cNvSpPr/>
          <p:nvPr/>
        </p:nvSpPr>
        <p:spPr>
          <a:xfrm>
            <a:off x="5719688" y="4905375"/>
            <a:ext cx="687937" cy="726893"/>
          </a:xfrm>
          <a:custGeom>
            <a:avLst/>
            <a:gdLst>
              <a:gd name="connsiteX0" fmla="*/ 119137 w 687937"/>
              <a:gd name="connsiteY0" fmla="*/ 123825 h 726893"/>
              <a:gd name="connsiteX1" fmla="*/ 262012 w 687937"/>
              <a:gd name="connsiteY1" fmla="*/ 114300 h 726893"/>
              <a:gd name="connsiteX2" fmla="*/ 309637 w 687937"/>
              <a:gd name="connsiteY2" fmla="*/ 104775 h 726893"/>
              <a:gd name="connsiteX3" fmla="*/ 385837 w 687937"/>
              <a:gd name="connsiteY3" fmla="*/ 95250 h 726893"/>
              <a:gd name="connsiteX4" fmla="*/ 433462 w 687937"/>
              <a:gd name="connsiteY4" fmla="*/ 19050 h 726893"/>
              <a:gd name="connsiteX5" fmla="*/ 471562 w 687937"/>
              <a:gd name="connsiteY5" fmla="*/ 0 h 726893"/>
              <a:gd name="connsiteX6" fmla="*/ 519187 w 687937"/>
              <a:gd name="connsiteY6" fmla="*/ 9525 h 726893"/>
              <a:gd name="connsiteX7" fmla="*/ 509662 w 687937"/>
              <a:gd name="connsiteY7" fmla="*/ 104775 h 726893"/>
              <a:gd name="connsiteX8" fmla="*/ 528712 w 687937"/>
              <a:gd name="connsiteY8" fmla="*/ 238125 h 726893"/>
              <a:gd name="connsiteX9" fmla="*/ 557287 w 687937"/>
              <a:gd name="connsiteY9" fmla="*/ 276225 h 726893"/>
              <a:gd name="connsiteX10" fmla="*/ 604912 w 687937"/>
              <a:gd name="connsiteY10" fmla="*/ 371475 h 726893"/>
              <a:gd name="connsiteX11" fmla="*/ 623962 w 687937"/>
              <a:gd name="connsiteY11" fmla="*/ 409575 h 726893"/>
              <a:gd name="connsiteX12" fmla="*/ 662062 w 687937"/>
              <a:gd name="connsiteY12" fmla="*/ 485775 h 726893"/>
              <a:gd name="connsiteX13" fmla="*/ 671587 w 687937"/>
              <a:gd name="connsiteY13" fmla="*/ 552450 h 726893"/>
              <a:gd name="connsiteX14" fmla="*/ 681112 w 687937"/>
              <a:gd name="connsiteY14" fmla="*/ 590550 h 726893"/>
              <a:gd name="connsiteX15" fmla="*/ 671587 w 687937"/>
              <a:gd name="connsiteY15" fmla="*/ 685800 h 726893"/>
              <a:gd name="connsiteX16" fmla="*/ 338212 w 687937"/>
              <a:gd name="connsiteY16" fmla="*/ 714375 h 726893"/>
              <a:gd name="connsiteX17" fmla="*/ 4837 w 687937"/>
              <a:gd name="connsiteY17" fmla="*/ 533400 h 726893"/>
              <a:gd name="connsiteX18" fmla="*/ 33412 w 687937"/>
              <a:gd name="connsiteY18" fmla="*/ 428625 h 726893"/>
              <a:gd name="connsiteX19" fmla="*/ 14362 w 687937"/>
              <a:gd name="connsiteY19" fmla="*/ 171450 h 726893"/>
              <a:gd name="connsiteX20" fmla="*/ 4837 w 687937"/>
              <a:gd name="connsiteY20" fmla="*/ 123825 h 726893"/>
              <a:gd name="connsiteX21" fmla="*/ 119137 w 687937"/>
              <a:gd name="connsiteY21" fmla="*/ 123825 h 72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87937" h="726893">
                <a:moveTo>
                  <a:pt x="119137" y="123825"/>
                </a:moveTo>
                <a:cubicBezTo>
                  <a:pt x="161999" y="122238"/>
                  <a:pt x="214518" y="119049"/>
                  <a:pt x="262012" y="114300"/>
                </a:cubicBezTo>
                <a:cubicBezTo>
                  <a:pt x="278121" y="112689"/>
                  <a:pt x="293636" y="107237"/>
                  <a:pt x="309637" y="104775"/>
                </a:cubicBezTo>
                <a:cubicBezTo>
                  <a:pt x="334937" y="100883"/>
                  <a:pt x="360437" y="98425"/>
                  <a:pt x="385837" y="95250"/>
                </a:cubicBezTo>
                <a:cubicBezTo>
                  <a:pt x="397924" y="58990"/>
                  <a:pt x="396920" y="51024"/>
                  <a:pt x="433462" y="19050"/>
                </a:cubicBezTo>
                <a:cubicBezTo>
                  <a:pt x="444148" y="9700"/>
                  <a:pt x="458862" y="6350"/>
                  <a:pt x="471562" y="0"/>
                </a:cubicBezTo>
                <a:cubicBezTo>
                  <a:pt x="487437" y="3175"/>
                  <a:pt x="513654" y="-5690"/>
                  <a:pt x="519187" y="9525"/>
                </a:cubicBezTo>
                <a:cubicBezTo>
                  <a:pt x="530091" y="39512"/>
                  <a:pt x="509662" y="72867"/>
                  <a:pt x="509662" y="104775"/>
                </a:cubicBezTo>
                <a:cubicBezTo>
                  <a:pt x="509662" y="107082"/>
                  <a:pt x="519919" y="218340"/>
                  <a:pt x="528712" y="238125"/>
                </a:cubicBezTo>
                <a:cubicBezTo>
                  <a:pt x="535159" y="252632"/>
                  <a:pt x="549411" y="262442"/>
                  <a:pt x="557287" y="276225"/>
                </a:cubicBezTo>
                <a:cubicBezTo>
                  <a:pt x="574899" y="307046"/>
                  <a:pt x="589037" y="339725"/>
                  <a:pt x="604912" y="371475"/>
                </a:cubicBezTo>
                <a:cubicBezTo>
                  <a:pt x="611262" y="384175"/>
                  <a:pt x="616657" y="397399"/>
                  <a:pt x="623962" y="409575"/>
                </a:cubicBezTo>
                <a:cubicBezTo>
                  <a:pt x="657703" y="465809"/>
                  <a:pt x="646683" y="439637"/>
                  <a:pt x="662062" y="485775"/>
                </a:cubicBezTo>
                <a:cubicBezTo>
                  <a:pt x="665237" y="508000"/>
                  <a:pt x="667571" y="530361"/>
                  <a:pt x="671587" y="552450"/>
                </a:cubicBezTo>
                <a:cubicBezTo>
                  <a:pt x="673929" y="565330"/>
                  <a:pt x="681112" y="577459"/>
                  <a:pt x="681112" y="590550"/>
                </a:cubicBezTo>
                <a:cubicBezTo>
                  <a:pt x="681112" y="622458"/>
                  <a:pt x="701599" y="674963"/>
                  <a:pt x="671587" y="685800"/>
                </a:cubicBezTo>
                <a:cubicBezTo>
                  <a:pt x="566685" y="723681"/>
                  <a:pt x="449337" y="704850"/>
                  <a:pt x="338212" y="714375"/>
                </a:cubicBezTo>
                <a:cubicBezTo>
                  <a:pt x="22632" y="705093"/>
                  <a:pt x="-14353" y="811660"/>
                  <a:pt x="4837" y="533400"/>
                </a:cubicBezTo>
                <a:cubicBezTo>
                  <a:pt x="7328" y="497285"/>
                  <a:pt x="23887" y="463550"/>
                  <a:pt x="33412" y="428625"/>
                </a:cubicBezTo>
                <a:cubicBezTo>
                  <a:pt x="27062" y="342900"/>
                  <a:pt x="22386" y="257035"/>
                  <a:pt x="14362" y="171450"/>
                </a:cubicBezTo>
                <a:cubicBezTo>
                  <a:pt x="12851" y="155331"/>
                  <a:pt x="-9643" y="131065"/>
                  <a:pt x="4837" y="123825"/>
                </a:cubicBezTo>
                <a:cubicBezTo>
                  <a:pt x="60926" y="95780"/>
                  <a:pt x="76275" y="125412"/>
                  <a:pt x="119137" y="123825"/>
                </a:cubicBezTo>
                <a:close/>
              </a:path>
            </a:pathLst>
          </a:cu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1198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4DDB1-554A-4C56-AF3F-FA654B83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Expensive Labeling Cost in Deep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3B98E5-BC5B-4600-98C4-E2C61D051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Labeling can be a bottleneck ….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E7006-FBF6-4A8C-BB7E-5BE107A8C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7946FF-04E5-4AA4-A3DC-9CC4BFFA3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2" y="1690266"/>
            <a:ext cx="8177422" cy="489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C7FEFF-5B41-4EBB-80EE-A08279FB6AF6}"/>
              </a:ext>
            </a:extLst>
          </p:cNvPr>
          <p:cNvSpPr txBox="1"/>
          <p:nvPr/>
        </p:nvSpPr>
        <p:spPr>
          <a:xfrm>
            <a:off x="4115836" y="6577476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https://www.youtube.com/watch?v=y57wwucbXR8&amp;t=512s&amp;ab_channel=Databricks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E4095C-F3EA-42EB-8629-D8E8884B9865}"/>
              </a:ext>
            </a:extLst>
          </p:cNvPr>
          <p:cNvGrpSpPr/>
          <p:nvPr/>
        </p:nvGrpSpPr>
        <p:grpSpPr>
          <a:xfrm>
            <a:off x="2724358" y="3739971"/>
            <a:ext cx="1404644" cy="978090"/>
            <a:chOff x="2724358" y="3739971"/>
            <a:chExt cx="1404644" cy="97809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E9D6D6F-EE84-4D07-A2BB-E3341D4FD9A9}"/>
                </a:ext>
              </a:extLst>
            </p:cNvPr>
            <p:cNvGrpSpPr/>
            <p:nvPr/>
          </p:nvGrpSpPr>
          <p:grpSpPr>
            <a:xfrm>
              <a:off x="2724847" y="3739971"/>
              <a:ext cx="1404155" cy="573690"/>
              <a:chOff x="3075909" y="3955837"/>
              <a:chExt cx="1924091" cy="57369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1E6297-2012-43F1-8537-1534C14A1EF7}"/>
                  </a:ext>
                </a:extLst>
              </p:cNvPr>
              <p:cNvSpPr/>
              <p:nvPr/>
            </p:nvSpPr>
            <p:spPr>
              <a:xfrm>
                <a:off x="3075909" y="3975107"/>
                <a:ext cx="1776085" cy="554420"/>
              </a:xfrm>
              <a:prstGeom prst="rect">
                <a:avLst/>
              </a:prstGeom>
              <a:solidFill>
                <a:srgbClr val="F8F8F8"/>
              </a:solidFill>
              <a:ln>
                <a:solidFill>
                  <a:srgbClr val="F8F8F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5BF8DC7-A1AD-4DE9-9C43-C949F036C817}"/>
                  </a:ext>
                </a:extLst>
              </p:cNvPr>
              <p:cNvGrpSpPr/>
              <p:nvPr/>
            </p:nvGrpSpPr>
            <p:grpSpPr>
              <a:xfrm>
                <a:off x="3105169" y="3955837"/>
                <a:ext cx="1894831" cy="338554"/>
                <a:chOff x="2856035" y="4689140"/>
                <a:chExt cx="1894831" cy="338554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B9DF603B-D6B7-4F16-A07D-5C8ACD148381}"/>
                    </a:ext>
                  </a:extLst>
                </p:cNvPr>
                <p:cNvSpPr/>
                <p:nvPr/>
              </p:nvSpPr>
              <p:spPr>
                <a:xfrm>
                  <a:off x="2856035" y="4728866"/>
                  <a:ext cx="396044" cy="28803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262BE60-9DD9-4BF8-9EE9-FD83B2E5DE96}"/>
                    </a:ext>
                  </a:extLst>
                </p:cNvPr>
                <p:cNvSpPr txBox="1"/>
                <p:nvPr/>
              </p:nvSpPr>
              <p:spPr>
                <a:xfrm>
                  <a:off x="3347864" y="4689140"/>
                  <a:ext cx="140300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60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rPr>
                    <a:t>Datasets</a:t>
                  </a:r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153579E-C174-4824-B24E-4FF4C830B5E2}"/>
                </a:ext>
              </a:extLst>
            </p:cNvPr>
            <p:cNvGrpSpPr/>
            <p:nvPr/>
          </p:nvGrpSpPr>
          <p:grpSpPr>
            <a:xfrm>
              <a:off x="2724358" y="4144371"/>
              <a:ext cx="1404155" cy="573690"/>
              <a:chOff x="3075909" y="3955837"/>
              <a:chExt cx="1924091" cy="57369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6BFC47-D066-4953-A821-2B72895BEB7F}"/>
                  </a:ext>
                </a:extLst>
              </p:cNvPr>
              <p:cNvSpPr/>
              <p:nvPr/>
            </p:nvSpPr>
            <p:spPr>
              <a:xfrm>
                <a:off x="3075909" y="3975107"/>
                <a:ext cx="1776085" cy="554420"/>
              </a:xfrm>
              <a:prstGeom prst="rect">
                <a:avLst/>
              </a:prstGeom>
              <a:solidFill>
                <a:srgbClr val="F8F8F8"/>
              </a:solidFill>
              <a:ln>
                <a:solidFill>
                  <a:srgbClr val="F8F8F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1343DD3-F351-45C1-8EF1-7F890B8C9BA2}"/>
                  </a:ext>
                </a:extLst>
              </p:cNvPr>
              <p:cNvGrpSpPr/>
              <p:nvPr/>
            </p:nvGrpSpPr>
            <p:grpSpPr>
              <a:xfrm>
                <a:off x="3105169" y="3955837"/>
                <a:ext cx="1894831" cy="338554"/>
                <a:chOff x="2856035" y="4689140"/>
                <a:chExt cx="1894831" cy="338554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0FEBA7B-BCB8-4EA9-9951-B01553D84234}"/>
                    </a:ext>
                  </a:extLst>
                </p:cNvPr>
                <p:cNvSpPr/>
                <p:nvPr/>
              </p:nvSpPr>
              <p:spPr>
                <a:xfrm>
                  <a:off x="2856035" y="4728866"/>
                  <a:ext cx="396044" cy="288032"/>
                </a:xfrm>
                <a:prstGeom prst="rect">
                  <a:avLst/>
                </a:prstGeom>
                <a:solidFill>
                  <a:srgbClr val="0000FF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0675B8E-5311-4212-BDAB-66623B136E93}"/>
                    </a:ext>
                  </a:extLst>
                </p:cNvPr>
                <p:cNvSpPr txBox="1"/>
                <p:nvPr/>
              </p:nvSpPr>
              <p:spPr>
                <a:xfrm>
                  <a:off x="3347864" y="4689140"/>
                  <a:ext cx="140300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60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rPr>
                    <a:t>Model</a:t>
                  </a:r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p:grp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8D1228-6866-4003-AE9D-D09980172C26}"/>
              </a:ext>
            </a:extLst>
          </p:cNvPr>
          <p:cNvGrpSpPr/>
          <p:nvPr/>
        </p:nvGrpSpPr>
        <p:grpSpPr>
          <a:xfrm>
            <a:off x="7346450" y="3752981"/>
            <a:ext cx="1404644" cy="978090"/>
            <a:chOff x="2724358" y="3739971"/>
            <a:chExt cx="1404644" cy="9780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A98C81E-AC47-4454-AE32-40A11B476DBD}"/>
                </a:ext>
              </a:extLst>
            </p:cNvPr>
            <p:cNvGrpSpPr/>
            <p:nvPr/>
          </p:nvGrpSpPr>
          <p:grpSpPr>
            <a:xfrm>
              <a:off x="2724847" y="3739971"/>
              <a:ext cx="1404155" cy="573690"/>
              <a:chOff x="3075909" y="3955837"/>
              <a:chExt cx="1924091" cy="57369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189B6C2-C34E-4443-8C8F-4E0B7D883332}"/>
                  </a:ext>
                </a:extLst>
              </p:cNvPr>
              <p:cNvSpPr/>
              <p:nvPr/>
            </p:nvSpPr>
            <p:spPr>
              <a:xfrm>
                <a:off x="3075909" y="3975107"/>
                <a:ext cx="1776085" cy="554420"/>
              </a:xfrm>
              <a:prstGeom prst="rect">
                <a:avLst/>
              </a:prstGeom>
              <a:solidFill>
                <a:srgbClr val="F8F8F8"/>
              </a:solidFill>
              <a:ln>
                <a:solidFill>
                  <a:srgbClr val="F8F8F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BEE2320-2EE2-4B25-888A-25BD514CF004}"/>
                  </a:ext>
                </a:extLst>
              </p:cNvPr>
              <p:cNvGrpSpPr/>
              <p:nvPr/>
            </p:nvGrpSpPr>
            <p:grpSpPr>
              <a:xfrm>
                <a:off x="3105169" y="3955837"/>
                <a:ext cx="1894831" cy="338554"/>
                <a:chOff x="2856035" y="4689140"/>
                <a:chExt cx="1894831" cy="338554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4BF7FBFB-B5E3-4055-812D-7C37FF32368E}"/>
                    </a:ext>
                  </a:extLst>
                </p:cNvPr>
                <p:cNvSpPr/>
                <p:nvPr/>
              </p:nvSpPr>
              <p:spPr>
                <a:xfrm>
                  <a:off x="2856035" y="4728866"/>
                  <a:ext cx="396044" cy="28803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1CD2212-34B2-4522-AF16-2926F15890E8}"/>
                    </a:ext>
                  </a:extLst>
                </p:cNvPr>
                <p:cNvSpPr txBox="1"/>
                <p:nvPr/>
              </p:nvSpPr>
              <p:spPr>
                <a:xfrm>
                  <a:off x="3347864" y="4689140"/>
                  <a:ext cx="140300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60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rPr>
                    <a:t>Datasets</a:t>
                  </a:r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87165D7-7A00-4009-B321-581B29A9C8F9}"/>
                </a:ext>
              </a:extLst>
            </p:cNvPr>
            <p:cNvGrpSpPr/>
            <p:nvPr/>
          </p:nvGrpSpPr>
          <p:grpSpPr>
            <a:xfrm>
              <a:off x="2724358" y="4144371"/>
              <a:ext cx="1404155" cy="573690"/>
              <a:chOff x="3075909" y="3955837"/>
              <a:chExt cx="1924091" cy="57369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B6F1EE7-809F-4DE6-9509-4071C221DED7}"/>
                  </a:ext>
                </a:extLst>
              </p:cNvPr>
              <p:cNvSpPr/>
              <p:nvPr/>
            </p:nvSpPr>
            <p:spPr>
              <a:xfrm>
                <a:off x="3075909" y="3975107"/>
                <a:ext cx="1776085" cy="554420"/>
              </a:xfrm>
              <a:prstGeom prst="rect">
                <a:avLst/>
              </a:prstGeom>
              <a:solidFill>
                <a:srgbClr val="F8F8F8"/>
              </a:solidFill>
              <a:ln>
                <a:solidFill>
                  <a:srgbClr val="F8F8F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7A7C811-1945-4D64-ACC3-6488C4F0D85F}"/>
                  </a:ext>
                </a:extLst>
              </p:cNvPr>
              <p:cNvGrpSpPr/>
              <p:nvPr/>
            </p:nvGrpSpPr>
            <p:grpSpPr>
              <a:xfrm>
                <a:off x="3105169" y="3955837"/>
                <a:ext cx="1894831" cy="338554"/>
                <a:chOff x="2856035" y="4689140"/>
                <a:chExt cx="1894831" cy="338554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02D3907-6440-4867-96EB-3F8705C0B033}"/>
                    </a:ext>
                  </a:extLst>
                </p:cNvPr>
                <p:cNvSpPr/>
                <p:nvPr/>
              </p:nvSpPr>
              <p:spPr>
                <a:xfrm>
                  <a:off x="2856035" y="4728866"/>
                  <a:ext cx="396044" cy="288032"/>
                </a:xfrm>
                <a:prstGeom prst="rect">
                  <a:avLst/>
                </a:prstGeom>
                <a:solidFill>
                  <a:srgbClr val="0000FF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279ABE5-B582-478F-BB02-5B0D01C85A1A}"/>
                    </a:ext>
                  </a:extLst>
                </p:cNvPr>
                <p:cNvSpPr txBox="1"/>
                <p:nvPr/>
              </p:nvSpPr>
              <p:spPr>
                <a:xfrm>
                  <a:off x="3347864" y="4689140"/>
                  <a:ext cx="140300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60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rPr>
                    <a:t>Model</a:t>
                  </a:r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7983236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597FB-FECE-4FA5-8045-E5EDD423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Efforts to Reduce Labeling Cost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29250F-6AB9-40BA-8859-E0BCF8C8C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964479"/>
            <a:ext cx="8786874" cy="5408666"/>
          </a:xfrm>
        </p:spPr>
        <p:txBody>
          <a:bodyPr/>
          <a:lstStyle/>
          <a:p>
            <a:r>
              <a:rPr lang="en-US" altLang="ko-KR" sz="2000" dirty="0"/>
              <a:t>Training Deep Learning Model with </a:t>
            </a:r>
            <a:r>
              <a:rPr lang="en-US" altLang="ko-KR" sz="2000" u="sng" dirty="0"/>
              <a:t>Weak or Semi Supervision</a:t>
            </a:r>
            <a:endParaRPr lang="ko-KR" altLang="en-US" sz="2000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64CCD-82BD-4B4F-B497-1CDC2BA0C8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69F57-4A37-4E8C-9D4F-629AF41C9DD2}"/>
              </a:ext>
            </a:extLst>
          </p:cNvPr>
          <p:cNvSpPr txBox="1"/>
          <p:nvPr/>
        </p:nvSpPr>
        <p:spPr>
          <a:xfrm>
            <a:off x="2160550" y="6394967"/>
            <a:ext cx="5076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Different types of object detection settings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9683F-C093-4147-B724-C54B66AD6F2D}"/>
              </a:ext>
            </a:extLst>
          </p:cNvPr>
          <p:cNvSpPr txBox="1"/>
          <p:nvPr/>
        </p:nvSpPr>
        <p:spPr>
          <a:xfrm>
            <a:off x="1297786" y="3821665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Semi-supervision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12DB48-93D0-4BFC-81B0-00BB88CD0689}"/>
              </a:ext>
            </a:extLst>
          </p:cNvPr>
          <p:cNvSpPr txBox="1"/>
          <p:nvPr/>
        </p:nvSpPr>
        <p:spPr>
          <a:xfrm>
            <a:off x="1911714" y="3356993"/>
            <a:ext cx="1437333" cy="28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A7EB60-FA53-4159-90CD-2415DF2633AF}"/>
              </a:ext>
            </a:extLst>
          </p:cNvPr>
          <p:cNvSpPr txBox="1"/>
          <p:nvPr/>
        </p:nvSpPr>
        <p:spPr>
          <a:xfrm>
            <a:off x="1172120" y="5946804"/>
            <a:ext cx="1351011" cy="30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242F3-A87E-4592-BF83-01B7BDAA2A84}"/>
              </a:ext>
            </a:extLst>
          </p:cNvPr>
          <p:cNvSpPr txBox="1"/>
          <p:nvPr/>
        </p:nvSpPr>
        <p:spPr>
          <a:xfrm>
            <a:off x="2616343" y="5958366"/>
            <a:ext cx="1351011" cy="30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Unlabeled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1A604D-23AC-461F-B6BA-33460569EDC4}"/>
              </a:ext>
            </a:extLst>
          </p:cNvPr>
          <p:cNvSpPr txBox="1"/>
          <p:nvPr/>
        </p:nvSpPr>
        <p:spPr>
          <a:xfrm>
            <a:off x="5360309" y="3373090"/>
            <a:ext cx="264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No bounding box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D256C5-70CC-40FE-9E29-713A16242C2C}"/>
              </a:ext>
            </a:extLst>
          </p:cNvPr>
          <p:cNvSpPr txBox="1"/>
          <p:nvPr/>
        </p:nvSpPr>
        <p:spPr>
          <a:xfrm>
            <a:off x="5256076" y="5893056"/>
            <a:ext cx="1437333" cy="28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9C386C-D1C3-4CAD-88D3-80568A5D66AB}"/>
              </a:ext>
            </a:extLst>
          </p:cNvPr>
          <p:cNvSpPr txBox="1"/>
          <p:nvPr/>
        </p:nvSpPr>
        <p:spPr>
          <a:xfrm>
            <a:off x="6455392" y="5903984"/>
            <a:ext cx="195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No bounding box</a:t>
            </a:r>
            <a:endParaRPr lang="ko-KR" altLang="en-US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1342F4-058C-4A83-B59B-C39E4DE47A7B}"/>
              </a:ext>
            </a:extLst>
          </p:cNvPr>
          <p:cNvSpPr txBox="1"/>
          <p:nvPr/>
        </p:nvSpPr>
        <p:spPr>
          <a:xfrm>
            <a:off x="5333471" y="3810768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Weakly Semi-Supervision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162C0E-49B0-4720-A5E9-E3464610CEB7}"/>
              </a:ext>
            </a:extLst>
          </p:cNvPr>
          <p:cNvSpPr txBox="1"/>
          <p:nvPr/>
        </p:nvSpPr>
        <p:spPr>
          <a:xfrm>
            <a:off x="5289947" y="1396837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Weakly-Supervision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8F47C3-B623-4C68-B20B-162A1EAACF37}"/>
              </a:ext>
            </a:extLst>
          </p:cNvPr>
          <p:cNvSpPr txBox="1"/>
          <p:nvPr/>
        </p:nvSpPr>
        <p:spPr>
          <a:xfrm>
            <a:off x="1269975" y="1415460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EE9F559-554C-4719-B40B-5C5DFAEC2978}"/>
              </a:ext>
            </a:extLst>
          </p:cNvPr>
          <p:cNvGrpSpPr/>
          <p:nvPr/>
        </p:nvGrpSpPr>
        <p:grpSpPr>
          <a:xfrm>
            <a:off x="977754" y="4333498"/>
            <a:ext cx="3522238" cy="1496022"/>
            <a:chOff x="4880583" y="3597381"/>
            <a:chExt cx="4104456" cy="1886326"/>
          </a:xfrm>
        </p:grpSpPr>
        <p:pic>
          <p:nvPicPr>
            <p:cNvPr id="52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5D2C8E23-64BC-4458-A981-C3B87CD14D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53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B8588D5B-BB20-4593-9262-20B5EBAAF4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370BFB9-1682-4314-A21B-12C0A4A7B2EA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4E24DB3-D5FE-4E66-B821-8EB047400857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pic>
        <p:nvPicPr>
          <p:cNvPr id="59" name="Picture 4" descr="Organic Pet-Food Recipes: Peanut Butter Treats - The Green Life">
            <a:extLst>
              <a:ext uri="{FF2B5EF4-FFF2-40B4-BE49-F238E27FC236}">
                <a16:creationId xmlns:a16="http://schemas.microsoft.com/office/drawing/2014/main" id="{AF36B432-5F77-4597-9549-22CF35AB7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38" y="1978411"/>
            <a:ext cx="1598395" cy="13392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0" name="Picture 6" descr="National cat and dog food shortage due to pandemic, Brexit and lockdown pet  rise | UK News | Sky News">
            <a:extLst>
              <a:ext uri="{FF2B5EF4-FFF2-40B4-BE49-F238E27FC236}">
                <a16:creationId xmlns:a16="http://schemas.microsoft.com/office/drawing/2014/main" id="{2FDA273F-10A8-470F-9349-7711EBC8BD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9" r="28344" b="18500"/>
          <a:stretch/>
        </p:blipFill>
        <p:spPr bwMode="auto">
          <a:xfrm>
            <a:off x="2470733" y="1982826"/>
            <a:ext cx="1923843" cy="13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1C523AB-67BE-4CE6-BC0A-60EBA228E85F}"/>
              </a:ext>
            </a:extLst>
          </p:cNvPr>
          <p:cNvSpPr txBox="1"/>
          <p:nvPr/>
        </p:nvSpPr>
        <p:spPr>
          <a:xfrm>
            <a:off x="872338" y="1831024"/>
            <a:ext cx="737719" cy="268503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4BEFF3-459B-4BF8-AF59-AB78DFA0DB88}"/>
              </a:ext>
            </a:extLst>
          </p:cNvPr>
          <p:cNvSpPr txBox="1"/>
          <p:nvPr/>
        </p:nvSpPr>
        <p:spPr>
          <a:xfrm>
            <a:off x="1740815" y="2327264"/>
            <a:ext cx="489319" cy="268503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C24584-7ACF-402A-93AE-E1C4B03878EB}"/>
              </a:ext>
            </a:extLst>
          </p:cNvPr>
          <p:cNvSpPr txBox="1"/>
          <p:nvPr/>
        </p:nvSpPr>
        <p:spPr>
          <a:xfrm>
            <a:off x="2635303" y="1932691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C4EFBB-5E01-4C3E-8256-1354F1407449}"/>
              </a:ext>
            </a:extLst>
          </p:cNvPr>
          <p:cNvSpPr txBox="1"/>
          <p:nvPr/>
        </p:nvSpPr>
        <p:spPr>
          <a:xfrm>
            <a:off x="3356040" y="1831024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76" name="Picture 4" descr="Organic Pet-Food Recipes: Peanut Butter Treats - The Green Life">
            <a:extLst>
              <a:ext uri="{FF2B5EF4-FFF2-40B4-BE49-F238E27FC236}">
                <a16:creationId xmlns:a16="http://schemas.microsoft.com/office/drawing/2014/main" id="{FF14859F-CFFC-4BF4-997C-17C2D95E1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338" y="1950576"/>
            <a:ext cx="1598395" cy="13392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7" name="Picture 6" descr="National cat and dog food shortage due to pandemic, Brexit and lockdown pet  rise | UK News | Sky News">
            <a:extLst>
              <a:ext uri="{FF2B5EF4-FFF2-40B4-BE49-F238E27FC236}">
                <a16:creationId xmlns:a16="http://schemas.microsoft.com/office/drawing/2014/main" id="{3DDF2531-A7D2-4369-A676-A5079602C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9" r="28344" b="18500"/>
          <a:stretch/>
        </p:blipFill>
        <p:spPr bwMode="auto">
          <a:xfrm>
            <a:off x="6622733" y="1954991"/>
            <a:ext cx="1923843" cy="13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FFB4255-BCD5-45B0-97E4-FCDEE5E8E943}"/>
              </a:ext>
            </a:extLst>
          </p:cNvPr>
          <p:cNvSpPr txBox="1"/>
          <p:nvPr/>
        </p:nvSpPr>
        <p:spPr>
          <a:xfrm>
            <a:off x="5170067" y="3171325"/>
            <a:ext cx="737719" cy="268503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E17210-009E-4C14-82DA-9B04BE026778}"/>
              </a:ext>
            </a:extLst>
          </p:cNvPr>
          <p:cNvSpPr txBox="1"/>
          <p:nvPr/>
        </p:nvSpPr>
        <p:spPr>
          <a:xfrm>
            <a:off x="5907786" y="3164959"/>
            <a:ext cx="489319" cy="268503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62EA36-13A9-4EA0-AD04-91A427E55FAE}"/>
              </a:ext>
            </a:extLst>
          </p:cNvPr>
          <p:cNvSpPr txBox="1"/>
          <p:nvPr/>
        </p:nvSpPr>
        <p:spPr>
          <a:xfrm>
            <a:off x="6898682" y="3135337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14EB4D-B8CA-4A45-87CE-26C5F49D7763}"/>
              </a:ext>
            </a:extLst>
          </p:cNvPr>
          <p:cNvSpPr txBox="1"/>
          <p:nvPr/>
        </p:nvSpPr>
        <p:spPr>
          <a:xfrm>
            <a:off x="7641294" y="3137996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513BBC9-C05D-4DB7-97CB-C4DAA286BBAC}"/>
              </a:ext>
            </a:extLst>
          </p:cNvPr>
          <p:cNvGrpSpPr/>
          <p:nvPr/>
        </p:nvGrpSpPr>
        <p:grpSpPr>
          <a:xfrm>
            <a:off x="4888534" y="4323155"/>
            <a:ext cx="3522238" cy="1496022"/>
            <a:chOff x="4880583" y="3597381"/>
            <a:chExt cx="4104456" cy="1886326"/>
          </a:xfrm>
        </p:grpSpPr>
        <p:pic>
          <p:nvPicPr>
            <p:cNvPr id="83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FF895761-880A-49C9-AB7A-6317CF1C2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84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63CF063B-098B-43A8-BCED-A817BE836D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87B5C08-6D38-4F9E-A696-15264A8F5723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5783D81-2E34-4C2B-8FF9-4DA24279100A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A0E9F498-F793-2723-C740-C0A964609A2F}"/>
              </a:ext>
            </a:extLst>
          </p:cNvPr>
          <p:cNvSpPr/>
          <p:nvPr/>
        </p:nvSpPr>
        <p:spPr>
          <a:xfrm>
            <a:off x="851466" y="2018938"/>
            <a:ext cx="1000125" cy="1371600"/>
          </a:xfrm>
          <a:custGeom>
            <a:avLst/>
            <a:gdLst>
              <a:gd name="connsiteX0" fmla="*/ 28575 w 1000125"/>
              <a:gd name="connsiteY0" fmla="*/ 1019175 h 1371600"/>
              <a:gd name="connsiteX1" fmla="*/ 190500 w 1000125"/>
              <a:gd name="connsiteY1" fmla="*/ 885825 h 1371600"/>
              <a:gd name="connsiteX2" fmla="*/ 209550 w 1000125"/>
              <a:gd name="connsiteY2" fmla="*/ 828675 h 1371600"/>
              <a:gd name="connsiteX3" fmla="*/ 238125 w 1000125"/>
              <a:gd name="connsiteY3" fmla="*/ 733425 h 1371600"/>
              <a:gd name="connsiteX4" fmla="*/ 266700 w 1000125"/>
              <a:gd name="connsiteY4" fmla="*/ 619125 h 1371600"/>
              <a:gd name="connsiteX5" fmla="*/ 285750 w 1000125"/>
              <a:gd name="connsiteY5" fmla="*/ 514350 h 1371600"/>
              <a:gd name="connsiteX6" fmla="*/ 276225 w 1000125"/>
              <a:gd name="connsiteY6" fmla="*/ 190500 h 1371600"/>
              <a:gd name="connsiteX7" fmla="*/ 247650 w 1000125"/>
              <a:gd name="connsiteY7" fmla="*/ 152400 h 1371600"/>
              <a:gd name="connsiteX8" fmla="*/ 190500 w 1000125"/>
              <a:gd name="connsiteY8" fmla="*/ 66675 h 1371600"/>
              <a:gd name="connsiteX9" fmla="*/ 171450 w 1000125"/>
              <a:gd name="connsiteY9" fmla="*/ 19050 h 1371600"/>
              <a:gd name="connsiteX10" fmla="*/ 200025 w 1000125"/>
              <a:gd name="connsiteY10" fmla="*/ 0 h 1371600"/>
              <a:gd name="connsiteX11" fmla="*/ 504825 w 1000125"/>
              <a:gd name="connsiteY11" fmla="*/ 9525 h 1371600"/>
              <a:gd name="connsiteX12" fmla="*/ 523875 w 1000125"/>
              <a:gd name="connsiteY12" fmla="*/ 57150 h 1371600"/>
              <a:gd name="connsiteX13" fmla="*/ 742950 w 1000125"/>
              <a:gd name="connsiteY13" fmla="*/ 66675 h 1371600"/>
              <a:gd name="connsiteX14" fmla="*/ 914400 w 1000125"/>
              <a:gd name="connsiteY14" fmla="*/ 38100 h 1371600"/>
              <a:gd name="connsiteX15" fmla="*/ 981075 w 1000125"/>
              <a:gd name="connsiteY15" fmla="*/ 85725 h 1371600"/>
              <a:gd name="connsiteX16" fmla="*/ 990600 w 1000125"/>
              <a:gd name="connsiteY16" fmla="*/ 133350 h 1371600"/>
              <a:gd name="connsiteX17" fmla="*/ 1000125 w 1000125"/>
              <a:gd name="connsiteY17" fmla="*/ 161925 h 1371600"/>
              <a:gd name="connsiteX18" fmla="*/ 990600 w 1000125"/>
              <a:gd name="connsiteY18" fmla="*/ 209550 h 1371600"/>
              <a:gd name="connsiteX19" fmla="*/ 962025 w 1000125"/>
              <a:gd name="connsiteY19" fmla="*/ 238125 h 1371600"/>
              <a:gd name="connsiteX20" fmla="*/ 895350 w 1000125"/>
              <a:gd name="connsiteY20" fmla="*/ 276225 h 1371600"/>
              <a:gd name="connsiteX21" fmla="*/ 857250 w 1000125"/>
              <a:gd name="connsiteY21" fmla="*/ 285750 h 1371600"/>
              <a:gd name="connsiteX22" fmla="*/ 828675 w 1000125"/>
              <a:gd name="connsiteY22" fmla="*/ 361950 h 1371600"/>
              <a:gd name="connsiteX23" fmla="*/ 809625 w 1000125"/>
              <a:gd name="connsiteY23" fmla="*/ 476250 h 1371600"/>
              <a:gd name="connsiteX24" fmla="*/ 800100 w 1000125"/>
              <a:gd name="connsiteY24" fmla="*/ 504825 h 1371600"/>
              <a:gd name="connsiteX25" fmla="*/ 790575 w 1000125"/>
              <a:gd name="connsiteY25" fmla="*/ 561975 h 1371600"/>
              <a:gd name="connsiteX26" fmla="*/ 733425 w 1000125"/>
              <a:gd name="connsiteY26" fmla="*/ 685800 h 1371600"/>
              <a:gd name="connsiteX27" fmla="*/ 704850 w 1000125"/>
              <a:gd name="connsiteY27" fmla="*/ 790575 h 1371600"/>
              <a:gd name="connsiteX28" fmla="*/ 733425 w 1000125"/>
              <a:gd name="connsiteY28" fmla="*/ 857250 h 1371600"/>
              <a:gd name="connsiteX29" fmla="*/ 771525 w 1000125"/>
              <a:gd name="connsiteY29" fmla="*/ 933450 h 1371600"/>
              <a:gd name="connsiteX30" fmla="*/ 742950 w 1000125"/>
              <a:gd name="connsiteY30" fmla="*/ 1228725 h 1371600"/>
              <a:gd name="connsiteX31" fmla="*/ 723900 w 1000125"/>
              <a:gd name="connsiteY31" fmla="*/ 1257300 h 1371600"/>
              <a:gd name="connsiteX32" fmla="*/ 685800 w 1000125"/>
              <a:gd name="connsiteY32" fmla="*/ 1295400 h 1371600"/>
              <a:gd name="connsiteX33" fmla="*/ 600075 w 1000125"/>
              <a:gd name="connsiteY33" fmla="*/ 1343025 h 1371600"/>
              <a:gd name="connsiteX34" fmla="*/ 514350 w 1000125"/>
              <a:gd name="connsiteY34" fmla="*/ 1362075 h 1371600"/>
              <a:gd name="connsiteX35" fmla="*/ 361950 w 1000125"/>
              <a:gd name="connsiteY35" fmla="*/ 1371600 h 1371600"/>
              <a:gd name="connsiteX36" fmla="*/ 133350 w 1000125"/>
              <a:gd name="connsiteY36" fmla="*/ 1362075 h 1371600"/>
              <a:gd name="connsiteX37" fmla="*/ 57150 w 1000125"/>
              <a:gd name="connsiteY37" fmla="*/ 1314450 h 1371600"/>
              <a:gd name="connsiteX38" fmla="*/ 0 w 1000125"/>
              <a:gd name="connsiteY38" fmla="*/ 1285875 h 1371600"/>
              <a:gd name="connsiteX39" fmla="*/ 9525 w 1000125"/>
              <a:gd name="connsiteY39" fmla="*/ 1181100 h 1371600"/>
              <a:gd name="connsiteX40" fmla="*/ 38100 w 1000125"/>
              <a:gd name="connsiteY40" fmla="*/ 1152525 h 1371600"/>
              <a:gd name="connsiteX41" fmla="*/ 47625 w 1000125"/>
              <a:gd name="connsiteY41" fmla="*/ 107632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00125" h="1371600">
                <a:moveTo>
                  <a:pt x="28575" y="1019175"/>
                </a:moveTo>
                <a:cubicBezTo>
                  <a:pt x="113290" y="985289"/>
                  <a:pt x="104881" y="995907"/>
                  <a:pt x="190500" y="885825"/>
                </a:cubicBezTo>
                <a:cubicBezTo>
                  <a:pt x="202828" y="869974"/>
                  <a:pt x="203780" y="847909"/>
                  <a:pt x="209550" y="828675"/>
                </a:cubicBezTo>
                <a:cubicBezTo>
                  <a:pt x="252736" y="684723"/>
                  <a:pt x="170773" y="935482"/>
                  <a:pt x="238125" y="733425"/>
                </a:cubicBezTo>
                <a:cubicBezTo>
                  <a:pt x="258241" y="592611"/>
                  <a:pt x="233088" y="731167"/>
                  <a:pt x="266700" y="619125"/>
                </a:cubicBezTo>
                <a:cubicBezTo>
                  <a:pt x="271692" y="602484"/>
                  <a:pt x="283489" y="527916"/>
                  <a:pt x="285750" y="514350"/>
                </a:cubicBezTo>
                <a:cubicBezTo>
                  <a:pt x="282575" y="406400"/>
                  <a:pt x="287531" y="297903"/>
                  <a:pt x="276225" y="190500"/>
                </a:cubicBezTo>
                <a:cubicBezTo>
                  <a:pt x="274563" y="174712"/>
                  <a:pt x="255818" y="166013"/>
                  <a:pt x="247650" y="152400"/>
                </a:cubicBezTo>
                <a:cubicBezTo>
                  <a:pt x="195751" y="65902"/>
                  <a:pt x="245077" y="121252"/>
                  <a:pt x="190500" y="66675"/>
                </a:cubicBezTo>
                <a:cubicBezTo>
                  <a:pt x="184150" y="50800"/>
                  <a:pt x="169032" y="35976"/>
                  <a:pt x="171450" y="19050"/>
                </a:cubicBezTo>
                <a:cubicBezTo>
                  <a:pt x="173069" y="7717"/>
                  <a:pt x="188582" y="327"/>
                  <a:pt x="200025" y="0"/>
                </a:cubicBezTo>
                <a:lnTo>
                  <a:pt x="504825" y="9525"/>
                </a:lnTo>
                <a:cubicBezTo>
                  <a:pt x="511175" y="25400"/>
                  <a:pt x="509868" y="47345"/>
                  <a:pt x="523875" y="57150"/>
                </a:cubicBezTo>
                <a:cubicBezTo>
                  <a:pt x="574475" y="92570"/>
                  <a:pt x="705039" y="69202"/>
                  <a:pt x="742950" y="66675"/>
                </a:cubicBezTo>
                <a:cubicBezTo>
                  <a:pt x="875572" y="22468"/>
                  <a:pt x="817636" y="21973"/>
                  <a:pt x="914400" y="38100"/>
                </a:cubicBezTo>
                <a:cubicBezTo>
                  <a:pt x="937412" y="49606"/>
                  <a:pt x="968203" y="59982"/>
                  <a:pt x="981075" y="85725"/>
                </a:cubicBezTo>
                <a:cubicBezTo>
                  <a:pt x="988315" y="100205"/>
                  <a:pt x="986673" y="117644"/>
                  <a:pt x="990600" y="133350"/>
                </a:cubicBezTo>
                <a:cubicBezTo>
                  <a:pt x="993035" y="143090"/>
                  <a:pt x="996950" y="152400"/>
                  <a:pt x="1000125" y="161925"/>
                </a:cubicBezTo>
                <a:cubicBezTo>
                  <a:pt x="996950" y="177800"/>
                  <a:pt x="997840" y="195070"/>
                  <a:pt x="990600" y="209550"/>
                </a:cubicBezTo>
                <a:cubicBezTo>
                  <a:pt x="984576" y="221598"/>
                  <a:pt x="972373" y="229501"/>
                  <a:pt x="962025" y="238125"/>
                </a:cubicBezTo>
                <a:cubicBezTo>
                  <a:pt x="946951" y="250686"/>
                  <a:pt x="912289" y="269873"/>
                  <a:pt x="895350" y="276225"/>
                </a:cubicBezTo>
                <a:cubicBezTo>
                  <a:pt x="883093" y="280822"/>
                  <a:pt x="869950" y="282575"/>
                  <a:pt x="857250" y="285750"/>
                </a:cubicBezTo>
                <a:cubicBezTo>
                  <a:pt x="847725" y="311150"/>
                  <a:pt x="835254" y="335633"/>
                  <a:pt x="828675" y="361950"/>
                </a:cubicBezTo>
                <a:cubicBezTo>
                  <a:pt x="819307" y="399422"/>
                  <a:pt x="817200" y="438375"/>
                  <a:pt x="809625" y="476250"/>
                </a:cubicBezTo>
                <a:cubicBezTo>
                  <a:pt x="807656" y="486095"/>
                  <a:pt x="802278" y="495024"/>
                  <a:pt x="800100" y="504825"/>
                </a:cubicBezTo>
                <a:cubicBezTo>
                  <a:pt x="795910" y="523678"/>
                  <a:pt x="795657" y="543343"/>
                  <a:pt x="790575" y="561975"/>
                </a:cubicBezTo>
                <a:cubicBezTo>
                  <a:pt x="776577" y="613301"/>
                  <a:pt x="753263" y="631953"/>
                  <a:pt x="733425" y="685800"/>
                </a:cubicBezTo>
                <a:cubicBezTo>
                  <a:pt x="720910" y="719769"/>
                  <a:pt x="714375" y="755650"/>
                  <a:pt x="704850" y="790575"/>
                </a:cubicBezTo>
                <a:cubicBezTo>
                  <a:pt x="714375" y="812800"/>
                  <a:pt x="721846" y="836022"/>
                  <a:pt x="733425" y="857250"/>
                </a:cubicBezTo>
                <a:cubicBezTo>
                  <a:pt x="778261" y="939450"/>
                  <a:pt x="751217" y="852219"/>
                  <a:pt x="771525" y="933450"/>
                </a:cubicBezTo>
                <a:cubicBezTo>
                  <a:pt x="766349" y="1068032"/>
                  <a:pt x="791645" y="1131335"/>
                  <a:pt x="742950" y="1228725"/>
                </a:cubicBezTo>
                <a:cubicBezTo>
                  <a:pt x="737830" y="1238964"/>
                  <a:pt x="731350" y="1248608"/>
                  <a:pt x="723900" y="1257300"/>
                </a:cubicBezTo>
                <a:cubicBezTo>
                  <a:pt x="712211" y="1270937"/>
                  <a:pt x="700567" y="1285177"/>
                  <a:pt x="685800" y="1295400"/>
                </a:cubicBezTo>
                <a:cubicBezTo>
                  <a:pt x="658924" y="1314007"/>
                  <a:pt x="630541" y="1331177"/>
                  <a:pt x="600075" y="1343025"/>
                </a:cubicBezTo>
                <a:cubicBezTo>
                  <a:pt x="572793" y="1353635"/>
                  <a:pt x="543414" y="1358587"/>
                  <a:pt x="514350" y="1362075"/>
                </a:cubicBezTo>
                <a:cubicBezTo>
                  <a:pt x="463813" y="1368139"/>
                  <a:pt x="412750" y="1368425"/>
                  <a:pt x="361950" y="1371600"/>
                </a:cubicBezTo>
                <a:cubicBezTo>
                  <a:pt x="285750" y="1368425"/>
                  <a:pt x="208310" y="1376130"/>
                  <a:pt x="133350" y="1362075"/>
                </a:cubicBezTo>
                <a:cubicBezTo>
                  <a:pt x="103910" y="1356555"/>
                  <a:pt x="83156" y="1329311"/>
                  <a:pt x="57150" y="1314450"/>
                </a:cubicBezTo>
                <a:cubicBezTo>
                  <a:pt x="38658" y="1303883"/>
                  <a:pt x="19050" y="1295400"/>
                  <a:pt x="0" y="1285875"/>
                </a:cubicBezTo>
                <a:cubicBezTo>
                  <a:pt x="3175" y="1250950"/>
                  <a:pt x="-109" y="1214820"/>
                  <a:pt x="9525" y="1181100"/>
                </a:cubicBezTo>
                <a:cubicBezTo>
                  <a:pt x="13226" y="1168148"/>
                  <a:pt x="32076" y="1164573"/>
                  <a:pt x="38100" y="1152525"/>
                </a:cubicBezTo>
                <a:cubicBezTo>
                  <a:pt x="49493" y="1129739"/>
                  <a:pt x="47625" y="1100980"/>
                  <a:pt x="47625" y="1076325"/>
                </a:cubicBezTo>
              </a:path>
            </a:pathLst>
          </a:custGeom>
          <a:solidFill>
            <a:srgbClr val="66FF33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330F4707-2187-8D76-F2EF-FC794086C32C}"/>
              </a:ext>
            </a:extLst>
          </p:cNvPr>
          <p:cNvSpPr/>
          <p:nvPr/>
        </p:nvSpPr>
        <p:spPr>
          <a:xfrm>
            <a:off x="1737525" y="2590747"/>
            <a:ext cx="687937" cy="726893"/>
          </a:xfrm>
          <a:custGeom>
            <a:avLst/>
            <a:gdLst>
              <a:gd name="connsiteX0" fmla="*/ 119137 w 687937"/>
              <a:gd name="connsiteY0" fmla="*/ 123825 h 726893"/>
              <a:gd name="connsiteX1" fmla="*/ 262012 w 687937"/>
              <a:gd name="connsiteY1" fmla="*/ 114300 h 726893"/>
              <a:gd name="connsiteX2" fmla="*/ 309637 w 687937"/>
              <a:gd name="connsiteY2" fmla="*/ 104775 h 726893"/>
              <a:gd name="connsiteX3" fmla="*/ 385837 w 687937"/>
              <a:gd name="connsiteY3" fmla="*/ 95250 h 726893"/>
              <a:gd name="connsiteX4" fmla="*/ 433462 w 687937"/>
              <a:gd name="connsiteY4" fmla="*/ 19050 h 726893"/>
              <a:gd name="connsiteX5" fmla="*/ 471562 w 687937"/>
              <a:gd name="connsiteY5" fmla="*/ 0 h 726893"/>
              <a:gd name="connsiteX6" fmla="*/ 519187 w 687937"/>
              <a:gd name="connsiteY6" fmla="*/ 9525 h 726893"/>
              <a:gd name="connsiteX7" fmla="*/ 509662 w 687937"/>
              <a:gd name="connsiteY7" fmla="*/ 104775 h 726893"/>
              <a:gd name="connsiteX8" fmla="*/ 528712 w 687937"/>
              <a:gd name="connsiteY8" fmla="*/ 238125 h 726893"/>
              <a:gd name="connsiteX9" fmla="*/ 557287 w 687937"/>
              <a:gd name="connsiteY9" fmla="*/ 276225 h 726893"/>
              <a:gd name="connsiteX10" fmla="*/ 604912 w 687937"/>
              <a:gd name="connsiteY10" fmla="*/ 371475 h 726893"/>
              <a:gd name="connsiteX11" fmla="*/ 623962 w 687937"/>
              <a:gd name="connsiteY11" fmla="*/ 409575 h 726893"/>
              <a:gd name="connsiteX12" fmla="*/ 662062 w 687937"/>
              <a:gd name="connsiteY12" fmla="*/ 485775 h 726893"/>
              <a:gd name="connsiteX13" fmla="*/ 671587 w 687937"/>
              <a:gd name="connsiteY13" fmla="*/ 552450 h 726893"/>
              <a:gd name="connsiteX14" fmla="*/ 681112 w 687937"/>
              <a:gd name="connsiteY14" fmla="*/ 590550 h 726893"/>
              <a:gd name="connsiteX15" fmla="*/ 671587 w 687937"/>
              <a:gd name="connsiteY15" fmla="*/ 685800 h 726893"/>
              <a:gd name="connsiteX16" fmla="*/ 338212 w 687937"/>
              <a:gd name="connsiteY16" fmla="*/ 714375 h 726893"/>
              <a:gd name="connsiteX17" fmla="*/ 4837 w 687937"/>
              <a:gd name="connsiteY17" fmla="*/ 533400 h 726893"/>
              <a:gd name="connsiteX18" fmla="*/ 33412 w 687937"/>
              <a:gd name="connsiteY18" fmla="*/ 428625 h 726893"/>
              <a:gd name="connsiteX19" fmla="*/ 14362 w 687937"/>
              <a:gd name="connsiteY19" fmla="*/ 171450 h 726893"/>
              <a:gd name="connsiteX20" fmla="*/ 4837 w 687937"/>
              <a:gd name="connsiteY20" fmla="*/ 123825 h 726893"/>
              <a:gd name="connsiteX21" fmla="*/ 119137 w 687937"/>
              <a:gd name="connsiteY21" fmla="*/ 123825 h 72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87937" h="726893">
                <a:moveTo>
                  <a:pt x="119137" y="123825"/>
                </a:moveTo>
                <a:cubicBezTo>
                  <a:pt x="161999" y="122238"/>
                  <a:pt x="214518" y="119049"/>
                  <a:pt x="262012" y="114300"/>
                </a:cubicBezTo>
                <a:cubicBezTo>
                  <a:pt x="278121" y="112689"/>
                  <a:pt x="293636" y="107237"/>
                  <a:pt x="309637" y="104775"/>
                </a:cubicBezTo>
                <a:cubicBezTo>
                  <a:pt x="334937" y="100883"/>
                  <a:pt x="360437" y="98425"/>
                  <a:pt x="385837" y="95250"/>
                </a:cubicBezTo>
                <a:cubicBezTo>
                  <a:pt x="397924" y="58990"/>
                  <a:pt x="396920" y="51024"/>
                  <a:pt x="433462" y="19050"/>
                </a:cubicBezTo>
                <a:cubicBezTo>
                  <a:pt x="444148" y="9700"/>
                  <a:pt x="458862" y="6350"/>
                  <a:pt x="471562" y="0"/>
                </a:cubicBezTo>
                <a:cubicBezTo>
                  <a:pt x="487437" y="3175"/>
                  <a:pt x="513654" y="-5690"/>
                  <a:pt x="519187" y="9525"/>
                </a:cubicBezTo>
                <a:cubicBezTo>
                  <a:pt x="530091" y="39512"/>
                  <a:pt x="509662" y="72867"/>
                  <a:pt x="509662" y="104775"/>
                </a:cubicBezTo>
                <a:cubicBezTo>
                  <a:pt x="509662" y="107082"/>
                  <a:pt x="519919" y="218340"/>
                  <a:pt x="528712" y="238125"/>
                </a:cubicBezTo>
                <a:cubicBezTo>
                  <a:pt x="535159" y="252632"/>
                  <a:pt x="549411" y="262442"/>
                  <a:pt x="557287" y="276225"/>
                </a:cubicBezTo>
                <a:cubicBezTo>
                  <a:pt x="574899" y="307046"/>
                  <a:pt x="589037" y="339725"/>
                  <a:pt x="604912" y="371475"/>
                </a:cubicBezTo>
                <a:cubicBezTo>
                  <a:pt x="611262" y="384175"/>
                  <a:pt x="616657" y="397399"/>
                  <a:pt x="623962" y="409575"/>
                </a:cubicBezTo>
                <a:cubicBezTo>
                  <a:pt x="657703" y="465809"/>
                  <a:pt x="646683" y="439637"/>
                  <a:pt x="662062" y="485775"/>
                </a:cubicBezTo>
                <a:cubicBezTo>
                  <a:pt x="665237" y="508000"/>
                  <a:pt x="667571" y="530361"/>
                  <a:pt x="671587" y="552450"/>
                </a:cubicBezTo>
                <a:cubicBezTo>
                  <a:pt x="673929" y="565330"/>
                  <a:pt x="681112" y="577459"/>
                  <a:pt x="681112" y="590550"/>
                </a:cubicBezTo>
                <a:cubicBezTo>
                  <a:pt x="681112" y="622458"/>
                  <a:pt x="701599" y="674963"/>
                  <a:pt x="671587" y="685800"/>
                </a:cubicBezTo>
                <a:cubicBezTo>
                  <a:pt x="566685" y="723681"/>
                  <a:pt x="449337" y="704850"/>
                  <a:pt x="338212" y="714375"/>
                </a:cubicBezTo>
                <a:cubicBezTo>
                  <a:pt x="22632" y="705093"/>
                  <a:pt x="-14353" y="811660"/>
                  <a:pt x="4837" y="533400"/>
                </a:cubicBezTo>
                <a:cubicBezTo>
                  <a:pt x="7328" y="497285"/>
                  <a:pt x="23887" y="463550"/>
                  <a:pt x="33412" y="428625"/>
                </a:cubicBezTo>
                <a:cubicBezTo>
                  <a:pt x="27062" y="342900"/>
                  <a:pt x="22386" y="257035"/>
                  <a:pt x="14362" y="171450"/>
                </a:cubicBezTo>
                <a:cubicBezTo>
                  <a:pt x="12851" y="155331"/>
                  <a:pt x="-9643" y="131065"/>
                  <a:pt x="4837" y="123825"/>
                </a:cubicBezTo>
                <a:cubicBezTo>
                  <a:pt x="60926" y="95780"/>
                  <a:pt x="76275" y="125412"/>
                  <a:pt x="119137" y="123825"/>
                </a:cubicBezTo>
                <a:close/>
              </a:path>
            </a:pathLst>
          </a:cu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C5B2849B-A4DF-3BA4-B800-81CFA0E12AE9}"/>
              </a:ext>
            </a:extLst>
          </p:cNvPr>
          <p:cNvSpPr/>
          <p:nvPr/>
        </p:nvSpPr>
        <p:spPr>
          <a:xfrm>
            <a:off x="4863151" y="4602001"/>
            <a:ext cx="1000125" cy="1295506"/>
          </a:xfrm>
          <a:custGeom>
            <a:avLst/>
            <a:gdLst>
              <a:gd name="connsiteX0" fmla="*/ 28575 w 1000125"/>
              <a:gd name="connsiteY0" fmla="*/ 1019175 h 1371600"/>
              <a:gd name="connsiteX1" fmla="*/ 190500 w 1000125"/>
              <a:gd name="connsiteY1" fmla="*/ 885825 h 1371600"/>
              <a:gd name="connsiteX2" fmla="*/ 209550 w 1000125"/>
              <a:gd name="connsiteY2" fmla="*/ 828675 h 1371600"/>
              <a:gd name="connsiteX3" fmla="*/ 238125 w 1000125"/>
              <a:gd name="connsiteY3" fmla="*/ 733425 h 1371600"/>
              <a:gd name="connsiteX4" fmla="*/ 266700 w 1000125"/>
              <a:gd name="connsiteY4" fmla="*/ 619125 h 1371600"/>
              <a:gd name="connsiteX5" fmla="*/ 285750 w 1000125"/>
              <a:gd name="connsiteY5" fmla="*/ 514350 h 1371600"/>
              <a:gd name="connsiteX6" fmla="*/ 276225 w 1000125"/>
              <a:gd name="connsiteY6" fmla="*/ 190500 h 1371600"/>
              <a:gd name="connsiteX7" fmla="*/ 247650 w 1000125"/>
              <a:gd name="connsiteY7" fmla="*/ 152400 h 1371600"/>
              <a:gd name="connsiteX8" fmla="*/ 190500 w 1000125"/>
              <a:gd name="connsiteY8" fmla="*/ 66675 h 1371600"/>
              <a:gd name="connsiteX9" fmla="*/ 171450 w 1000125"/>
              <a:gd name="connsiteY9" fmla="*/ 19050 h 1371600"/>
              <a:gd name="connsiteX10" fmla="*/ 200025 w 1000125"/>
              <a:gd name="connsiteY10" fmla="*/ 0 h 1371600"/>
              <a:gd name="connsiteX11" fmla="*/ 504825 w 1000125"/>
              <a:gd name="connsiteY11" fmla="*/ 9525 h 1371600"/>
              <a:gd name="connsiteX12" fmla="*/ 523875 w 1000125"/>
              <a:gd name="connsiteY12" fmla="*/ 57150 h 1371600"/>
              <a:gd name="connsiteX13" fmla="*/ 742950 w 1000125"/>
              <a:gd name="connsiteY13" fmla="*/ 66675 h 1371600"/>
              <a:gd name="connsiteX14" fmla="*/ 914400 w 1000125"/>
              <a:gd name="connsiteY14" fmla="*/ 38100 h 1371600"/>
              <a:gd name="connsiteX15" fmla="*/ 981075 w 1000125"/>
              <a:gd name="connsiteY15" fmla="*/ 85725 h 1371600"/>
              <a:gd name="connsiteX16" fmla="*/ 990600 w 1000125"/>
              <a:gd name="connsiteY16" fmla="*/ 133350 h 1371600"/>
              <a:gd name="connsiteX17" fmla="*/ 1000125 w 1000125"/>
              <a:gd name="connsiteY17" fmla="*/ 161925 h 1371600"/>
              <a:gd name="connsiteX18" fmla="*/ 990600 w 1000125"/>
              <a:gd name="connsiteY18" fmla="*/ 209550 h 1371600"/>
              <a:gd name="connsiteX19" fmla="*/ 962025 w 1000125"/>
              <a:gd name="connsiteY19" fmla="*/ 238125 h 1371600"/>
              <a:gd name="connsiteX20" fmla="*/ 895350 w 1000125"/>
              <a:gd name="connsiteY20" fmla="*/ 276225 h 1371600"/>
              <a:gd name="connsiteX21" fmla="*/ 857250 w 1000125"/>
              <a:gd name="connsiteY21" fmla="*/ 285750 h 1371600"/>
              <a:gd name="connsiteX22" fmla="*/ 828675 w 1000125"/>
              <a:gd name="connsiteY22" fmla="*/ 361950 h 1371600"/>
              <a:gd name="connsiteX23" fmla="*/ 809625 w 1000125"/>
              <a:gd name="connsiteY23" fmla="*/ 476250 h 1371600"/>
              <a:gd name="connsiteX24" fmla="*/ 800100 w 1000125"/>
              <a:gd name="connsiteY24" fmla="*/ 504825 h 1371600"/>
              <a:gd name="connsiteX25" fmla="*/ 790575 w 1000125"/>
              <a:gd name="connsiteY25" fmla="*/ 561975 h 1371600"/>
              <a:gd name="connsiteX26" fmla="*/ 733425 w 1000125"/>
              <a:gd name="connsiteY26" fmla="*/ 685800 h 1371600"/>
              <a:gd name="connsiteX27" fmla="*/ 704850 w 1000125"/>
              <a:gd name="connsiteY27" fmla="*/ 790575 h 1371600"/>
              <a:gd name="connsiteX28" fmla="*/ 733425 w 1000125"/>
              <a:gd name="connsiteY28" fmla="*/ 857250 h 1371600"/>
              <a:gd name="connsiteX29" fmla="*/ 771525 w 1000125"/>
              <a:gd name="connsiteY29" fmla="*/ 933450 h 1371600"/>
              <a:gd name="connsiteX30" fmla="*/ 742950 w 1000125"/>
              <a:gd name="connsiteY30" fmla="*/ 1228725 h 1371600"/>
              <a:gd name="connsiteX31" fmla="*/ 723900 w 1000125"/>
              <a:gd name="connsiteY31" fmla="*/ 1257300 h 1371600"/>
              <a:gd name="connsiteX32" fmla="*/ 685800 w 1000125"/>
              <a:gd name="connsiteY32" fmla="*/ 1295400 h 1371600"/>
              <a:gd name="connsiteX33" fmla="*/ 600075 w 1000125"/>
              <a:gd name="connsiteY33" fmla="*/ 1343025 h 1371600"/>
              <a:gd name="connsiteX34" fmla="*/ 514350 w 1000125"/>
              <a:gd name="connsiteY34" fmla="*/ 1362075 h 1371600"/>
              <a:gd name="connsiteX35" fmla="*/ 361950 w 1000125"/>
              <a:gd name="connsiteY35" fmla="*/ 1371600 h 1371600"/>
              <a:gd name="connsiteX36" fmla="*/ 133350 w 1000125"/>
              <a:gd name="connsiteY36" fmla="*/ 1362075 h 1371600"/>
              <a:gd name="connsiteX37" fmla="*/ 57150 w 1000125"/>
              <a:gd name="connsiteY37" fmla="*/ 1314450 h 1371600"/>
              <a:gd name="connsiteX38" fmla="*/ 0 w 1000125"/>
              <a:gd name="connsiteY38" fmla="*/ 1285875 h 1371600"/>
              <a:gd name="connsiteX39" fmla="*/ 9525 w 1000125"/>
              <a:gd name="connsiteY39" fmla="*/ 1181100 h 1371600"/>
              <a:gd name="connsiteX40" fmla="*/ 38100 w 1000125"/>
              <a:gd name="connsiteY40" fmla="*/ 1152525 h 1371600"/>
              <a:gd name="connsiteX41" fmla="*/ 47625 w 1000125"/>
              <a:gd name="connsiteY41" fmla="*/ 107632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00125" h="1371600">
                <a:moveTo>
                  <a:pt x="28575" y="1019175"/>
                </a:moveTo>
                <a:cubicBezTo>
                  <a:pt x="113290" y="985289"/>
                  <a:pt x="104881" y="995907"/>
                  <a:pt x="190500" y="885825"/>
                </a:cubicBezTo>
                <a:cubicBezTo>
                  <a:pt x="202828" y="869974"/>
                  <a:pt x="203780" y="847909"/>
                  <a:pt x="209550" y="828675"/>
                </a:cubicBezTo>
                <a:cubicBezTo>
                  <a:pt x="252736" y="684723"/>
                  <a:pt x="170773" y="935482"/>
                  <a:pt x="238125" y="733425"/>
                </a:cubicBezTo>
                <a:cubicBezTo>
                  <a:pt x="258241" y="592611"/>
                  <a:pt x="233088" y="731167"/>
                  <a:pt x="266700" y="619125"/>
                </a:cubicBezTo>
                <a:cubicBezTo>
                  <a:pt x="271692" y="602484"/>
                  <a:pt x="283489" y="527916"/>
                  <a:pt x="285750" y="514350"/>
                </a:cubicBezTo>
                <a:cubicBezTo>
                  <a:pt x="282575" y="406400"/>
                  <a:pt x="287531" y="297903"/>
                  <a:pt x="276225" y="190500"/>
                </a:cubicBezTo>
                <a:cubicBezTo>
                  <a:pt x="274563" y="174712"/>
                  <a:pt x="255818" y="166013"/>
                  <a:pt x="247650" y="152400"/>
                </a:cubicBezTo>
                <a:cubicBezTo>
                  <a:pt x="195751" y="65902"/>
                  <a:pt x="245077" y="121252"/>
                  <a:pt x="190500" y="66675"/>
                </a:cubicBezTo>
                <a:cubicBezTo>
                  <a:pt x="184150" y="50800"/>
                  <a:pt x="169032" y="35976"/>
                  <a:pt x="171450" y="19050"/>
                </a:cubicBezTo>
                <a:cubicBezTo>
                  <a:pt x="173069" y="7717"/>
                  <a:pt x="188582" y="327"/>
                  <a:pt x="200025" y="0"/>
                </a:cubicBezTo>
                <a:lnTo>
                  <a:pt x="504825" y="9525"/>
                </a:lnTo>
                <a:cubicBezTo>
                  <a:pt x="511175" y="25400"/>
                  <a:pt x="509868" y="47345"/>
                  <a:pt x="523875" y="57150"/>
                </a:cubicBezTo>
                <a:cubicBezTo>
                  <a:pt x="574475" y="92570"/>
                  <a:pt x="705039" y="69202"/>
                  <a:pt x="742950" y="66675"/>
                </a:cubicBezTo>
                <a:cubicBezTo>
                  <a:pt x="875572" y="22468"/>
                  <a:pt x="817636" y="21973"/>
                  <a:pt x="914400" y="38100"/>
                </a:cubicBezTo>
                <a:cubicBezTo>
                  <a:pt x="937412" y="49606"/>
                  <a:pt x="968203" y="59982"/>
                  <a:pt x="981075" y="85725"/>
                </a:cubicBezTo>
                <a:cubicBezTo>
                  <a:pt x="988315" y="100205"/>
                  <a:pt x="986673" y="117644"/>
                  <a:pt x="990600" y="133350"/>
                </a:cubicBezTo>
                <a:cubicBezTo>
                  <a:pt x="993035" y="143090"/>
                  <a:pt x="996950" y="152400"/>
                  <a:pt x="1000125" y="161925"/>
                </a:cubicBezTo>
                <a:cubicBezTo>
                  <a:pt x="996950" y="177800"/>
                  <a:pt x="997840" y="195070"/>
                  <a:pt x="990600" y="209550"/>
                </a:cubicBezTo>
                <a:cubicBezTo>
                  <a:pt x="984576" y="221598"/>
                  <a:pt x="972373" y="229501"/>
                  <a:pt x="962025" y="238125"/>
                </a:cubicBezTo>
                <a:cubicBezTo>
                  <a:pt x="946951" y="250686"/>
                  <a:pt x="912289" y="269873"/>
                  <a:pt x="895350" y="276225"/>
                </a:cubicBezTo>
                <a:cubicBezTo>
                  <a:pt x="883093" y="280822"/>
                  <a:pt x="869950" y="282575"/>
                  <a:pt x="857250" y="285750"/>
                </a:cubicBezTo>
                <a:cubicBezTo>
                  <a:pt x="847725" y="311150"/>
                  <a:pt x="835254" y="335633"/>
                  <a:pt x="828675" y="361950"/>
                </a:cubicBezTo>
                <a:cubicBezTo>
                  <a:pt x="819307" y="399422"/>
                  <a:pt x="817200" y="438375"/>
                  <a:pt x="809625" y="476250"/>
                </a:cubicBezTo>
                <a:cubicBezTo>
                  <a:pt x="807656" y="486095"/>
                  <a:pt x="802278" y="495024"/>
                  <a:pt x="800100" y="504825"/>
                </a:cubicBezTo>
                <a:cubicBezTo>
                  <a:pt x="795910" y="523678"/>
                  <a:pt x="795657" y="543343"/>
                  <a:pt x="790575" y="561975"/>
                </a:cubicBezTo>
                <a:cubicBezTo>
                  <a:pt x="776577" y="613301"/>
                  <a:pt x="753263" y="631953"/>
                  <a:pt x="733425" y="685800"/>
                </a:cubicBezTo>
                <a:cubicBezTo>
                  <a:pt x="720910" y="719769"/>
                  <a:pt x="714375" y="755650"/>
                  <a:pt x="704850" y="790575"/>
                </a:cubicBezTo>
                <a:cubicBezTo>
                  <a:pt x="714375" y="812800"/>
                  <a:pt x="721846" y="836022"/>
                  <a:pt x="733425" y="857250"/>
                </a:cubicBezTo>
                <a:cubicBezTo>
                  <a:pt x="778261" y="939450"/>
                  <a:pt x="751217" y="852219"/>
                  <a:pt x="771525" y="933450"/>
                </a:cubicBezTo>
                <a:cubicBezTo>
                  <a:pt x="766349" y="1068032"/>
                  <a:pt x="791645" y="1131335"/>
                  <a:pt x="742950" y="1228725"/>
                </a:cubicBezTo>
                <a:cubicBezTo>
                  <a:pt x="737830" y="1238964"/>
                  <a:pt x="731350" y="1248608"/>
                  <a:pt x="723900" y="1257300"/>
                </a:cubicBezTo>
                <a:cubicBezTo>
                  <a:pt x="712211" y="1270937"/>
                  <a:pt x="700567" y="1285177"/>
                  <a:pt x="685800" y="1295400"/>
                </a:cubicBezTo>
                <a:cubicBezTo>
                  <a:pt x="658924" y="1314007"/>
                  <a:pt x="630541" y="1331177"/>
                  <a:pt x="600075" y="1343025"/>
                </a:cubicBezTo>
                <a:cubicBezTo>
                  <a:pt x="572793" y="1353635"/>
                  <a:pt x="543414" y="1358587"/>
                  <a:pt x="514350" y="1362075"/>
                </a:cubicBezTo>
                <a:cubicBezTo>
                  <a:pt x="463813" y="1368139"/>
                  <a:pt x="412750" y="1368425"/>
                  <a:pt x="361950" y="1371600"/>
                </a:cubicBezTo>
                <a:cubicBezTo>
                  <a:pt x="285750" y="1368425"/>
                  <a:pt x="208310" y="1376130"/>
                  <a:pt x="133350" y="1362075"/>
                </a:cubicBezTo>
                <a:cubicBezTo>
                  <a:pt x="103910" y="1356555"/>
                  <a:pt x="83156" y="1329311"/>
                  <a:pt x="57150" y="1314450"/>
                </a:cubicBezTo>
                <a:cubicBezTo>
                  <a:pt x="38658" y="1303883"/>
                  <a:pt x="19050" y="1295400"/>
                  <a:pt x="0" y="1285875"/>
                </a:cubicBezTo>
                <a:cubicBezTo>
                  <a:pt x="3175" y="1250950"/>
                  <a:pt x="-109" y="1214820"/>
                  <a:pt x="9525" y="1181100"/>
                </a:cubicBezTo>
                <a:cubicBezTo>
                  <a:pt x="13226" y="1168148"/>
                  <a:pt x="32076" y="1164573"/>
                  <a:pt x="38100" y="1152525"/>
                </a:cubicBezTo>
                <a:cubicBezTo>
                  <a:pt x="49493" y="1129739"/>
                  <a:pt x="47625" y="1100980"/>
                  <a:pt x="47625" y="1076325"/>
                </a:cubicBezTo>
              </a:path>
            </a:pathLst>
          </a:custGeom>
          <a:solidFill>
            <a:srgbClr val="66FF33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자유형: 도형 72">
            <a:extLst>
              <a:ext uri="{FF2B5EF4-FFF2-40B4-BE49-F238E27FC236}">
                <a16:creationId xmlns:a16="http://schemas.microsoft.com/office/drawing/2014/main" id="{0348D402-5DCF-0952-EDD0-3C3DDF6766BE}"/>
              </a:ext>
            </a:extLst>
          </p:cNvPr>
          <p:cNvSpPr/>
          <p:nvPr/>
        </p:nvSpPr>
        <p:spPr>
          <a:xfrm>
            <a:off x="5749210" y="5097716"/>
            <a:ext cx="687937" cy="726893"/>
          </a:xfrm>
          <a:custGeom>
            <a:avLst/>
            <a:gdLst>
              <a:gd name="connsiteX0" fmla="*/ 119137 w 687937"/>
              <a:gd name="connsiteY0" fmla="*/ 123825 h 726893"/>
              <a:gd name="connsiteX1" fmla="*/ 262012 w 687937"/>
              <a:gd name="connsiteY1" fmla="*/ 114300 h 726893"/>
              <a:gd name="connsiteX2" fmla="*/ 309637 w 687937"/>
              <a:gd name="connsiteY2" fmla="*/ 104775 h 726893"/>
              <a:gd name="connsiteX3" fmla="*/ 385837 w 687937"/>
              <a:gd name="connsiteY3" fmla="*/ 95250 h 726893"/>
              <a:gd name="connsiteX4" fmla="*/ 433462 w 687937"/>
              <a:gd name="connsiteY4" fmla="*/ 19050 h 726893"/>
              <a:gd name="connsiteX5" fmla="*/ 471562 w 687937"/>
              <a:gd name="connsiteY5" fmla="*/ 0 h 726893"/>
              <a:gd name="connsiteX6" fmla="*/ 519187 w 687937"/>
              <a:gd name="connsiteY6" fmla="*/ 9525 h 726893"/>
              <a:gd name="connsiteX7" fmla="*/ 509662 w 687937"/>
              <a:gd name="connsiteY7" fmla="*/ 104775 h 726893"/>
              <a:gd name="connsiteX8" fmla="*/ 528712 w 687937"/>
              <a:gd name="connsiteY8" fmla="*/ 238125 h 726893"/>
              <a:gd name="connsiteX9" fmla="*/ 557287 w 687937"/>
              <a:gd name="connsiteY9" fmla="*/ 276225 h 726893"/>
              <a:gd name="connsiteX10" fmla="*/ 604912 w 687937"/>
              <a:gd name="connsiteY10" fmla="*/ 371475 h 726893"/>
              <a:gd name="connsiteX11" fmla="*/ 623962 w 687937"/>
              <a:gd name="connsiteY11" fmla="*/ 409575 h 726893"/>
              <a:gd name="connsiteX12" fmla="*/ 662062 w 687937"/>
              <a:gd name="connsiteY12" fmla="*/ 485775 h 726893"/>
              <a:gd name="connsiteX13" fmla="*/ 671587 w 687937"/>
              <a:gd name="connsiteY13" fmla="*/ 552450 h 726893"/>
              <a:gd name="connsiteX14" fmla="*/ 681112 w 687937"/>
              <a:gd name="connsiteY14" fmla="*/ 590550 h 726893"/>
              <a:gd name="connsiteX15" fmla="*/ 671587 w 687937"/>
              <a:gd name="connsiteY15" fmla="*/ 685800 h 726893"/>
              <a:gd name="connsiteX16" fmla="*/ 338212 w 687937"/>
              <a:gd name="connsiteY16" fmla="*/ 714375 h 726893"/>
              <a:gd name="connsiteX17" fmla="*/ 4837 w 687937"/>
              <a:gd name="connsiteY17" fmla="*/ 533400 h 726893"/>
              <a:gd name="connsiteX18" fmla="*/ 33412 w 687937"/>
              <a:gd name="connsiteY18" fmla="*/ 428625 h 726893"/>
              <a:gd name="connsiteX19" fmla="*/ 14362 w 687937"/>
              <a:gd name="connsiteY19" fmla="*/ 171450 h 726893"/>
              <a:gd name="connsiteX20" fmla="*/ 4837 w 687937"/>
              <a:gd name="connsiteY20" fmla="*/ 123825 h 726893"/>
              <a:gd name="connsiteX21" fmla="*/ 119137 w 687937"/>
              <a:gd name="connsiteY21" fmla="*/ 123825 h 72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87937" h="726893">
                <a:moveTo>
                  <a:pt x="119137" y="123825"/>
                </a:moveTo>
                <a:cubicBezTo>
                  <a:pt x="161999" y="122238"/>
                  <a:pt x="214518" y="119049"/>
                  <a:pt x="262012" y="114300"/>
                </a:cubicBezTo>
                <a:cubicBezTo>
                  <a:pt x="278121" y="112689"/>
                  <a:pt x="293636" y="107237"/>
                  <a:pt x="309637" y="104775"/>
                </a:cubicBezTo>
                <a:cubicBezTo>
                  <a:pt x="334937" y="100883"/>
                  <a:pt x="360437" y="98425"/>
                  <a:pt x="385837" y="95250"/>
                </a:cubicBezTo>
                <a:cubicBezTo>
                  <a:pt x="397924" y="58990"/>
                  <a:pt x="396920" y="51024"/>
                  <a:pt x="433462" y="19050"/>
                </a:cubicBezTo>
                <a:cubicBezTo>
                  <a:pt x="444148" y="9700"/>
                  <a:pt x="458862" y="6350"/>
                  <a:pt x="471562" y="0"/>
                </a:cubicBezTo>
                <a:cubicBezTo>
                  <a:pt x="487437" y="3175"/>
                  <a:pt x="513654" y="-5690"/>
                  <a:pt x="519187" y="9525"/>
                </a:cubicBezTo>
                <a:cubicBezTo>
                  <a:pt x="530091" y="39512"/>
                  <a:pt x="509662" y="72867"/>
                  <a:pt x="509662" y="104775"/>
                </a:cubicBezTo>
                <a:cubicBezTo>
                  <a:pt x="509662" y="107082"/>
                  <a:pt x="519919" y="218340"/>
                  <a:pt x="528712" y="238125"/>
                </a:cubicBezTo>
                <a:cubicBezTo>
                  <a:pt x="535159" y="252632"/>
                  <a:pt x="549411" y="262442"/>
                  <a:pt x="557287" y="276225"/>
                </a:cubicBezTo>
                <a:cubicBezTo>
                  <a:pt x="574899" y="307046"/>
                  <a:pt x="589037" y="339725"/>
                  <a:pt x="604912" y="371475"/>
                </a:cubicBezTo>
                <a:cubicBezTo>
                  <a:pt x="611262" y="384175"/>
                  <a:pt x="616657" y="397399"/>
                  <a:pt x="623962" y="409575"/>
                </a:cubicBezTo>
                <a:cubicBezTo>
                  <a:pt x="657703" y="465809"/>
                  <a:pt x="646683" y="439637"/>
                  <a:pt x="662062" y="485775"/>
                </a:cubicBezTo>
                <a:cubicBezTo>
                  <a:pt x="665237" y="508000"/>
                  <a:pt x="667571" y="530361"/>
                  <a:pt x="671587" y="552450"/>
                </a:cubicBezTo>
                <a:cubicBezTo>
                  <a:pt x="673929" y="565330"/>
                  <a:pt x="681112" y="577459"/>
                  <a:pt x="681112" y="590550"/>
                </a:cubicBezTo>
                <a:cubicBezTo>
                  <a:pt x="681112" y="622458"/>
                  <a:pt x="701599" y="674963"/>
                  <a:pt x="671587" y="685800"/>
                </a:cubicBezTo>
                <a:cubicBezTo>
                  <a:pt x="566685" y="723681"/>
                  <a:pt x="449337" y="704850"/>
                  <a:pt x="338212" y="714375"/>
                </a:cubicBezTo>
                <a:cubicBezTo>
                  <a:pt x="22632" y="705093"/>
                  <a:pt x="-14353" y="811660"/>
                  <a:pt x="4837" y="533400"/>
                </a:cubicBezTo>
                <a:cubicBezTo>
                  <a:pt x="7328" y="497285"/>
                  <a:pt x="23887" y="463550"/>
                  <a:pt x="33412" y="428625"/>
                </a:cubicBezTo>
                <a:cubicBezTo>
                  <a:pt x="27062" y="342900"/>
                  <a:pt x="22386" y="257035"/>
                  <a:pt x="14362" y="171450"/>
                </a:cubicBezTo>
                <a:cubicBezTo>
                  <a:pt x="12851" y="155331"/>
                  <a:pt x="-9643" y="131065"/>
                  <a:pt x="4837" y="123825"/>
                </a:cubicBezTo>
                <a:cubicBezTo>
                  <a:pt x="60926" y="95780"/>
                  <a:pt x="76275" y="125412"/>
                  <a:pt x="119137" y="123825"/>
                </a:cubicBezTo>
                <a:close/>
              </a:path>
            </a:pathLst>
          </a:cu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자유형: 도형 73">
            <a:extLst>
              <a:ext uri="{FF2B5EF4-FFF2-40B4-BE49-F238E27FC236}">
                <a16:creationId xmlns:a16="http://schemas.microsoft.com/office/drawing/2014/main" id="{5432FA24-6267-4413-612F-0495B86A3376}"/>
              </a:ext>
            </a:extLst>
          </p:cNvPr>
          <p:cNvSpPr/>
          <p:nvPr/>
        </p:nvSpPr>
        <p:spPr>
          <a:xfrm>
            <a:off x="965532" y="4583123"/>
            <a:ext cx="1000125" cy="1295506"/>
          </a:xfrm>
          <a:custGeom>
            <a:avLst/>
            <a:gdLst>
              <a:gd name="connsiteX0" fmla="*/ 28575 w 1000125"/>
              <a:gd name="connsiteY0" fmla="*/ 1019175 h 1371600"/>
              <a:gd name="connsiteX1" fmla="*/ 190500 w 1000125"/>
              <a:gd name="connsiteY1" fmla="*/ 885825 h 1371600"/>
              <a:gd name="connsiteX2" fmla="*/ 209550 w 1000125"/>
              <a:gd name="connsiteY2" fmla="*/ 828675 h 1371600"/>
              <a:gd name="connsiteX3" fmla="*/ 238125 w 1000125"/>
              <a:gd name="connsiteY3" fmla="*/ 733425 h 1371600"/>
              <a:gd name="connsiteX4" fmla="*/ 266700 w 1000125"/>
              <a:gd name="connsiteY4" fmla="*/ 619125 h 1371600"/>
              <a:gd name="connsiteX5" fmla="*/ 285750 w 1000125"/>
              <a:gd name="connsiteY5" fmla="*/ 514350 h 1371600"/>
              <a:gd name="connsiteX6" fmla="*/ 276225 w 1000125"/>
              <a:gd name="connsiteY6" fmla="*/ 190500 h 1371600"/>
              <a:gd name="connsiteX7" fmla="*/ 247650 w 1000125"/>
              <a:gd name="connsiteY7" fmla="*/ 152400 h 1371600"/>
              <a:gd name="connsiteX8" fmla="*/ 190500 w 1000125"/>
              <a:gd name="connsiteY8" fmla="*/ 66675 h 1371600"/>
              <a:gd name="connsiteX9" fmla="*/ 171450 w 1000125"/>
              <a:gd name="connsiteY9" fmla="*/ 19050 h 1371600"/>
              <a:gd name="connsiteX10" fmla="*/ 200025 w 1000125"/>
              <a:gd name="connsiteY10" fmla="*/ 0 h 1371600"/>
              <a:gd name="connsiteX11" fmla="*/ 504825 w 1000125"/>
              <a:gd name="connsiteY11" fmla="*/ 9525 h 1371600"/>
              <a:gd name="connsiteX12" fmla="*/ 523875 w 1000125"/>
              <a:gd name="connsiteY12" fmla="*/ 57150 h 1371600"/>
              <a:gd name="connsiteX13" fmla="*/ 742950 w 1000125"/>
              <a:gd name="connsiteY13" fmla="*/ 66675 h 1371600"/>
              <a:gd name="connsiteX14" fmla="*/ 914400 w 1000125"/>
              <a:gd name="connsiteY14" fmla="*/ 38100 h 1371600"/>
              <a:gd name="connsiteX15" fmla="*/ 981075 w 1000125"/>
              <a:gd name="connsiteY15" fmla="*/ 85725 h 1371600"/>
              <a:gd name="connsiteX16" fmla="*/ 990600 w 1000125"/>
              <a:gd name="connsiteY16" fmla="*/ 133350 h 1371600"/>
              <a:gd name="connsiteX17" fmla="*/ 1000125 w 1000125"/>
              <a:gd name="connsiteY17" fmla="*/ 161925 h 1371600"/>
              <a:gd name="connsiteX18" fmla="*/ 990600 w 1000125"/>
              <a:gd name="connsiteY18" fmla="*/ 209550 h 1371600"/>
              <a:gd name="connsiteX19" fmla="*/ 962025 w 1000125"/>
              <a:gd name="connsiteY19" fmla="*/ 238125 h 1371600"/>
              <a:gd name="connsiteX20" fmla="*/ 895350 w 1000125"/>
              <a:gd name="connsiteY20" fmla="*/ 276225 h 1371600"/>
              <a:gd name="connsiteX21" fmla="*/ 857250 w 1000125"/>
              <a:gd name="connsiteY21" fmla="*/ 285750 h 1371600"/>
              <a:gd name="connsiteX22" fmla="*/ 828675 w 1000125"/>
              <a:gd name="connsiteY22" fmla="*/ 361950 h 1371600"/>
              <a:gd name="connsiteX23" fmla="*/ 809625 w 1000125"/>
              <a:gd name="connsiteY23" fmla="*/ 476250 h 1371600"/>
              <a:gd name="connsiteX24" fmla="*/ 800100 w 1000125"/>
              <a:gd name="connsiteY24" fmla="*/ 504825 h 1371600"/>
              <a:gd name="connsiteX25" fmla="*/ 790575 w 1000125"/>
              <a:gd name="connsiteY25" fmla="*/ 561975 h 1371600"/>
              <a:gd name="connsiteX26" fmla="*/ 733425 w 1000125"/>
              <a:gd name="connsiteY26" fmla="*/ 685800 h 1371600"/>
              <a:gd name="connsiteX27" fmla="*/ 704850 w 1000125"/>
              <a:gd name="connsiteY27" fmla="*/ 790575 h 1371600"/>
              <a:gd name="connsiteX28" fmla="*/ 733425 w 1000125"/>
              <a:gd name="connsiteY28" fmla="*/ 857250 h 1371600"/>
              <a:gd name="connsiteX29" fmla="*/ 771525 w 1000125"/>
              <a:gd name="connsiteY29" fmla="*/ 933450 h 1371600"/>
              <a:gd name="connsiteX30" fmla="*/ 742950 w 1000125"/>
              <a:gd name="connsiteY30" fmla="*/ 1228725 h 1371600"/>
              <a:gd name="connsiteX31" fmla="*/ 723900 w 1000125"/>
              <a:gd name="connsiteY31" fmla="*/ 1257300 h 1371600"/>
              <a:gd name="connsiteX32" fmla="*/ 685800 w 1000125"/>
              <a:gd name="connsiteY32" fmla="*/ 1295400 h 1371600"/>
              <a:gd name="connsiteX33" fmla="*/ 600075 w 1000125"/>
              <a:gd name="connsiteY33" fmla="*/ 1343025 h 1371600"/>
              <a:gd name="connsiteX34" fmla="*/ 514350 w 1000125"/>
              <a:gd name="connsiteY34" fmla="*/ 1362075 h 1371600"/>
              <a:gd name="connsiteX35" fmla="*/ 361950 w 1000125"/>
              <a:gd name="connsiteY35" fmla="*/ 1371600 h 1371600"/>
              <a:gd name="connsiteX36" fmla="*/ 133350 w 1000125"/>
              <a:gd name="connsiteY36" fmla="*/ 1362075 h 1371600"/>
              <a:gd name="connsiteX37" fmla="*/ 57150 w 1000125"/>
              <a:gd name="connsiteY37" fmla="*/ 1314450 h 1371600"/>
              <a:gd name="connsiteX38" fmla="*/ 0 w 1000125"/>
              <a:gd name="connsiteY38" fmla="*/ 1285875 h 1371600"/>
              <a:gd name="connsiteX39" fmla="*/ 9525 w 1000125"/>
              <a:gd name="connsiteY39" fmla="*/ 1181100 h 1371600"/>
              <a:gd name="connsiteX40" fmla="*/ 38100 w 1000125"/>
              <a:gd name="connsiteY40" fmla="*/ 1152525 h 1371600"/>
              <a:gd name="connsiteX41" fmla="*/ 47625 w 1000125"/>
              <a:gd name="connsiteY41" fmla="*/ 107632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00125" h="1371600">
                <a:moveTo>
                  <a:pt x="28575" y="1019175"/>
                </a:moveTo>
                <a:cubicBezTo>
                  <a:pt x="113290" y="985289"/>
                  <a:pt x="104881" y="995907"/>
                  <a:pt x="190500" y="885825"/>
                </a:cubicBezTo>
                <a:cubicBezTo>
                  <a:pt x="202828" y="869974"/>
                  <a:pt x="203780" y="847909"/>
                  <a:pt x="209550" y="828675"/>
                </a:cubicBezTo>
                <a:cubicBezTo>
                  <a:pt x="252736" y="684723"/>
                  <a:pt x="170773" y="935482"/>
                  <a:pt x="238125" y="733425"/>
                </a:cubicBezTo>
                <a:cubicBezTo>
                  <a:pt x="258241" y="592611"/>
                  <a:pt x="233088" y="731167"/>
                  <a:pt x="266700" y="619125"/>
                </a:cubicBezTo>
                <a:cubicBezTo>
                  <a:pt x="271692" y="602484"/>
                  <a:pt x="283489" y="527916"/>
                  <a:pt x="285750" y="514350"/>
                </a:cubicBezTo>
                <a:cubicBezTo>
                  <a:pt x="282575" y="406400"/>
                  <a:pt x="287531" y="297903"/>
                  <a:pt x="276225" y="190500"/>
                </a:cubicBezTo>
                <a:cubicBezTo>
                  <a:pt x="274563" y="174712"/>
                  <a:pt x="255818" y="166013"/>
                  <a:pt x="247650" y="152400"/>
                </a:cubicBezTo>
                <a:cubicBezTo>
                  <a:pt x="195751" y="65902"/>
                  <a:pt x="245077" y="121252"/>
                  <a:pt x="190500" y="66675"/>
                </a:cubicBezTo>
                <a:cubicBezTo>
                  <a:pt x="184150" y="50800"/>
                  <a:pt x="169032" y="35976"/>
                  <a:pt x="171450" y="19050"/>
                </a:cubicBezTo>
                <a:cubicBezTo>
                  <a:pt x="173069" y="7717"/>
                  <a:pt x="188582" y="327"/>
                  <a:pt x="200025" y="0"/>
                </a:cubicBezTo>
                <a:lnTo>
                  <a:pt x="504825" y="9525"/>
                </a:lnTo>
                <a:cubicBezTo>
                  <a:pt x="511175" y="25400"/>
                  <a:pt x="509868" y="47345"/>
                  <a:pt x="523875" y="57150"/>
                </a:cubicBezTo>
                <a:cubicBezTo>
                  <a:pt x="574475" y="92570"/>
                  <a:pt x="705039" y="69202"/>
                  <a:pt x="742950" y="66675"/>
                </a:cubicBezTo>
                <a:cubicBezTo>
                  <a:pt x="875572" y="22468"/>
                  <a:pt x="817636" y="21973"/>
                  <a:pt x="914400" y="38100"/>
                </a:cubicBezTo>
                <a:cubicBezTo>
                  <a:pt x="937412" y="49606"/>
                  <a:pt x="968203" y="59982"/>
                  <a:pt x="981075" y="85725"/>
                </a:cubicBezTo>
                <a:cubicBezTo>
                  <a:pt x="988315" y="100205"/>
                  <a:pt x="986673" y="117644"/>
                  <a:pt x="990600" y="133350"/>
                </a:cubicBezTo>
                <a:cubicBezTo>
                  <a:pt x="993035" y="143090"/>
                  <a:pt x="996950" y="152400"/>
                  <a:pt x="1000125" y="161925"/>
                </a:cubicBezTo>
                <a:cubicBezTo>
                  <a:pt x="996950" y="177800"/>
                  <a:pt x="997840" y="195070"/>
                  <a:pt x="990600" y="209550"/>
                </a:cubicBezTo>
                <a:cubicBezTo>
                  <a:pt x="984576" y="221598"/>
                  <a:pt x="972373" y="229501"/>
                  <a:pt x="962025" y="238125"/>
                </a:cubicBezTo>
                <a:cubicBezTo>
                  <a:pt x="946951" y="250686"/>
                  <a:pt x="912289" y="269873"/>
                  <a:pt x="895350" y="276225"/>
                </a:cubicBezTo>
                <a:cubicBezTo>
                  <a:pt x="883093" y="280822"/>
                  <a:pt x="869950" y="282575"/>
                  <a:pt x="857250" y="285750"/>
                </a:cubicBezTo>
                <a:cubicBezTo>
                  <a:pt x="847725" y="311150"/>
                  <a:pt x="835254" y="335633"/>
                  <a:pt x="828675" y="361950"/>
                </a:cubicBezTo>
                <a:cubicBezTo>
                  <a:pt x="819307" y="399422"/>
                  <a:pt x="817200" y="438375"/>
                  <a:pt x="809625" y="476250"/>
                </a:cubicBezTo>
                <a:cubicBezTo>
                  <a:pt x="807656" y="486095"/>
                  <a:pt x="802278" y="495024"/>
                  <a:pt x="800100" y="504825"/>
                </a:cubicBezTo>
                <a:cubicBezTo>
                  <a:pt x="795910" y="523678"/>
                  <a:pt x="795657" y="543343"/>
                  <a:pt x="790575" y="561975"/>
                </a:cubicBezTo>
                <a:cubicBezTo>
                  <a:pt x="776577" y="613301"/>
                  <a:pt x="753263" y="631953"/>
                  <a:pt x="733425" y="685800"/>
                </a:cubicBezTo>
                <a:cubicBezTo>
                  <a:pt x="720910" y="719769"/>
                  <a:pt x="714375" y="755650"/>
                  <a:pt x="704850" y="790575"/>
                </a:cubicBezTo>
                <a:cubicBezTo>
                  <a:pt x="714375" y="812800"/>
                  <a:pt x="721846" y="836022"/>
                  <a:pt x="733425" y="857250"/>
                </a:cubicBezTo>
                <a:cubicBezTo>
                  <a:pt x="778261" y="939450"/>
                  <a:pt x="751217" y="852219"/>
                  <a:pt x="771525" y="933450"/>
                </a:cubicBezTo>
                <a:cubicBezTo>
                  <a:pt x="766349" y="1068032"/>
                  <a:pt x="791645" y="1131335"/>
                  <a:pt x="742950" y="1228725"/>
                </a:cubicBezTo>
                <a:cubicBezTo>
                  <a:pt x="737830" y="1238964"/>
                  <a:pt x="731350" y="1248608"/>
                  <a:pt x="723900" y="1257300"/>
                </a:cubicBezTo>
                <a:cubicBezTo>
                  <a:pt x="712211" y="1270937"/>
                  <a:pt x="700567" y="1285177"/>
                  <a:pt x="685800" y="1295400"/>
                </a:cubicBezTo>
                <a:cubicBezTo>
                  <a:pt x="658924" y="1314007"/>
                  <a:pt x="630541" y="1331177"/>
                  <a:pt x="600075" y="1343025"/>
                </a:cubicBezTo>
                <a:cubicBezTo>
                  <a:pt x="572793" y="1353635"/>
                  <a:pt x="543414" y="1358587"/>
                  <a:pt x="514350" y="1362075"/>
                </a:cubicBezTo>
                <a:cubicBezTo>
                  <a:pt x="463813" y="1368139"/>
                  <a:pt x="412750" y="1368425"/>
                  <a:pt x="361950" y="1371600"/>
                </a:cubicBezTo>
                <a:cubicBezTo>
                  <a:pt x="285750" y="1368425"/>
                  <a:pt x="208310" y="1376130"/>
                  <a:pt x="133350" y="1362075"/>
                </a:cubicBezTo>
                <a:cubicBezTo>
                  <a:pt x="103910" y="1356555"/>
                  <a:pt x="83156" y="1329311"/>
                  <a:pt x="57150" y="1314450"/>
                </a:cubicBezTo>
                <a:cubicBezTo>
                  <a:pt x="38658" y="1303883"/>
                  <a:pt x="19050" y="1295400"/>
                  <a:pt x="0" y="1285875"/>
                </a:cubicBezTo>
                <a:cubicBezTo>
                  <a:pt x="3175" y="1250950"/>
                  <a:pt x="-109" y="1214820"/>
                  <a:pt x="9525" y="1181100"/>
                </a:cubicBezTo>
                <a:cubicBezTo>
                  <a:pt x="13226" y="1168148"/>
                  <a:pt x="32076" y="1164573"/>
                  <a:pt x="38100" y="1152525"/>
                </a:cubicBezTo>
                <a:cubicBezTo>
                  <a:pt x="49493" y="1129739"/>
                  <a:pt x="47625" y="1100980"/>
                  <a:pt x="47625" y="1076325"/>
                </a:cubicBezTo>
              </a:path>
            </a:pathLst>
          </a:custGeom>
          <a:solidFill>
            <a:srgbClr val="66FF33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D5902F5E-4D51-6688-BAFE-8C1D02B77120}"/>
              </a:ext>
            </a:extLst>
          </p:cNvPr>
          <p:cNvSpPr/>
          <p:nvPr/>
        </p:nvSpPr>
        <p:spPr>
          <a:xfrm>
            <a:off x="1851591" y="5078838"/>
            <a:ext cx="687937" cy="726893"/>
          </a:xfrm>
          <a:custGeom>
            <a:avLst/>
            <a:gdLst>
              <a:gd name="connsiteX0" fmla="*/ 119137 w 687937"/>
              <a:gd name="connsiteY0" fmla="*/ 123825 h 726893"/>
              <a:gd name="connsiteX1" fmla="*/ 262012 w 687937"/>
              <a:gd name="connsiteY1" fmla="*/ 114300 h 726893"/>
              <a:gd name="connsiteX2" fmla="*/ 309637 w 687937"/>
              <a:gd name="connsiteY2" fmla="*/ 104775 h 726893"/>
              <a:gd name="connsiteX3" fmla="*/ 385837 w 687937"/>
              <a:gd name="connsiteY3" fmla="*/ 95250 h 726893"/>
              <a:gd name="connsiteX4" fmla="*/ 433462 w 687937"/>
              <a:gd name="connsiteY4" fmla="*/ 19050 h 726893"/>
              <a:gd name="connsiteX5" fmla="*/ 471562 w 687937"/>
              <a:gd name="connsiteY5" fmla="*/ 0 h 726893"/>
              <a:gd name="connsiteX6" fmla="*/ 519187 w 687937"/>
              <a:gd name="connsiteY6" fmla="*/ 9525 h 726893"/>
              <a:gd name="connsiteX7" fmla="*/ 509662 w 687937"/>
              <a:gd name="connsiteY7" fmla="*/ 104775 h 726893"/>
              <a:gd name="connsiteX8" fmla="*/ 528712 w 687937"/>
              <a:gd name="connsiteY8" fmla="*/ 238125 h 726893"/>
              <a:gd name="connsiteX9" fmla="*/ 557287 w 687937"/>
              <a:gd name="connsiteY9" fmla="*/ 276225 h 726893"/>
              <a:gd name="connsiteX10" fmla="*/ 604912 w 687937"/>
              <a:gd name="connsiteY10" fmla="*/ 371475 h 726893"/>
              <a:gd name="connsiteX11" fmla="*/ 623962 w 687937"/>
              <a:gd name="connsiteY11" fmla="*/ 409575 h 726893"/>
              <a:gd name="connsiteX12" fmla="*/ 662062 w 687937"/>
              <a:gd name="connsiteY12" fmla="*/ 485775 h 726893"/>
              <a:gd name="connsiteX13" fmla="*/ 671587 w 687937"/>
              <a:gd name="connsiteY13" fmla="*/ 552450 h 726893"/>
              <a:gd name="connsiteX14" fmla="*/ 681112 w 687937"/>
              <a:gd name="connsiteY14" fmla="*/ 590550 h 726893"/>
              <a:gd name="connsiteX15" fmla="*/ 671587 w 687937"/>
              <a:gd name="connsiteY15" fmla="*/ 685800 h 726893"/>
              <a:gd name="connsiteX16" fmla="*/ 338212 w 687937"/>
              <a:gd name="connsiteY16" fmla="*/ 714375 h 726893"/>
              <a:gd name="connsiteX17" fmla="*/ 4837 w 687937"/>
              <a:gd name="connsiteY17" fmla="*/ 533400 h 726893"/>
              <a:gd name="connsiteX18" fmla="*/ 33412 w 687937"/>
              <a:gd name="connsiteY18" fmla="*/ 428625 h 726893"/>
              <a:gd name="connsiteX19" fmla="*/ 14362 w 687937"/>
              <a:gd name="connsiteY19" fmla="*/ 171450 h 726893"/>
              <a:gd name="connsiteX20" fmla="*/ 4837 w 687937"/>
              <a:gd name="connsiteY20" fmla="*/ 123825 h 726893"/>
              <a:gd name="connsiteX21" fmla="*/ 119137 w 687937"/>
              <a:gd name="connsiteY21" fmla="*/ 123825 h 72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87937" h="726893">
                <a:moveTo>
                  <a:pt x="119137" y="123825"/>
                </a:moveTo>
                <a:cubicBezTo>
                  <a:pt x="161999" y="122238"/>
                  <a:pt x="214518" y="119049"/>
                  <a:pt x="262012" y="114300"/>
                </a:cubicBezTo>
                <a:cubicBezTo>
                  <a:pt x="278121" y="112689"/>
                  <a:pt x="293636" y="107237"/>
                  <a:pt x="309637" y="104775"/>
                </a:cubicBezTo>
                <a:cubicBezTo>
                  <a:pt x="334937" y="100883"/>
                  <a:pt x="360437" y="98425"/>
                  <a:pt x="385837" y="95250"/>
                </a:cubicBezTo>
                <a:cubicBezTo>
                  <a:pt x="397924" y="58990"/>
                  <a:pt x="396920" y="51024"/>
                  <a:pt x="433462" y="19050"/>
                </a:cubicBezTo>
                <a:cubicBezTo>
                  <a:pt x="444148" y="9700"/>
                  <a:pt x="458862" y="6350"/>
                  <a:pt x="471562" y="0"/>
                </a:cubicBezTo>
                <a:cubicBezTo>
                  <a:pt x="487437" y="3175"/>
                  <a:pt x="513654" y="-5690"/>
                  <a:pt x="519187" y="9525"/>
                </a:cubicBezTo>
                <a:cubicBezTo>
                  <a:pt x="530091" y="39512"/>
                  <a:pt x="509662" y="72867"/>
                  <a:pt x="509662" y="104775"/>
                </a:cubicBezTo>
                <a:cubicBezTo>
                  <a:pt x="509662" y="107082"/>
                  <a:pt x="519919" y="218340"/>
                  <a:pt x="528712" y="238125"/>
                </a:cubicBezTo>
                <a:cubicBezTo>
                  <a:pt x="535159" y="252632"/>
                  <a:pt x="549411" y="262442"/>
                  <a:pt x="557287" y="276225"/>
                </a:cubicBezTo>
                <a:cubicBezTo>
                  <a:pt x="574899" y="307046"/>
                  <a:pt x="589037" y="339725"/>
                  <a:pt x="604912" y="371475"/>
                </a:cubicBezTo>
                <a:cubicBezTo>
                  <a:pt x="611262" y="384175"/>
                  <a:pt x="616657" y="397399"/>
                  <a:pt x="623962" y="409575"/>
                </a:cubicBezTo>
                <a:cubicBezTo>
                  <a:pt x="657703" y="465809"/>
                  <a:pt x="646683" y="439637"/>
                  <a:pt x="662062" y="485775"/>
                </a:cubicBezTo>
                <a:cubicBezTo>
                  <a:pt x="665237" y="508000"/>
                  <a:pt x="667571" y="530361"/>
                  <a:pt x="671587" y="552450"/>
                </a:cubicBezTo>
                <a:cubicBezTo>
                  <a:pt x="673929" y="565330"/>
                  <a:pt x="681112" y="577459"/>
                  <a:pt x="681112" y="590550"/>
                </a:cubicBezTo>
                <a:cubicBezTo>
                  <a:pt x="681112" y="622458"/>
                  <a:pt x="701599" y="674963"/>
                  <a:pt x="671587" y="685800"/>
                </a:cubicBezTo>
                <a:cubicBezTo>
                  <a:pt x="566685" y="723681"/>
                  <a:pt x="449337" y="704850"/>
                  <a:pt x="338212" y="714375"/>
                </a:cubicBezTo>
                <a:cubicBezTo>
                  <a:pt x="22632" y="705093"/>
                  <a:pt x="-14353" y="811660"/>
                  <a:pt x="4837" y="533400"/>
                </a:cubicBezTo>
                <a:cubicBezTo>
                  <a:pt x="7328" y="497285"/>
                  <a:pt x="23887" y="463550"/>
                  <a:pt x="33412" y="428625"/>
                </a:cubicBezTo>
                <a:cubicBezTo>
                  <a:pt x="27062" y="342900"/>
                  <a:pt x="22386" y="257035"/>
                  <a:pt x="14362" y="171450"/>
                </a:cubicBezTo>
                <a:cubicBezTo>
                  <a:pt x="12851" y="155331"/>
                  <a:pt x="-9643" y="131065"/>
                  <a:pt x="4837" y="123825"/>
                </a:cubicBezTo>
                <a:cubicBezTo>
                  <a:pt x="60926" y="95780"/>
                  <a:pt x="76275" y="125412"/>
                  <a:pt x="119137" y="123825"/>
                </a:cubicBezTo>
                <a:close/>
              </a:path>
            </a:pathLst>
          </a:cu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A5B2164F-2AAA-73AB-68B9-64FD2C01689E}"/>
              </a:ext>
            </a:extLst>
          </p:cNvPr>
          <p:cNvSpPr/>
          <p:nvPr/>
        </p:nvSpPr>
        <p:spPr>
          <a:xfrm>
            <a:off x="2469466" y="2217969"/>
            <a:ext cx="916258" cy="1163473"/>
          </a:xfrm>
          <a:custGeom>
            <a:avLst/>
            <a:gdLst>
              <a:gd name="connsiteX0" fmla="*/ 7034 w 916258"/>
              <a:gd name="connsiteY0" fmla="*/ 687156 h 1163473"/>
              <a:gd name="connsiteX1" fmla="*/ 168959 w 916258"/>
              <a:gd name="connsiteY1" fmla="*/ 496656 h 1163473"/>
              <a:gd name="connsiteX2" fmla="*/ 207059 w 916258"/>
              <a:gd name="connsiteY2" fmla="*/ 420456 h 1163473"/>
              <a:gd name="connsiteX3" fmla="*/ 302309 w 916258"/>
              <a:gd name="connsiteY3" fmla="*/ 372831 h 1163473"/>
              <a:gd name="connsiteX4" fmla="*/ 426134 w 916258"/>
              <a:gd name="connsiteY4" fmla="*/ 239481 h 1163473"/>
              <a:gd name="connsiteX5" fmla="*/ 454709 w 916258"/>
              <a:gd name="connsiteY5" fmla="*/ 182331 h 1163473"/>
              <a:gd name="connsiteX6" fmla="*/ 530909 w 916258"/>
              <a:gd name="connsiteY6" fmla="*/ 153756 h 1163473"/>
              <a:gd name="connsiteX7" fmla="*/ 511859 w 916258"/>
              <a:gd name="connsiteY7" fmla="*/ 96606 h 1163473"/>
              <a:gd name="connsiteX8" fmla="*/ 502334 w 916258"/>
              <a:gd name="connsiteY8" fmla="*/ 48981 h 1163473"/>
              <a:gd name="connsiteX9" fmla="*/ 749984 w 916258"/>
              <a:gd name="connsiteY9" fmla="*/ 20406 h 1163473"/>
              <a:gd name="connsiteX10" fmla="*/ 902384 w 916258"/>
              <a:gd name="connsiteY10" fmla="*/ 1356 h 1163473"/>
              <a:gd name="connsiteX11" fmla="*/ 854759 w 916258"/>
              <a:gd name="connsiteY11" fmla="*/ 220431 h 1163473"/>
              <a:gd name="connsiteX12" fmla="*/ 826184 w 916258"/>
              <a:gd name="connsiteY12" fmla="*/ 296631 h 1163473"/>
              <a:gd name="connsiteX13" fmla="*/ 826184 w 916258"/>
              <a:gd name="connsiteY13" fmla="*/ 658581 h 1163473"/>
              <a:gd name="connsiteX14" fmla="*/ 788084 w 916258"/>
              <a:gd name="connsiteY14" fmla="*/ 734781 h 1163473"/>
              <a:gd name="connsiteX15" fmla="*/ 759509 w 916258"/>
              <a:gd name="connsiteY15" fmla="*/ 953856 h 1163473"/>
              <a:gd name="connsiteX16" fmla="*/ 692834 w 916258"/>
              <a:gd name="connsiteY16" fmla="*/ 1068156 h 1163473"/>
              <a:gd name="connsiteX17" fmla="*/ 607109 w 916258"/>
              <a:gd name="connsiteY17" fmla="*/ 1096731 h 1163473"/>
              <a:gd name="connsiteX18" fmla="*/ 492809 w 916258"/>
              <a:gd name="connsiteY18" fmla="*/ 1125306 h 1163473"/>
              <a:gd name="connsiteX19" fmla="*/ 216584 w 916258"/>
              <a:gd name="connsiteY19" fmla="*/ 1144356 h 1163473"/>
              <a:gd name="connsiteX20" fmla="*/ 73709 w 916258"/>
              <a:gd name="connsiteY20" fmla="*/ 1163406 h 1163473"/>
              <a:gd name="connsiteX21" fmla="*/ 26084 w 916258"/>
              <a:gd name="connsiteY21" fmla="*/ 1096731 h 1163473"/>
              <a:gd name="connsiteX22" fmla="*/ 16559 w 916258"/>
              <a:gd name="connsiteY22" fmla="*/ 1001481 h 1163473"/>
              <a:gd name="connsiteX23" fmla="*/ 26084 w 916258"/>
              <a:gd name="connsiteY23" fmla="*/ 839556 h 1163473"/>
              <a:gd name="connsiteX24" fmla="*/ 7034 w 916258"/>
              <a:gd name="connsiteY24" fmla="*/ 687156 h 1163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16258" h="1163473">
                <a:moveTo>
                  <a:pt x="7034" y="687156"/>
                </a:moveTo>
                <a:cubicBezTo>
                  <a:pt x="30846" y="630006"/>
                  <a:pt x="118955" y="563328"/>
                  <a:pt x="168959" y="496656"/>
                </a:cubicBezTo>
                <a:cubicBezTo>
                  <a:pt x="185998" y="473938"/>
                  <a:pt x="186249" y="439779"/>
                  <a:pt x="207059" y="420456"/>
                </a:cubicBezTo>
                <a:cubicBezTo>
                  <a:pt x="233071" y="396302"/>
                  <a:pt x="270559" y="388706"/>
                  <a:pt x="302309" y="372831"/>
                </a:cubicBezTo>
                <a:cubicBezTo>
                  <a:pt x="343584" y="328381"/>
                  <a:pt x="388241" y="286847"/>
                  <a:pt x="426134" y="239481"/>
                </a:cubicBezTo>
                <a:cubicBezTo>
                  <a:pt x="439439" y="222850"/>
                  <a:pt x="440684" y="198360"/>
                  <a:pt x="454709" y="182331"/>
                </a:cubicBezTo>
                <a:cubicBezTo>
                  <a:pt x="468655" y="166392"/>
                  <a:pt x="512097" y="158459"/>
                  <a:pt x="530909" y="153756"/>
                </a:cubicBezTo>
                <a:cubicBezTo>
                  <a:pt x="524559" y="134706"/>
                  <a:pt x="517143" y="115979"/>
                  <a:pt x="511859" y="96606"/>
                </a:cubicBezTo>
                <a:cubicBezTo>
                  <a:pt x="507599" y="80987"/>
                  <a:pt x="488350" y="57138"/>
                  <a:pt x="502334" y="48981"/>
                </a:cubicBezTo>
                <a:cubicBezTo>
                  <a:pt x="527358" y="34384"/>
                  <a:pt x="723021" y="22480"/>
                  <a:pt x="749984" y="20406"/>
                </a:cubicBezTo>
                <a:cubicBezTo>
                  <a:pt x="771458" y="16827"/>
                  <a:pt x="898862" y="-5688"/>
                  <a:pt x="902384" y="1356"/>
                </a:cubicBezTo>
                <a:cubicBezTo>
                  <a:pt x="943414" y="83417"/>
                  <a:pt x="883118" y="154260"/>
                  <a:pt x="854759" y="220431"/>
                </a:cubicBezTo>
                <a:cubicBezTo>
                  <a:pt x="844073" y="245365"/>
                  <a:pt x="835709" y="271231"/>
                  <a:pt x="826184" y="296631"/>
                </a:cubicBezTo>
                <a:cubicBezTo>
                  <a:pt x="833096" y="414142"/>
                  <a:pt x="846345" y="541646"/>
                  <a:pt x="826184" y="658581"/>
                </a:cubicBezTo>
                <a:cubicBezTo>
                  <a:pt x="821359" y="686566"/>
                  <a:pt x="800784" y="709381"/>
                  <a:pt x="788084" y="734781"/>
                </a:cubicBezTo>
                <a:cubicBezTo>
                  <a:pt x="778559" y="807806"/>
                  <a:pt x="792443" y="887987"/>
                  <a:pt x="759509" y="953856"/>
                </a:cubicBezTo>
                <a:cubicBezTo>
                  <a:pt x="757508" y="957859"/>
                  <a:pt x="714299" y="1055635"/>
                  <a:pt x="692834" y="1068156"/>
                </a:cubicBezTo>
                <a:cubicBezTo>
                  <a:pt x="666816" y="1083333"/>
                  <a:pt x="636071" y="1088456"/>
                  <a:pt x="607109" y="1096731"/>
                </a:cubicBezTo>
                <a:cubicBezTo>
                  <a:pt x="569347" y="1107520"/>
                  <a:pt x="531388" y="1117958"/>
                  <a:pt x="492809" y="1125306"/>
                </a:cubicBezTo>
                <a:cubicBezTo>
                  <a:pt x="428027" y="1137646"/>
                  <a:pt x="249748" y="1142698"/>
                  <a:pt x="216584" y="1144356"/>
                </a:cubicBezTo>
                <a:cubicBezTo>
                  <a:pt x="208387" y="1145527"/>
                  <a:pt x="76619" y="1164749"/>
                  <a:pt x="73709" y="1163406"/>
                </a:cubicBezTo>
                <a:cubicBezTo>
                  <a:pt x="48910" y="1151961"/>
                  <a:pt x="41959" y="1118956"/>
                  <a:pt x="26084" y="1096731"/>
                </a:cubicBezTo>
                <a:cubicBezTo>
                  <a:pt x="22909" y="1064981"/>
                  <a:pt x="16559" y="1033389"/>
                  <a:pt x="16559" y="1001481"/>
                </a:cubicBezTo>
                <a:cubicBezTo>
                  <a:pt x="16559" y="947413"/>
                  <a:pt x="24446" y="893599"/>
                  <a:pt x="26084" y="839556"/>
                </a:cubicBezTo>
                <a:cubicBezTo>
                  <a:pt x="27623" y="788779"/>
                  <a:pt x="-16778" y="744306"/>
                  <a:pt x="7034" y="687156"/>
                </a:cubicBezTo>
                <a:close/>
              </a:path>
            </a:pathLst>
          </a:cu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DE2E08B3-D817-5BB2-7698-E4EE76DADBC2}"/>
              </a:ext>
            </a:extLst>
          </p:cNvPr>
          <p:cNvSpPr/>
          <p:nvPr/>
        </p:nvSpPr>
        <p:spPr>
          <a:xfrm>
            <a:off x="3152775" y="2181087"/>
            <a:ext cx="1228929" cy="1229177"/>
          </a:xfrm>
          <a:custGeom>
            <a:avLst/>
            <a:gdLst>
              <a:gd name="connsiteX0" fmla="*/ 180975 w 1228929"/>
              <a:gd name="connsiteY0" fmla="*/ 895488 h 1229177"/>
              <a:gd name="connsiteX1" fmla="*/ 304800 w 1228929"/>
              <a:gd name="connsiteY1" fmla="*/ 552588 h 1229177"/>
              <a:gd name="connsiteX2" fmla="*/ 352425 w 1228929"/>
              <a:gd name="connsiteY2" fmla="*/ 495438 h 1229177"/>
              <a:gd name="connsiteX3" fmla="*/ 390525 w 1228929"/>
              <a:gd name="connsiteY3" fmla="*/ 438288 h 1229177"/>
              <a:gd name="connsiteX4" fmla="*/ 485775 w 1228929"/>
              <a:gd name="connsiteY4" fmla="*/ 428763 h 1229177"/>
              <a:gd name="connsiteX5" fmla="*/ 466725 w 1228929"/>
              <a:gd name="connsiteY5" fmla="*/ 390663 h 1229177"/>
              <a:gd name="connsiteX6" fmla="*/ 400050 w 1228929"/>
              <a:gd name="connsiteY6" fmla="*/ 333513 h 1229177"/>
              <a:gd name="connsiteX7" fmla="*/ 342900 w 1228929"/>
              <a:gd name="connsiteY7" fmla="*/ 276363 h 1229177"/>
              <a:gd name="connsiteX8" fmla="*/ 333375 w 1228929"/>
              <a:gd name="connsiteY8" fmla="*/ 247788 h 1229177"/>
              <a:gd name="connsiteX9" fmla="*/ 352425 w 1228929"/>
              <a:gd name="connsiteY9" fmla="*/ 181113 h 1229177"/>
              <a:gd name="connsiteX10" fmla="*/ 409575 w 1228929"/>
              <a:gd name="connsiteY10" fmla="*/ 133488 h 1229177"/>
              <a:gd name="connsiteX11" fmla="*/ 495300 w 1228929"/>
              <a:gd name="connsiteY11" fmla="*/ 114438 h 1229177"/>
              <a:gd name="connsiteX12" fmla="*/ 647700 w 1228929"/>
              <a:gd name="connsiteY12" fmla="*/ 38238 h 1229177"/>
              <a:gd name="connsiteX13" fmla="*/ 676275 w 1228929"/>
              <a:gd name="connsiteY13" fmla="*/ 28713 h 1229177"/>
              <a:gd name="connsiteX14" fmla="*/ 1000125 w 1228929"/>
              <a:gd name="connsiteY14" fmla="*/ 19188 h 1229177"/>
              <a:gd name="connsiteX15" fmla="*/ 1104900 w 1228929"/>
              <a:gd name="connsiteY15" fmla="*/ 138 h 1229177"/>
              <a:gd name="connsiteX16" fmla="*/ 1133475 w 1228929"/>
              <a:gd name="connsiteY16" fmla="*/ 9663 h 1229177"/>
              <a:gd name="connsiteX17" fmla="*/ 1162050 w 1228929"/>
              <a:gd name="connsiteY17" fmla="*/ 85863 h 1229177"/>
              <a:gd name="connsiteX18" fmla="*/ 1171575 w 1228929"/>
              <a:gd name="connsiteY18" fmla="*/ 152538 h 1229177"/>
              <a:gd name="connsiteX19" fmla="*/ 1190625 w 1228929"/>
              <a:gd name="connsiteY19" fmla="*/ 200163 h 1229177"/>
              <a:gd name="connsiteX20" fmla="*/ 1200150 w 1228929"/>
              <a:gd name="connsiteY20" fmla="*/ 228738 h 1229177"/>
              <a:gd name="connsiteX21" fmla="*/ 1219200 w 1228929"/>
              <a:gd name="connsiteY21" fmla="*/ 276363 h 1229177"/>
              <a:gd name="connsiteX22" fmla="*/ 1209675 w 1228929"/>
              <a:gd name="connsiteY22" fmla="*/ 514488 h 1229177"/>
              <a:gd name="connsiteX23" fmla="*/ 1190625 w 1228929"/>
              <a:gd name="connsiteY23" fmla="*/ 1114563 h 1229177"/>
              <a:gd name="connsiteX24" fmla="*/ 1133475 w 1228929"/>
              <a:gd name="connsiteY24" fmla="*/ 1152663 h 1229177"/>
              <a:gd name="connsiteX25" fmla="*/ 962025 w 1228929"/>
              <a:gd name="connsiteY25" fmla="*/ 1171713 h 1229177"/>
              <a:gd name="connsiteX26" fmla="*/ 819150 w 1228929"/>
              <a:gd name="connsiteY26" fmla="*/ 1209813 h 1229177"/>
              <a:gd name="connsiteX27" fmla="*/ 733425 w 1228929"/>
              <a:gd name="connsiteY27" fmla="*/ 1228863 h 1229177"/>
              <a:gd name="connsiteX28" fmla="*/ 581025 w 1228929"/>
              <a:gd name="connsiteY28" fmla="*/ 1219338 h 1229177"/>
              <a:gd name="connsiteX29" fmla="*/ 495300 w 1228929"/>
              <a:gd name="connsiteY29" fmla="*/ 1181238 h 1229177"/>
              <a:gd name="connsiteX30" fmla="*/ 447675 w 1228929"/>
              <a:gd name="connsiteY30" fmla="*/ 1171713 h 1229177"/>
              <a:gd name="connsiteX31" fmla="*/ 390525 w 1228929"/>
              <a:gd name="connsiteY31" fmla="*/ 1152663 h 1229177"/>
              <a:gd name="connsiteX32" fmla="*/ 0 w 1228929"/>
              <a:gd name="connsiteY32" fmla="*/ 1105038 h 1229177"/>
              <a:gd name="connsiteX33" fmla="*/ 104775 w 1228929"/>
              <a:gd name="connsiteY33" fmla="*/ 847863 h 1229177"/>
              <a:gd name="connsiteX34" fmla="*/ 152400 w 1228929"/>
              <a:gd name="connsiteY34" fmla="*/ 809763 h 122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228929" h="1229177">
                <a:moveTo>
                  <a:pt x="180975" y="895488"/>
                </a:moveTo>
                <a:cubicBezTo>
                  <a:pt x="212464" y="738045"/>
                  <a:pt x="201638" y="758912"/>
                  <a:pt x="304800" y="552588"/>
                </a:cubicBezTo>
                <a:cubicBezTo>
                  <a:pt x="315890" y="530408"/>
                  <a:pt x="337546" y="515276"/>
                  <a:pt x="352425" y="495438"/>
                </a:cubicBezTo>
                <a:cubicBezTo>
                  <a:pt x="366162" y="477122"/>
                  <a:pt x="370047" y="448527"/>
                  <a:pt x="390525" y="438288"/>
                </a:cubicBezTo>
                <a:cubicBezTo>
                  <a:pt x="419065" y="424018"/>
                  <a:pt x="454025" y="431938"/>
                  <a:pt x="485775" y="428763"/>
                </a:cubicBezTo>
                <a:cubicBezTo>
                  <a:pt x="479425" y="416063"/>
                  <a:pt x="476224" y="401217"/>
                  <a:pt x="466725" y="390663"/>
                </a:cubicBezTo>
                <a:cubicBezTo>
                  <a:pt x="447143" y="368905"/>
                  <a:pt x="421559" y="353368"/>
                  <a:pt x="400050" y="333513"/>
                </a:cubicBezTo>
                <a:cubicBezTo>
                  <a:pt x="380254" y="315240"/>
                  <a:pt x="361950" y="295413"/>
                  <a:pt x="342900" y="276363"/>
                </a:cubicBezTo>
                <a:cubicBezTo>
                  <a:pt x="339725" y="266838"/>
                  <a:pt x="332376" y="257778"/>
                  <a:pt x="333375" y="247788"/>
                </a:cubicBezTo>
                <a:cubicBezTo>
                  <a:pt x="335675" y="224788"/>
                  <a:pt x="339603" y="200345"/>
                  <a:pt x="352425" y="181113"/>
                </a:cubicBezTo>
                <a:cubicBezTo>
                  <a:pt x="366180" y="160480"/>
                  <a:pt x="388311" y="146246"/>
                  <a:pt x="409575" y="133488"/>
                </a:cubicBezTo>
                <a:cubicBezTo>
                  <a:pt x="416301" y="129453"/>
                  <a:pt x="493062" y="114886"/>
                  <a:pt x="495300" y="114438"/>
                </a:cubicBezTo>
                <a:cubicBezTo>
                  <a:pt x="546100" y="89038"/>
                  <a:pt x="593818" y="56199"/>
                  <a:pt x="647700" y="38238"/>
                </a:cubicBezTo>
                <a:cubicBezTo>
                  <a:pt x="657225" y="35063"/>
                  <a:pt x="666249" y="29255"/>
                  <a:pt x="676275" y="28713"/>
                </a:cubicBezTo>
                <a:cubicBezTo>
                  <a:pt x="784114" y="22884"/>
                  <a:pt x="892175" y="22363"/>
                  <a:pt x="1000125" y="19188"/>
                </a:cubicBezTo>
                <a:cubicBezTo>
                  <a:pt x="1035050" y="12838"/>
                  <a:pt x="1069493" y="2667"/>
                  <a:pt x="1104900" y="138"/>
                </a:cubicBezTo>
                <a:cubicBezTo>
                  <a:pt x="1114915" y="-577"/>
                  <a:pt x="1127906" y="1309"/>
                  <a:pt x="1133475" y="9663"/>
                </a:cubicBezTo>
                <a:cubicBezTo>
                  <a:pt x="1148522" y="32234"/>
                  <a:pt x="1152525" y="60463"/>
                  <a:pt x="1162050" y="85863"/>
                </a:cubicBezTo>
                <a:cubicBezTo>
                  <a:pt x="1165225" y="108088"/>
                  <a:pt x="1166130" y="130758"/>
                  <a:pt x="1171575" y="152538"/>
                </a:cubicBezTo>
                <a:cubicBezTo>
                  <a:pt x="1175722" y="169125"/>
                  <a:pt x="1184622" y="184154"/>
                  <a:pt x="1190625" y="200163"/>
                </a:cubicBezTo>
                <a:cubicBezTo>
                  <a:pt x="1194150" y="209564"/>
                  <a:pt x="1196625" y="219337"/>
                  <a:pt x="1200150" y="228738"/>
                </a:cubicBezTo>
                <a:cubicBezTo>
                  <a:pt x="1206153" y="244747"/>
                  <a:pt x="1212850" y="260488"/>
                  <a:pt x="1219200" y="276363"/>
                </a:cubicBezTo>
                <a:cubicBezTo>
                  <a:pt x="1240327" y="424254"/>
                  <a:pt x="1222316" y="258507"/>
                  <a:pt x="1209675" y="514488"/>
                </a:cubicBezTo>
                <a:cubicBezTo>
                  <a:pt x="1199804" y="714370"/>
                  <a:pt x="1214352" y="915849"/>
                  <a:pt x="1190625" y="1114563"/>
                </a:cubicBezTo>
                <a:cubicBezTo>
                  <a:pt x="1187911" y="1137297"/>
                  <a:pt x="1155687" y="1147110"/>
                  <a:pt x="1133475" y="1152663"/>
                </a:cubicBezTo>
                <a:cubicBezTo>
                  <a:pt x="1077690" y="1166609"/>
                  <a:pt x="1019175" y="1165363"/>
                  <a:pt x="962025" y="1171713"/>
                </a:cubicBezTo>
                <a:lnTo>
                  <a:pt x="819150" y="1209813"/>
                </a:lnTo>
                <a:cubicBezTo>
                  <a:pt x="790752" y="1216913"/>
                  <a:pt x="762674" y="1227693"/>
                  <a:pt x="733425" y="1228863"/>
                </a:cubicBezTo>
                <a:cubicBezTo>
                  <a:pt x="682567" y="1230897"/>
                  <a:pt x="631825" y="1222513"/>
                  <a:pt x="581025" y="1219338"/>
                </a:cubicBezTo>
                <a:cubicBezTo>
                  <a:pt x="552450" y="1206638"/>
                  <a:pt x="524748" y="1191755"/>
                  <a:pt x="495300" y="1181238"/>
                </a:cubicBezTo>
                <a:cubicBezTo>
                  <a:pt x="480054" y="1175793"/>
                  <a:pt x="463294" y="1175973"/>
                  <a:pt x="447675" y="1171713"/>
                </a:cubicBezTo>
                <a:cubicBezTo>
                  <a:pt x="428302" y="1166429"/>
                  <a:pt x="410216" y="1156601"/>
                  <a:pt x="390525" y="1152663"/>
                </a:cubicBezTo>
                <a:cubicBezTo>
                  <a:pt x="175160" y="1109590"/>
                  <a:pt x="192452" y="1116359"/>
                  <a:pt x="0" y="1105038"/>
                </a:cubicBezTo>
                <a:cubicBezTo>
                  <a:pt x="23924" y="1033266"/>
                  <a:pt x="76401" y="870562"/>
                  <a:pt x="104775" y="847863"/>
                </a:cubicBezTo>
                <a:lnTo>
                  <a:pt x="152400" y="809763"/>
                </a:lnTo>
              </a:path>
            </a:pathLst>
          </a:custGeom>
          <a:solidFill>
            <a:srgbClr val="66FF33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94E8DE-7F08-5857-47A6-B702EB15F59A}"/>
              </a:ext>
            </a:extLst>
          </p:cNvPr>
          <p:cNvSpPr txBox="1"/>
          <p:nvPr/>
        </p:nvSpPr>
        <p:spPr>
          <a:xfrm>
            <a:off x="6728599" y="5476805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866876-2BCC-AEDB-61F3-3768CADCC2C3}"/>
              </a:ext>
            </a:extLst>
          </p:cNvPr>
          <p:cNvSpPr txBox="1"/>
          <p:nvPr/>
        </p:nvSpPr>
        <p:spPr>
          <a:xfrm>
            <a:off x="7471211" y="5479464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91461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597FB-FECE-4FA5-8045-E5EDD423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Efforts to Reduce Labeling Cost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29250F-6AB9-40BA-8859-E0BCF8C8C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964479"/>
            <a:ext cx="8786874" cy="5408666"/>
          </a:xfrm>
        </p:spPr>
        <p:txBody>
          <a:bodyPr/>
          <a:lstStyle/>
          <a:p>
            <a:r>
              <a:rPr lang="en-US" altLang="ko-KR" sz="2000" dirty="0"/>
              <a:t>Training Deep Learning Model with </a:t>
            </a:r>
            <a:r>
              <a:rPr lang="en-US" altLang="ko-KR" sz="2000" u="sng" dirty="0"/>
              <a:t>Weak or Semi Supervision</a:t>
            </a:r>
            <a:endParaRPr lang="ko-KR" altLang="en-US" sz="2000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64CCD-82BD-4B4F-B497-1CDC2BA0C8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69F57-4A37-4E8C-9D4F-629AF41C9DD2}"/>
              </a:ext>
            </a:extLst>
          </p:cNvPr>
          <p:cNvSpPr txBox="1"/>
          <p:nvPr/>
        </p:nvSpPr>
        <p:spPr>
          <a:xfrm>
            <a:off x="2160550" y="6394967"/>
            <a:ext cx="5076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Different types of object detection settings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9683F-C093-4147-B724-C54B66AD6F2D}"/>
              </a:ext>
            </a:extLst>
          </p:cNvPr>
          <p:cNvSpPr txBox="1"/>
          <p:nvPr/>
        </p:nvSpPr>
        <p:spPr>
          <a:xfrm>
            <a:off x="1297786" y="3821665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Semi-supervision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12DB48-93D0-4BFC-81B0-00BB88CD0689}"/>
              </a:ext>
            </a:extLst>
          </p:cNvPr>
          <p:cNvSpPr txBox="1"/>
          <p:nvPr/>
        </p:nvSpPr>
        <p:spPr>
          <a:xfrm>
            <a:off x="1911714" y="3356993"/>
            <a:ext cx="1437333" cy="28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A7EB60-FA53-4159-90CD-2415DF2633AF}"/>
              </a:ext>
            </a:extLst>
          </p:cNvPr>
          <p:cNvSpPr txBox="1"/>
          <p:nvPr/>
        </p:nvSpPr>
        <p:spPr>
          <a:xfrm>
            <a:off x="1172120" y="5946804"/>
            <a:ext cx="1351011" cy="30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242F3-A87E-4592-BF83-01B7BDAA2A84}"/>
              </a:ext>
            </a:extLst>
          </p:cNvPr>
          <p:cNvSpPr txBox="1"/>
          <p:nvPr/>
        </p:nvSpPr>
        <p:spPr>
          <a:xfrm>
            <a:off x="2616343" y="5958366"/>
            <a:ext cx="1351011" cy="30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Unlabeled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1A604D-23AC-461F-B6BA-33460569EDC4}"/>
              </a:ext>
            </a:extLst>
          </p:cNvPr>
          <p:cNvSpPr txBox="1"/>
          <p:nvPr/>
        </p:nvSpPr>
        <p:spPr>
          <a:xfrm>
            <a:off x="5360309" y="3373090"/>
            <a:ext cx="264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No bounding box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D256C5-70CC-40FE-9E29-713A16242C2C}"/>
              </a:ext>
            </a:extLst>
          </p:cNvPr>
          <p:cNvSpPr txBox="1"/>
          <p:nvPr/>
        </p:nvSpPr>
        <p:spPr>
          <a:xfrm>
            <a:off x="5256076" y="5893056"/>
            <a:ext cx="1437333" cy="28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9C386C-D1C3-4CAD-88D3-80568A5D66AB}"/>
              </a:ext>
            </a:extLst>
          </p:cNvPr>
          <p:cNvSpPr txBox="1"/>
          <p:nvPr/>
        </p:nvSpPr>
        <p:spPr>
          <a:xfrm>
            <a:off x="6455392" y="5903984"/>
            <a:ext cx="195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No bounding box</a:t>
            </a:r>
            <a:endParaRPr lang="ko-KR" altLang="en-US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1342F4-058C-4A83-B59B-C39E4DE47A7B}"/>
              </a:ext>
            </a:extLst>
          </p:cNvPr>
          <p:cNvSpPr txBox="1"/>
          <p:nvPr/>
        </p:nvSpPr>
        <p:spPr>
          <a:xfrm>
            <a:off x="5333471" y="3810768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Weakly Semi-Supervision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162C0E-49B0-4720-A5E9-E3464610CEB7}"/>
              </a:ext>
            </a:extLst>
          </p:cNvPr>
          <p:cNvSpPr txBox="1"/>
          <p:nvPr/>
        </p:nvSpPr>
        <p:spPr>
          <a:xfrm>
            <a:off x="5289947" y="1396837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Weakly-Supervision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8F47C3-B623-4C68-B20B-162A1EAACF37}"/>
              </a:ext>
            </a:extLst>
          </p:cNvPr>
          <p:cNvSpPr txBox="1"/>
          <p:nvPr/>
        </p:nvSpPr>
        <p:spPr>
          <a:xfrm>
            <a:off x="1269975" y="1415460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EE9F559-554C-4719-B40B-5C5DFAEC2978}"/>
              </a:ext>
            </a:extLst>
          </p:cNvPr>
          <p:cNvGrpSpPr/>
          <p:nvPr/>
        </p:nvGrpSpPr>
        <p:grpSpPr>
          <a:xfrm>
            <a:off x="977754" y="4333498"/>
            <a:ext cx="3522238" cy="1496022"/>
            <a:chOff x="4880583" y="3597381"/>
            <a:chExt cx="4104456" cy="1886326"/>
          </a:xfrm>
        </p:grpSpPr>
        <p:pic>
          <p:nvPicPr>
            <p:cNvPr id="52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5D2C8E23-64BC-4458-A981-C3B87CD14D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53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B8588D5B-BB20-4593-9262-20B5EBAAF4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370BFB9-1682-4314-A21B-12C0A4A7B2EA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4E24DB3-D5FE-4E66-B821-8EB047400857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pic>
        <p:nvPicPr>
          <p:cNvPr id="59" name="Picture 4" descr="Organic Pet-Food Recipes: Peanut Butter Treats - The Green Life">
            <a:extLst>
              <a:ext uri="{FF2B5EF4-FFF2-40B4-BE49-F238E27FC236}">
                <a16:creationId xmlns:a16="http://schemas.microsoft.com/office/drawing/2014/main" id="{AF36B432-5F77-4597-9549-22CF35AB7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38" y="1978411"/>
            <a:ext cx="1598395" cy="13392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0" name="Picture 6" descr="National cat and dog food shortage due to pandemic, Brexit and lockdown pet  rise | UK News | Sky News">
            <a:extLst>
              <a:ext uri="{FF2B5EF4-FFF2-40B4-BE49-F238E27FC236}">
                <a16:creationId xmlns:a16="http://schemas.microsoft.com/office/drawing/2014/main" id="{2FDA273F-10A8-470F-9349-7711EBC8BD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9" r="28344" b="18500"/>
          <a:stretch/>
        </p:blipFill>
        <p:spPr bwMode="auto">
          <a:xfrm>
            <a:off x="2470733" y="1982826"/>
            <a:ext cx="1923843" cy="13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1C523AB-67BE-4CE6-BC0A-60EBA228E85F}"/>
              </a:ext>
            </a:extLst>
          </p:cNvPr>
          <p:cNvSpPr txBox="1"/>
          <p:nvPr/>
        </p:nvSpPr>
        <p:spPr>
          <a:xfrm>
            <a:off x="872338" y="1831024"/>
            <a:ext cx="737719" cy="268503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4BEFF3-459B-4BF8-AF59-AB78DFA0DB88}"/>
              </a:ext>
            </a:extLst>
          </p:cNvPr>
          <p:cNvSpPr txBox="1"/>
          <p:nvPr/>
        </p:nvSpPr>
        <p:spPr>
          <a:xfrm>
            <a:off x="1740815" y="2327264"/>
            <a:ext cx="489319" cy="268503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C24584-7ACF-402A-93AE-E1C4B03878EB}"/>
              </a:ext>
            </a:extLst>
          </p:cNvPr>
          <p:cNvSpPr txBox="1"/>
          <p:nvPr/>
        </p:nvSpPr>
        <p:spPr>
          <a:xfrm>
            <a:off x="2635303" y="1932691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C4EFBB-5E01-4C3E-8256-1354F1407449}"/>
              </a:ext>
            </a:extLst>
          </p:cNvPr>
          <p:cNvSpPr txBox="1"/>
          <p:nvPr/>
        </p:nvSpPr>
        <p:spPr>
          <a:xfrm>
            <a:off x="3356040" y="1831024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76" name="Picture 4" descr="Organic Pet-Food Recipes: Peanut Butter Treats - The Green Life">
            <a:extLst>
              <a:ext uri="{FF2B5EF4-FFF2-40B4-BE49-F238E27FC236}">
                <a16:creationId xmlns:a16="http://schemas.microsoft.com/office/drawing/2014/main" id="{FF14859F-CFFC-4BF4-997C-17C2D95E1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338" y="1950576"/>
            <a:ext cx="1598395" cy="13392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7" name="Picture 6" descr="National cat and dog food shortage due to pandemic, Brexit and lockdown pet  rise | UK News | Sky News">
            <a:extLst>
              <a:ext uri="{FF2B5EF4-FFF2-40B4-BE49-F238E27FC236}">
                <a16:creationId xmlns:a16="http://schemas.microsoft.com/office/drawing/2014/main" id="{3DDF2531-A7D2-4369-A676-A5079602C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9" r="28344" b="18500"/>
          <a:stretch/>
        </p:blipFill>
        <p:spPr bwMode="auto">
          <a:xfrm>
            <a:off x="6622733" y="1954991"/>
            <a:ext cx="1923843" cy="13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FFB4255-BCD5-45B0-97E4-FCDEE5E8E943}"/>
              </a:ext>
            </a:extLst>
          </p:cNvPr>
          <p:cNvSpPr txBox="1"/>
          <p:nvPr/>
        </p:nvSpPr>
        <p:spPr>
          <a:xfrm>
            <a:off x="5170067" y="3171325"/>
            <a:ext cx="737719" cy="268503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E17210-009E-4C14-82DA-9B04BE026778}"/>
              </a:ext>
            </a:extLst>
          </p:cNvPr>
          <p:cNvSpPr txBox="1"/>
          <p:nvPr/>
        </p:nvSpPr>
        <p:spPr>
          <a:xfrm>
            <a:off x="5907786" y="3164959"/>
            <a:ext cx="489319" cy="268503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62EA36-13A9-4EA0-AD04-91A427E55FAE}"/>
              </a:ext>
            </a:extLst>
          </p:cNvPr>
          <p:cNvSpPr txBox="1"/>
          <p:nvPr/>
        </p:nvSpPr>
        <p:spPr>
          <a:xfrm>
            <a:off x="7791538" y="3125134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14EB4D-B8CA-4A45-87CE-26C5F49D7763}"/>
              </a:ext>
            </a:extLst>
          </p:cNvPr>
          <p:cNvSpPr txBox="1"/>
          <p:nvPr/>
        </p:nvSpPr>
        <p:spPr>
          <a:xfrm>
            <a:off x="7036263" y="3137996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513BBC9-C05D-4DB7-97CB-C4DAA286BBAC}"/>
              </a:ext>
            </a:extLst>
          </p:cNvPr>
          <p:cNvGrpSpPr/>
          <p:nvPr/>
        </p:nvGrpSpPr>
        <p:grpSpPr>
          <a:xfrm>
            <a:off x="4888534" y="4323155"/>
            <a:ext cx="3522238" cy="1496022"/>
            <a:chOff x="4880583" y="3597381"/>
            <a:chExt cx="4104456" cy="1886326"/>
          </a:xfrm>
        </p:grpSpPr>
        <p:pic>
          <p:nvPicPr>
            <p:cNvPr id="83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FF895761-880A-49C9-AB7A-6317CF1C2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84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63CF063B-098B-43A8-BCED-A817BE836D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87B5C08-6D38-4F9E-A696-15264A8F5723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5783D81-2E34-4C2B-8FF9-4DA24279100A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09727C60-62EF-4E4E-A3DE-07AB6646384A}"/>
              </a:ext>
            </a:extLst>
          </p:cNvPr>
          <p:cNvSpPr txBox="1"/>
          <p:nvPr/>
        </p:nvSpPr>
        <p:spPr>
          <a:xfrm>
            <a:off x="7681723" y="5467177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80611D-BA19-45CF-9A67-A12C2B518D1D}"/>
              </a:ext>
            </a:extLst>
          </p:cNvPr>
          <p:cNvSpPr txBox="1"/>
          <p:nvPr/>
        </p:nvSpPr>
        <p:spPr>
          <a:xfrm>
            <a:off x="6926448" y="5480039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A0E9F498-F793-2723-C740-C0A964609A2F}"/>
              </a:ext>
            </a:extLst>
          </p:cNvPr>
          <p:cNvSpPr/>
          <p:nvPr/>
        </p:nvSpPr>
        <p:spPr>
          <a:xfrm>
            <a:off x="851466" y="2018938"/>
            <a:ext cx="1000125" cy="1371600"/>
          </a:xfrm>
          <a:custGeom>
            <a:avLst/>
            <a:gdLst>
              <a:gd name="connsiteX0" fmla="*/ 28575 w 1000125"/>
              <a:gd name="connsiteY0" fmla="*/ 1019175 h 1371600"/>
              <a:gd name="connsiteX1" fmla="*/ 190500 w 1000125"/>
              <a:gd name="connsiteY1" fmla="*/ 885825 h 1371600"/>
              <a:gd name="connsiteX2" fmla="*/ 209550 w 1000125"/>
              <a:gd name="connsiteY2" fmla="*/ 828675 h 1371600"/>
              <a:gd name="connsiteX3" fmla="*/ 238125 w 1000125"/>
              <a:gd name="connsiteY3" fmla="*/ 733425 h 1371600"/>
              <a:gd name="connsiteX4" fmla="*/ 266700 w 1000125"/>
              <a:gd name="connsiteY4" fmla="*/ 619125 h 1371600"/>
              <a:gd name="connsiteX5" fmla="*/ 285750 w 1000125"/>
              <a:gd name="connsiteY5" fmla="*/ 514350 h 1371600"/>
              <a:gd name="connsiteX6" fmla="*/ 276225 w 1000125"/>
              <a:gd name="connsiteY6" fmla="*/ 190500 h 1371600"/>
              <a:gd name="connsiteX7" fmla="*/ 247650 w 1000125"/>
              <a:gd name="connsiteY7" fmla="*/ 152400 h 1371600"/>
              <a:gd name="connsiteX8" fmla="*/ 190500 w 1000125"/>
              <a:gd name="connsiteY8" fmla="*/ 66675 h 1371600"/>
              <a:gd name="connsiteX9" fmla="*/ 171450 w 1000125"/>
              <a:gd name="connsiteY9" fmla="*/ 19050 h 1371600"/>
              <a:gd name="connsiteX10" fmla="*/ 200025 w 1000125"/>
              <a:gd name="connsiteY10" fmla="*/ 0 h 1371600"/>
              <a:gd name="connsiteX11" fmla="*/ 504825 w 1000125"/>
              <a:gd name="connsiteY11" fmla="*/ 9525 h 1371600"/>
              <a:gd name="connsiteX12" fmla="*/ 523875 w 1000125"/>
              <a:gd name="connsiteY12" fmla="*/ 57150 h 1371600"/>
              <a:gd name="connsiteX13" fmla="*/ 742950 w 1000125"/>
              <a:gd name="connsiteY13" fmla="*/ 66675 h 1371600"/>
              <a:gd name="connsiteX14" fmla="*/ 914400 w 1000125"/>
              <a:gd name="connsiteY14" fmla="*/ 38100 h 1371600"/>
              <a:gd name="connsiteX15" fmla="*/ 981075 w 1000125"/>
              <a:gd name="connsiteY15" fmla="*/ 85725 h 1371600"/>
              <a:gd name="connsiteX16" fmla="*/ 990600 w 1000125"/>
              <a:gd name="connsiteY16" fmla="*/ 133350 h 1371600"/>
              <a:gd name="connsiteX17" fmla="*/ 1000125 w 1000125"/>
              <a:gd name="connsiteY17" fmla="*/ 161925 h 1371600"/>
              <a:gd name="connsiteX18" fmla="*/ 990600 w 1000125"/>
              <a:gd name="connsiteY18" fmla="*/ 209550 h 1371600"/>
              <a:gd name="connsiteX19" fmla="*/ 962025 w 1000125"/>
              <a:gd name="connsiteY19" fmla="*/ 238125 h 1371600"/>
              <a:gd name="connsiteX20" fmla="*/ 895350 w 1000125"/>
              <a:gd name="connsiteY20" fmla="*/ 276225 h 1371600"/>
              <a:gd name="connsiteX21" fmla="*/ 857250 w 1000125"/>
              <a:gd name="connsiteY21" fmla="*/ 285750 h 1371600"/>
              <a:gd name="connsiteX22" fmla="*/ 828675 w 1000125"/>
              <a:gd name="connsiteY22" fmla="*/ 361950 h 1371600"/>
              <a:gd name="connsiteX23" fmla="*/ 809625 w 1000125"/>
              <a:gd name="connsiteY23" fmla="*/ 476250 h 1371600"/>
              <a:gd name="connsiteX24" fmla="*/ 800100 w 1000125"/>
              <a:gd name="connsiteY24" fmla="*/ 504825 h 1371600"/>
              <a:gd name="connsiteX25" fmla="*/ 790575 w 1000125"/>
              <a:gd name="connsiteY25" fmla="*/ 561975 h 1371600"/>
              <a:gd name="connsiteX26" fmla="*/ 733425 w 1000125"/>
              <a:gd name="connsiteY26" fmla="*/ 685800 h 1371600"/>
              <a:gd name="connsiteX27" fmla="*/ 704850 w 1000125"/>
              <a:gd name="connsiteY27" fmla="*/ 790575 h 1371600"/>
              <a:gd name="connsiteX28" fmla="*/ 733425 w 1000125"/>
              <a:gd name="connsiteY28" fmla="*/ 857250 h 1371600"/>
              <a:gd name="connsiteX29" fmla="*/ 771525 w 1000125"/>
              <a:gd name="connsiteY29" fmla="*/ 933450 h 1371600"/>
              <a:gd name="connsiteX30" fmla="*/ 742950 w 1000125"/>
              <a:gd name="connsiteY30" fmla="*/ 1228725 h 1371600"/>
              <a:gd name="connsiteX31" fmla="*/ 723900 w 1000125"/>
              <a:gd name="connsiteY31" fmla="*/ 1257300 h 1371600"/>
              <a:gd name="connsiteX32" fmla="*/ 685800 w 1000125"/>
              <a:gd name="connsiteY32" fmla="*/ 1295400 h 1371600"/>
              <a:gd name="connsiteX33" fmla="*/ 600075 w 1000125"/>
              <a:gd name="connsiteY33" fmla="*/ 1343025 h 1371600"/>
              <a:gd name="connsiteX34" fmla="*/ 514350 w 1000125"/>
              <a:gd name="connsiteY34" fmla="*/ 1362075 h 1371600"/>
              <a:gd name="connsiteX35" fmla="*/ 361950 w 1000125"/>
              <a:gd name="connsiteY35" fmla="*/ 1371600 h 1371600"/>
              <a:gd name="connsiteX36" fmla="*/ 133350 w 1000125"/>
              <a:gd name="connsiteY36" fmla="*/ 1362075 h 1371600"/>
              <a:gd name="connsiteX37" fmla="*/ 57150 w 1000125"/>
              <a:gd name="connsiteY37" fmla="*/ 1314450 h 1371600"/>
              <a:gd name="connsiteX38" fmla="*/ 0 w 1000125"/>
              <a:gd name="connsiteY38" fmla="*/ 1285875 h 1371600"/>
              <a:gd name="connsiteX39" fmla="*/ 9525 w 1000125"/>
              <a:gd name="connsiteY39" fmla="*/ 1181100 h 1371600"/>
              <a:gd name="connsiteX40" fmla="*/ 38100 w 1000125"/>
              <a:gd name="connsiteY40" fmla="*/ 1152525 h 1371600"/>
              <a:gd name="connsiteX41" fmla="*/ 47625 w 1000125"/>
              <a:gd name="connsiteY41" fmla="*/ 107632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00125" h="1371600">
                <a:moveTo>
                  <a:pt x="28575" y="1019175"/>
                </a:moveTo>
                <a:cubicBezTo>
                  <a:pt x="113290" y="985289"/>
                  <a:pt x="104881" y="995907"/>
                  <a:pt x="190500" y="885825"/>
                </a:cubicBezTo>
                <a:cubicBezTo>
                  <a:pt x="202828" y="869974"/>
                  <a:pt x="203780" y="847909"/>
                  <a:pt x="209550" y="828675"/>
                </a:cubicBezTo>
                <a:cubicBezTo>
                  <a:pt x="252736" y="684723"/>
                  <a:pt x="170773" y="935482"/>
                  <a:pt x="238125" y="733425"/>
                </a:cubicBezTo>
                <a:cubicBezTo>
                  <a:pt x="258241" y="592611"/>
                  <a:pt x="233088" y="731167"/>
                  <a:pt x="266700" y="619125"/>
                </a:cubicBezTo>
                <a:cubicBezTo>
                  <a:pt x="271692" y="602484"/>
                  <a:pt x="283489" y="527916"/>
                  <a:pt x="285750" y="514350"/>
                </a:cubicBezTo>
                <a:cubicBezTo>
                  <a:pt x="282575" y="406400"/>
                  <a:pt x="287531" y="297903"/>
                  <a:pt x="276225" y="190500"/>
                </a:cubicBezTo>
                <a:cubicBezTo>
                  <a:pt x="274563" y="174712"/>
                  <a:pt x="255818" y="166013"/>
                  <a:pt x="247650" y="152400"/>
                </a:cubicBezTo>
                <a:cubicBezTo>
                  <a:pt x="195751" y="65902"/>
                  <a:pt x="245077" y="121252"/>
                  <a:pt x="190500" y="66675"/>
                </a:cubicBezTo>
                <a:cubicBezTo>
                  <a:pt x="184150" y="50800"/>
                  <a:pt x="169032" y="35976"/>
                  <a:pt x="171450" y="19050"/>
                </a:cubicBezTo>
                <a:cubicBezTo>
                  <a:pt x="173069" y="7717"/>
                  <a:pt x="188582" y="327"/>
                  <a:pt x="200025" y="0"/>
                </a:cubicBezTo>
                <a:lnTo>
                  <a:pt x="504825" y="9525"/>
                </a:lnTo>
                <a:cubicBezTo>
                  <a:pt x="511175" y="25400"/>
                  <a:pt x="509868" y="47345"/>
                  <a:pt x="523875" y="57150"/>
                </a:cubicBezTo>
                <a:cubicBezTo>
                  <a:pt x="574475" y="92570"/>
                  <a:pt x="705039" y="69202"/>
                  <a:pt x="742950" y="66675"/>
                </a:cubicBezTo>
                <a:cubicBezTo>
                  <a:pt x="875572" y="22468"/>
                  <a:pt x="817636" y="21973"/>
                  <a:pt x="914400" y="38100"/>
                </a:cubicBezTo>
                <a:cubicBezTo>
                  <a:pt x="937412" y="49606"/>
                  <a:pt x="968203" y="59982"/>
                  <a:pt x="981075" y="85725"/>
                </a:cubicBezTo>
                <a:cubicBezTo>
                  <a:pt x="988315" y="100205"/>
                  <a:pt x="986673" y="117644"/>
                  <a:pt x="990600" y="133350"/>
                </a:cubicBezTo>
                <a:cubicBezTo>
                  <a:pt x="993035" y="143090"/>
                  <a:pt x="996950" y="152400"/>
                  <a:pt x="1000125" y="161925"/>
                </a:cubicBezTo>
                <a:cubicBezTo>
                  <a:pt x="996950" y="177800"/>
                  <a:pt x="997840" y="195070"/>
                  <a:pt x="990600" y="209550"/>
                </a:cubicBezTo>
                <a:cubicBezTo>
                  <a:pt x="984576" y="221598"/>
                  <a:pt x="972373" y="229501"/>
                  <a:pt x="962025" y="238125"/>
                </a:cubicBezTo>
                <a:cubicBezTo>
                  <a:pt x="946951" y="250686"/>
                  <a:pt x="912289" y="269873"/>
                  <a:pt x="895350" y="276225"/>
                </a:cubicBezTo>
                <a:cubicBezTo>
                  <a:pt x="883093" y="280822"/>
                  <a:pt x="869950" y="282575"/>
                  <a:pt x="857250" y="285750"/>
                </a:cubicBezTo>
                <a:cubicBezTo>
                  <a:pt x="847725" y="311150"/>
                  <a:pt x="835254" y="335633"/>
                  <a:pt x="828675" y="361950"/>
                </a:cubicBezTo>
                <a:cubicBezTo>
                  <a:pt x="819307" y="399422"/>
                  <a:pt x="817200" y="438375"/>
                  <a:pt x="809625" y="476250"/>
                </a:cubicBezTo>
                <a:cubicBezTo>
                  <a:pt x="807656" y="486095"/>
                  <a:pt x="802278" y="495024"/>
                  <a:pt x="800100" y="504825"/>
                </a:cubicBezTo>
                <a:cubicBezTo>
                  <a:pt x="795910" y="523678"/>
                  <a:pt x="795657" y="543343"/>
                  <a:pt x="790575" y="561975"/>
                </a:cubicBezTo>
                <a:cubicBezTo>
                  <a:pt x="776577" y="613301"/>
                  <a:pt x="753263" y="631953"/>
                  <a:pt x="733425" y="685800"/>
                </a:cubicBezTo>
                <a:cubicBezTo>
                  <a:pt x="720910" y="719769"/>
                  <a:pt x="714375" y="755650"/>
                  <a:pt x="704850" y="790575"/>
                </a:cubicBezTo>
                <a:cubicBezTo>
                  <a:pt x="714375" y="812800"/>
                  <a:pt x="721846" y="836022"/>
                  <a:pt x="733425" y="857250"/>
                </a:cubicBezTo>
                <a:cubicBezTo>
                  <a:pt x="778261" y="939450"/>
                  <a:pt x="751217" y="852219"/>
                  <a:pt x="771525" y="933450"/>
                </a:cubicBezTo>
                <a:cubicBezTo>
                  <a:pt x="766349" y="1068032"/>
                  <a:pt x="791645" y="1131335"/>
                  <a:pt x="742950" y="1228725"/>
                </a:cubicBezTo>
                <a:cubicBezTo>
                  <a:pt x="737830" y="1238964"/>
                  <a:pt x="731350" y="1248608"/>
                  <a:pt x="723900" y="1257300"/>
                </a:cubicBezTo>
                <a:cubicBezTo>
                  <a:pt x="712211" y="1270937"/>
                  <a:pt x="700567" y="1285177"/>
                  <a:pt x="685800" y="1295400"/>
                </a:cubicBezTo>
                <a:cubicBezTo>
                  <a:pt x="658924" y="1314007"/>
                  <a:pt x="630541" y="1331177"/>
                  <a:pt x="600075" y="1343025"/>
                </a:cubicBezTo>
                <a:cubicBezTo>
                  <a:pt x="572793" y="1353635"/>
                  <a:pt x="543414" y="1358587"/>
                  <a:pt x="514350" y="1362075"/>
                </a:cubicBezTo>
                <a:cubicBezTo>
                  <a:pt x="463813" y="1368139"/>
                  <a:pt x="412750" y="1368425"/>
                  <a:pt x="361950" y="1371600"/>
                </a:cubicBezTo>
                <a:cubicBezTo>
                  <a:pt x="285750" y="1368425"/>
                  <a:pt x="208310" y="1376130"/>
                  <a:pt x="133350" y="1362075"/>
                </a:cubicBezTo>
                <a:cubicBezTo>
                  <a:pt x="103910" y="1356555"/>
                  <a:pt x="83156" y="1329311"/>
                  <a:pt x="57150" y="1314450"/>
                </a:cubicBezTo>
                <a:cubicBezTo>
                  <a:pt x="38658" y="1303883"/>
                  <a:pt x="19050" y="1295400"/>
                  <a:pt x="0" y="1285875"/>
                </a:cubicBezTo>
                <a:cubicBezTo>
                  <a:pt x="3175" y="1250950"/>
                  <a:pt x="-109" y="1214820"/>
                  <a:pt x="9525" y="1181100"/>
                </a:cubicBezTo>
                <a:cubicBezTo>
                  <a:pt x="13226" y="1168148"/>
                  <a:pt x="32076" y="1164573"/>
                  <a:pt x="38100" y="1152525"/>
                </a:cubicBezTo>
                <a:cubicBezTo>
                  <a:pt x="49493" y="1129739"/>
                  <a:pt x="47625" y="1100980"/>
                  <a:pt x="47625" y="1076325"/>
                </a:cubicBezTo>
              </a:path>
            </a:pathLst>
          </a:custGeom>
          <a:solidFill>
            <a:srgbClr val="66FF33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330F4707-2187-8D76-F2EF-FC794086C32C}"/>
              </a:ext>
            </a:extLst>
          </p:cNvPr>
          <p:cNvSpPr/>
          <p:nvPr/>
        </p:nvSpPr>
        <p:spPr>
          <a:xfrm>
            <a:off x="1737525" y="2590747"/>
            <a:ext cx="687937" cy="726893"/>
          </a:xfrm>
          <a:custGeom>
            <a:avLst/>
            <a:gdLst>
              <a:gd name="connsiteX0" fmla="*/ 119137 w 687937"/>
              <a:gd name="connsiteY0" fmla="*/ 123825 h 726893"/>
              <a:gd name="connsiteX1" fmla="*/ 262012 w 687937"/>
              <a:gd name="connsiteY1" fmla="*/ 114300 h 726893"/>
              <a:gd name="connsiteX2" fmla="*/ 309637 w 687937"/>
              <a:gd name="connsiteY2" fmla="*/ 104775 h 726893"/>
              <a:gd name="connsiteX3" fmla="*/ 385837 w 687937"/>
              <a:gd name="connsiteY3" fmla="*/ 95250 h 726893"/>
              <a:gd name="connsiteX4" fmla="*/ 433462 w 687937"/>
              <a:gd name="connsiteY4" fmla="*/ 19050 h 726893"/>
              <a:gd name="connsiteX5" fmla="*/ 471562 w 687937"/>
              <a:gd name="connsiteY5" fmla="*/ 0 h 726893"/>
              <a:gd name="connsiteX6" fmla="*/ 519187 w 687937"/>
              <a:gd name="connsiteY6" fmla="*/ 9525 h 726893"/>
              <a:gd name="connsiteX7" fmla="*/ 509662 w 687937"/>
              <a:gd name="connsiteY7" fmla="*/ 104775 h 726893"/>
              <a:gd name="connsiteX8" fmla="*/ 528712 w 687937"/>
              <a:gd name="connsiteY8" fmla="*/ 238125 h 726893"/>
              <a:gd name="connsiteX9" fmla="*/ 557287 w 687937"/>
              <a:gd name="connsiteY9" fmla="*/ 276225 h 726893"/>
              <a:gd name="connsiteX10" fmla="*/ 604912 w 687937"/>
              <a:gd name="connsiteY10" fmla="*/ 371475 h 726893"/>
              <a:gd name="connsiteX11" fmla="*/ 623962 w 687937"/>
              <a:gd name="connsiteY11" fmla="*/ 409575 h 726893"/>
              <a:gd name="connsiteX12" fmla="*/ 662062 w 687937"/>
              <a:gd name="connsiteY12" fmla="*/ 485775 h 726893"/>
              <a:gd name="connsiteX13" fmla="*/ 671587 w 687937"/>
              <a:gd name="connsiteY13" fmla="*/ 552450 h 726893"/>
              <a:gd name="connsiteX14" fmla="*/ 681112 w 687937"/>
              <a:gd name="connsiteY14" fmla="*/ 590550 h 726893"/>
              <a:gd name="connsiteX15" fmla="*/ 671587 w 687937"/>
              <a:gd name="connsiteY15" fmla="*/ 685800 h 726893"/>
              <a:gd name="connsiteX16" fmla="*/ 338212 w 687937"/>
              <a:gd name="connsiteY16" fmla="*/ 714375 h 726893"/>
              <a:gd name="connsiteX17" fmla="*/ 4837 w 687937"/>
              <a:gd name="connsiteY17" fmla="*/ 533400 h 726893"/>
              <a:gd name="connsiteX18" fmla="*/ 33412 w 687937"/>
              <a:gd name="connsiteY18" fmla="*/ 428625 h 726893"/>
              <a:gd name="connsiteX19" fmla="*/ 14362 w 687937"/>
              <a:gd name="connsiteY19" fmla="*/ 171450 h 726893"/>
              <a:gd name="connsiteX20" fmla="*/ 4837 w 687937"/>
              <a:gd name="connsiteY20" fmla="*/ 123825 h 726893"/>
              <a:gd name="connsiteX21" fmla="*/ 119137 w 687937"/>
              <a:gd name="connsiteY21" fmla="*/ 123825 h 72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87937" h="726893">
                <a:moveTo>
                  <a:pt x="119137" y="123825"/>
                </a:moveTo>
                <a:cubicBezTo>
                  <a:pt x="161999" y="122238"/>
                  <a:pt x="214518" y="119049"/>
                  <a:pt x="262012" y="114300"/>
                </a:cubicBezTo>
                <a:cubicBezTo>
                  <a:pt x="278121" y="112689"/>
                  <a:pt x="293636" y="107237"/>
                  <a:pt x="309637" y="104775"/>
                </a:cubicBezTo>
                <a:cubicBezTo>
                  <a:pt x="334937" y="100883"/>
                  <a:pt x="360437" y="98425"/>
                  <a:pt x="385837" y="95250"/>
                </a:cubicBezTo>
                <a:cubicBezTo>
                  <a:pt x="397924" y="58990"/>
                  <a:pt x="396920" y="51024"/>
                  <a:pt x="433462" y="19050"/>
                </a:cubicBezTo>
                <a:cubicBezTo>
                  <a:pt x="444148" y="9700"/>
                  <a:pt x="458862" y="6350"/>
                  <a:pt x="471562" y="0"/>
                </a:cubicBezTo>
                <a:cubicBezTo>
                  <a:pt x="487437" y="3175"/>
                  <a:pt x="513654" y="-5690"/>
                  <a:pt x="519187" y="9525"/>
                </a:cubicBezTo>
                <a:cubicBezTo>
                  <a:pt x="530091" y="39512"/>
                  <a:pt x="509662" y="72867"/>
                  <a:pt x="509662" y="104775"/>
                </a:cubicBezTo>
                <a:cubicBezTo>
                  <a:pt x="509662" y="107082"/>
                  <a:pt x="519919" y="218340"/>
                  <a:pt x="528712" y="238125"/>
                </a:cubicBezTo>
                <a:cubicBezTo>
                  <a:pt x="535159" y="252632"/>
                  <a:pt x="549411" y="262442"/>
                  <a:pt x="557287" y="276225"/>
                </a:cubicBezTo>
                <a:cubicBezTo>
                  <a:pt x="574899" y="307046"/>
                  <a:pt x="589037" y="339725"/>
                  <a:pt x="604912" y="371475"/>
                </a:cubicBezTo>
                <a:cubicBezTo>
                  <a:pt x="611262" y="384175"/>
                  <a:pt x="616657" y="397399"/>
                  <a:pt x="623962" y="409575"/>
                </a:cubicBezTo>
                <a:cubicBezTo>
                  <a:pt x="657703" y="465809"/>
                  <a:pt x="646683" y="439637"/>
                  <a:pt x="662062" y="485775"/>
                </a:cubicBezTo>
                <a:cubicBezTo>
                  <a:pt x="665237" y="508000"/>
                  <a:pt x="667571" y="530361"/>
                  <a:pt x="671587" y="552450"/>
                </a:cubicBezTo>
                <a:cubicBezTo>
                  <a:pt x="673929" y="565330"/>
                  <a:pt x="681112" y="577459"/>
                  <a:pt x="681112" y="590550"/>
                </a:cubicBezTo>
                <a:cubicBezTo>
                  <a:pt x="681112" y="622458"/>
                  <a:pt x="701599" y="674963"/>
                  <a:pt x="671587" y="685800"/>
                </a:cubicBezTo>
                <a:cubicBezTo>
                  <a:pt x="566685" y="723681"/>
                  <a:pt x="449337" y="704850"/>
                  <a:pt x="338212" y="714375"/>
                </a:cubicBezTo>
                <a:cubicBezTo>
                  <a:pt x="22632" y="705093"/>
                  <a:pt x="-14353" y="811660"/>
                  <a:pt x="4837" y="533400"/>
                </a:cubicBezTo>
                <a:cubicBezTo>
                  <a:pt x="7328" y="497285"/>
                  <a:pt x="23887" y="463550"/>
                  <a:pt x="33412" y="428625"/>
                </a:cubicBezTo>
                <a:cubicBezTo>
                  <a:pt x="27062" y="342900"/>
                  <a:pt x="22386" y="257035"/>
                  <a:pt x="14362" y="171450"/>
                </a:cubicBezTo>
                <a:cubicBezTo>
                  <a:pt x="12851" y="155331"/>
                  <a:pt x="-9643" y="131065"/>
                  <a:pt x="4837" y="123825"/>
                </a:cubicBezTo>
                <a:cubicBezTo>
                  <a:pt x="60926" y="95780"/>
                  <a:pt x="76275" y="125412"/>
                  <a:pt x="119137" y="123825"/>
                </a:cubicBezTo>
                <a:close/>
              </a:path>
            </a:pathLst>
          </a:cu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C5B2849B-A4DF-3BA4-B800-81CFA0E12AE9}"/>
              </a:ext>
            </a:extLst>
          </p:cNvPr>
          <p:cNvSpPr/>
          <p:nvPr/>
        </p:nvSpPr>
        <p:spPr>
          <a:xfrm>
            <a:off x="4863151" y="4602001"/>
            <a:ext cx="1000125" cy="1295506"/>
          </a:xfrm>
          <a:custGeom>
            <a:avLst/>
            <a:gdLst>
              <a:gd name="connsiteX0" fmla="*/ 28575 w 1000125"/>
              <a:gd name="connsiteY0" fmla="*/ 1019175 h 1371600"/>
              <a:gd name="connsiteX1" fmla="*/ 190500 w 1000125"/>
              <a:gd name="connsiteY1" fmla="*/ 885825 h 1371600"/>
              <a:gd name="connsiteX2" fmla="*/ 209550 w 1000125"/>
              <a:gd name="connsiteY2" fmla="*/ 828675 h 1371600"/>
              <a:gd name="connsiteX3" fmla="*/ 238125 w 1000125"/>
              <a:gd name="connsiteY3" fmla="*/ 733425 h 1371600"/>
              <a:gd name="connsiteX4" fmla="*/ 266700 w 1000125"/>
              <a:gd name="connsiteY4" fmla="*/ 619125 h 1371600"/>
              <a:gd name="connsiteX5" fmla="*/ 285750 w 1000125"/>
              <a:gd name="connsiteY5" fmla="*/ 514350 h 1371600"/>
              <a:gd name="connsiteX6" fmla="*/ 276225 w 1000125"/>
              <a:gd name="connsiteY6" fmla="*/ 190500 h 1371600"/>
              <a:gd name="connsiteX7" fmla="*/ 247650 w 1000125"/>
              <a:gd name="connsiteY7" fmla="*/ 152400 h 1371600"/>
              <a:gd name="connsiteX8" fmla="*/ 190500 w 1000125"/>
              <a:gd name="connsiteY8" fmla="*/ 66675 h 1371600"/>
              <a:gd name="connsiteX9" fmla="*/ 171450 w 1000125"/>
              <a:gd name="connsiteY9" fmla="*/ 19050 h 1371600"/>
              <a:gd name="connsiteX10" fmla="*/ 200025 w 1000125"/>
              <a:gd name="connsiteY10" fmla="*/ 0 h 1371600"/>
              <a:gd name="connsiteX11" fmla="*/ 504825 w 1000125"/>
              <a:gd name="connsiteY11" fmla="*/ 9525 h 1371600"/>
              <a:gd name="connsiteX12" fmla="*/ 523875 w 1000125"/>
              <a:gd name="connsiteY12" fmla="*/ 57150 h 1371600"/>
              <a:gd name="connsiteX13" fmla="*/ 742950 w 1000125"/>
              <a:gd name="connsiteY13" fmla="*/ 66675 h 1371600"/>
              <a:gd name="connsiteX14" fmla="*/ 914400 w 1000125"/>
              <a:gd name="connsiteY14" fmla="*/ 38100 h 1371600"/>
              <a:gd name="connsiteX15" fmla="*/ 981075 w 1000125"/>
              <a:gd name="connsiteY15" fmla="*/ 85725 h 1371600"/>
              <a:gd name="connsiteX16" fmla="*/ 990600 w 1000125"/>
              <a:gd name="connsiteY16" fmla="*/ 133350 h 1371600"/>
              <a:gd name="connsiteX17" fmla="*/ 1000125 w 1000125"/>
              <a:gd name="connsiteY17" fmla="*/ 161925 h 1371600"/>
              <a:gd name="connsiteX18" fmla="*/ 990600 w 1000125"/>
              <a:gd name="connsiteY18" fmla="*/ 209550 h 1371600"/>
              <a:gd name="connsiteX19" fmla="*/ 962025 w 1000125"/>
              <a:gd name="connsiteY19" fmla="*/ 238125 h 1371600"/>
              <a:gd name="connsiteX20" fmla="*/ 895350 w 1000125"/>
              <a:gd name="connsiteY20" fmla="*/ 276225 h 1371600"/>
              <a:gd name="connsiteX21" fmla="*/ 857250 w 1000125"/>
              <a:gd name="connsiteY21" fmla="*/ 285750 h 1371600"/>
              <a:gd name="connsiteX22" fmla="*/ 828675 w 1000125"/>
              <a:gd name="connsiteY22" fmla="*/ 361950 h 1371600"/>
              <a:gd name="connsiteX23" fmla="*/ 809625 w 1000125"/>
              <a:gd name="connsiteY23" fmla="*/ 476250 h 1371600"/>
              <a:gd name="connsiteX24" fmla="*/ 800100 w 1000125"/>
              <a:gd name="connsiteY24" fmla="*/ 504825 h 1371600"/>
              <a:gd name="connsiteX25" fmla="*/ 790575 w 1000125"/>
              <a:gd name="connsiteY25" fmla="*/ 561975 h 1371600"/>
              <a:gd name="connsiteX26" fmla="*/ 733425 w 1000125"/>
              <a:gd name="connsiteY26" fmla="*/ 685800 h 1371600"/>
              <a:gd name="connsiteX27" fmla="*/ 704850 w 1000125"/>
              <a:gd name="connsiteY27" fmla="*/ 790575 h 1371600"/>
              <a:gd name="connsiteX28" fmla="*/ 733425 w 1000125"/>
              <a:gd name="connsiteY28" fmla="*/ 857250 h 1371600"/>
              <a:gd name="connsiteX29" fmla="*/ 771525 w 1000125"/>
              <a:gd name="connsiteY29" fmla="*/ 933450 h 1371600"/>
              <a:gd name="connsiteX30" fmla="*/ 742950 w 1000125"/>
              <a:gd name="connsiteY30" fmla="*/ 1228725 h 1371600"/>
              <a:gd name="connsiteX31" fmla="*/ 723900 w 1000125"/>
              <a:gd name="connsiteY31" fmla="*/ 1257300 h 1371600"/>
              <a:gd name="connsiteX32" fmla="*/ 685800 w 1000125"/>
              <a:gd name="connsiteY32" fmla="*/ 1295400 h 1371600"/>
              <a:gd name="connsiteX33" fmla="*/ 600075 w 1000125"/>
              <a:gd name="connsiteY33" fmla="*/ 1343025 h 1371600"/>
              <a:gd name="connsiteX34" fmla="*/ 514350 w 1000125"/>
              <a:gd name="connsiteY34" fmla="*/ 1362075 h 1371600"/>
              <a:gd name="connsiteX35" fmla="*/ 361950 w 1000125"/>
              <a:gd name="connsiteY35" fmla="*/ 1371600 h 1371600"/>
              <a:gd name="connsiteX36" fmla="*/ 133350 w 1000125"/>
              <a:gd name="connsiteY36" fmla="*/ 1362075 h 1371600"/>
              <a:gd name="connsiteX37" fmla="*/ 57150 w 1000125"/>
              <a:gd name="connsiteY37" fmla="*/ 1314450 h 1371600"/>
              <a:gd name="connsiteX38" fmla="*/ 0 w 1000125"/>
              <a:gd name="connsiteY38" fmla="*/ 1285875 h 1371600"/>
              <a:gd name="connsiteX39" fmla="*/ 9525 w 1000125"/>
              <a:gd name="connsiteY39" fmla="*/ 1181100 h 1371600"/>
              <a:gd name="connsiteX40" fmla="*/ 38100 w 1000125"/>
              <a:gd name="connsiteY40" fmla="*/ 1152525 h 1371600"/>
              <a:gd name="connsiteX41" fmla="*/ 47625 w 1000125"/>
              <a:gd name="connsiteY41" fmla="*/ 107632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00125" h="1371600">
                <a:moveTo>
                  <a:pt x="28575" y="1019175"/>
                </a:moveTo>
                <a:cubicBezTo>
                  <a:pt x="113290" y="985289"/>
                  <a:pt x="104881" y="995907"/>
                  <a:pt x="190500" y="885825"/>
                </a:cubicBezTo>
                <a:cubicBezTo>
                  <a:pt x="202828" y="869974"/>
                  <a:pt x="203780" y="847909"/>
                  <a:pt x="209550" y="828675"/>
                </a:cubicBezTo>
                <a:cubicBezTo>
                  <a:pt x="252736" y="684723"/>
                  <a:pt x="170773" y="935482"/>
                  <a:pt x="238125" y="733425"/>
                </a:cubicBezTo>
                <a:cubicBezTo>
                  <a:pt x="258241" y="592611"/>
                  <a:pt x="233088" y="731167"/>
                  <a:pt x="266700" y="619125"/>
                </a:cubicBezTo>
                <a:cubicBezTo>
                  <a:pt x="271692" y="602484"/>
                  <a:pt x="283489" y="527916"/>
                  <a:pt x="285750" y="514350"/>
                </a:cubicBezTo>
                <a:cubicBezTo>
                  <a:pt x="282575" y="406400"/>
                  <a:pt x="287531" y="297903"/>
                  <a:pt x="276225" y="190500"/>
                </a:cubicBezTo>
                <a:cubicBezTo>
                  <a:pt x="274563" y="174712"/>
                  <a:pt x="255818" y="166013"/>
                  <a:pt x="247650" y="152400"/>
                </a:cubicBezTo>
                <a:cubicBezTo>
                  <a:pt x="195751" y="65902"/>
                  <a:pt x="245077" y="121252"/>
                  <a:pt x="190500" y="66675"/>
                </a:cubicBezTo>
                <a:cubicBezTo>
                  <a:pt x="184150" y="50800"/>
                  <a:pt x="169032" y="35976"/>
                  <a:pt x="171450" y="19050"/>
                </a:cubicBezTo>
                <a:cubicBezTo>
                  <a:pt x="173069" y="7717"/>
                  <a:pt x="188582" y="327"/>
                  <a:pt x="200025" y="0"/>
                </a:cubicBezTo>
                <a:lnTo>
                  <a:pt x="504825" y="9525"/>
                </a:lnTo>
                <a:cubicBezTo>
                  <a:pt x="511175" y="25400"/>
                  <a:pt x="509868" y="47345"/>
                  <a:pt x="523875" y="57150"/>
                </a:cubicBezTo>
                <a:cubicBezTo>
                  <a:pt x="574475" y="92570"/>
                  <a:pt x="705039" y="69202"/>
                  <a:pt x="742950" y="66675"/>
                </a:cubicBezTo>
                <a:cubicBezTo>
                  <a:pt x="875572" y="22468"/>
                  <a:pt x="817636" y="21973"/>
                  <a:pt x="914400" y="38100"/>
                </a:cubicBezTo>
                <a:cubicBezTo>
                  <a:pt x="937412" y="49606"/>
                  <a:pt x="968203" y="59982"/>
                  <a:pt x="981075" y="85725"/>
                </a:cubicBezTo>
                <a:cubicBezTo>
                  <a:pt x="988315" y="100205"/>
                  <a:pt x="986673" y="117644"/>
                  <a:pt x="990600" y="133350"/>
                </a:cubicBezTo>
                <a:cubicBezTo>
                  <a:pt x="993035" y="143090"/>
                  <a:pt x="996950" y="152400"/>
                  <a:pt x="1000125" y="161925"/>
                </a:cubicBezTo>
                <a:cubicBezTo>
                  <a:pt x="996950" y="177800"/>
                  <a:pt x="997840" y="195070"/>
                  <a:pt x="990600" y="209550"/>
                </a:cubicBezTo>
                <a:cubicBezTo>
                  <a:pt x="984576" y="221598"/>
                  <a:pt x="972373" y="229501"/>
                  <a:pt x="962025" y="238125"/>
                </a:cubicBezTo>
                <a:cubicBezTo>
                  <a:pt x="946951" y="250686"/>
                  <a:pt x="912289" y="269873"/>
                  <a:pt x="895350" y="276225"/>
                </a:cubicBezTo>
                <a:cubicBezTo>
                  <a:pt x="883093" y="280822"/>
                  <a:pt x="869950" y="282575"/>
                  <a:pt x="857250" y="285750"/>
                </a:cubicBezTo>
                <a:cubicBezTo>
                  <a:pt x="847725" y="311150"/>
                  <a:pt x="835254" y="335633"/>
                  <a:pt x="828675" y="361950"/>
                </a:cubicBezTo>
                <a:cubicBezTo>
                  <a:pt x="819307" y="399422"/>
                  <a:pt x="817200" y="438375"/>
                  <a:pt x="809625" y="476250"/>
                </a:cubicBezTo>
                <a:cubicBezTo>
                  <a:pt x="807656" y="486095"/>
                  <a:pt x="802278" y="495024"/>
                  <a:pt x="800100" y="504825"/>
                </a:cubicBezTo>
                <a:cubicBezTo>
                  <a:pt x="795910" y="523678"/>
                  <a:pt x="795657" y="543343"/>
                  <a:pt x="790575" y="561975"/>
                </a:cubicBezTo>
                <a:cubicBezTo>
                  <a:pt x="776577" y="613301"/>
                  <a:pt x="753263" y="631953"/>
                  <a:pt x="733425" y="685800"/>
                </a:cubicBezTo>
                <a:cubicBezTo>
                  <a:pt x="720910" y="719769"/>
                  <a:pt x="714375" y="755650"/>
                  <a:pt x="704850" y="790575"/>
                </a:cubicBezTo>
                <a:cubicBezTo>
                  <a:pt x="714375" y="812800"/>
                  <a:pt x="721846" y="836022"/>
                  <a:pt x="733425" y="857250"/>
                </a:cubicBezTo>
                <a:cubicBezTo>
                  <a:pt x="778261" y="939450"/>
                  <a:pt x="751217" y="852219"/>
                  <a:pt x="771525" y="933450"/>
                </a:cubicBezTo>
                <a:cubicBezTo>
                  <a:pt x="766349" y="1068032"/>
                  <a:pt x="791645" y="1131335"/>
                  <a:pt x="742950" y="1228725"/>
                </a:cubicBezTo>
                <a:cubicBezTo>
                  <a:pt x="737830" y="1238964"/>
                  <a:pt x="731350" y="1248608"/>
                  <a:pt x="723900" y="1257300"/>
                </a:cubicBezTo>
                <a:cubicBezTo>
                  <a:pt x="712211" y="1270937"/>
                  <a:pt x="700567" y="1285177"/>
                  <a:pt x="685800" y="1295400"/>
                </a:cubicBezTo>
                <a:cubicBezTo>
                  <a:pt x="658924" y="1314007"/>
                  <a:pt x="630541" y="1331177"/>
                  <a:pt x="600075" y="1343025"/>
                </a:cubicBezTo>
                <a:cubicBezTo>
                  <a:pt x="572793" y="1353635"/>
                  <a:pt x="543414" y="1358587"/>
                  <a:pt x="514350" y="1362075"/>
                </a:cubicBezTo>
                <a:cubicBezTo>
                  <a:pt x="463813" y="1368139"/>
                  <a:pt x="412750" y="1368425"/>
                  <a:pt x="361950" y="1371600"/>
                </a:cubicBezTo>
                <a:cubicBezTo>
                  <a:pt x="285750" y="1368425"/>
                  <a:pt x="208310" y="1376130"/>
                  <a:pt x="133350" y="1362075"/>
                </a:cubicBezTo>
                <a:cubicBezTo>
                  <a:pt x="103910" y="1356555"/>
                  <a:pt x="83156" y="1329311"/>
                  <a:pt x="57150" y="1314450"/>
                </a:cubicBezTo>
                <a:cubicBezTo>
                  <a:pt x="38658" y="1303883"/>
                  <a:pt x="19050" y="1295400"/>
                  <a:pt x="0" y="1285875"/>
                </a:cubicBezTo>
                <a:cubicBezTo>
                  <a:pt x="3175" y="1250950"/>
                  <a:pt x="-109" y="1214820"/>
                  <a:pt x="9525" y="1181100"/>
                </a:cubicBezTo>
                <a:cubicBezTo>
                  <a:pt x="13226" y="1168148"/>
                  <a:pt x="32076" y="1164573"/>
                  <a:pt x="38100" y="1152525"/>
                </a:cubicBezTo>
                <a:cubicBezTo>
                  <a:pt x="49493" y="1129739"/>
                  <a:pt x="47625" y="1100980"/>
                  <a:pt x="47625" y="1076325"/>
                </a:cubicBezTo>
              </a:path>
            </a:pathLst>
          </a:custGeom>
          <a:solidFill>
            <a:srgbClr val="66FF33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자유형: 도형 72">
            <a:extLst>
              <a:ext uri="{FF2B5EF4-FFF2-40B4-BE49-F238E27FC236}">
                <a16:creationId xmlns:a16="http://schemas.microsoft.com/office/drawing/2014/main" id="{0348D402-5DCF-0952-EDD0-3C3DDF6766BE}"/>
              </a:ext>
            </a:extLst>
          </p:cNvPr>
          <p:cNvSpPr/>
          <p:nvPr/>
        </p:nvSpPr>
        <p:spPr>
          <a:xfrm>
            <a:off x="5749210" y="5097716"/>
            <a:ext cx="687937" cy="726893"/>
          </a:xfrm>
          <a:custGeom>
            <a:avLst/>
            <a:gdLst>
              <a:gd name="connsiteX0" fmla="*/ 119137 w 687937"/>
              <a:gd name="connsiteY0" fmla="*/ 123825 h 726893"/>
              <a:gd name="connsiteX1" fmla="*/ 262012 w 687937"/>
              <a:gd name="connsiteY1" fmla="*/ 114300 h 726893"/>
              <a:gd name="connsiteX2" fmla="*/ 309637 w 687937"/>
              <a:gd name="connsiteY2" fmla="*/ 104775 h 726893"/>
              <a:gd name="connsiteX3" fmla="*/ 385837 w 687937"/>
              <a:gd name="connsiteY3" fmla="*/ 95250 h 726893"/>
              <a:gd name="connsiteX4" fmla="*/ 433462 w 687937"/>
              <a:gd name="connsiteY4" fmla="*/ 19050 h 726893"/>
              <a:gd name="connsiteX5" fmla="*/ 471562 w 687937"/>
              <a:gd name="connsiteY5" fmla="*/ 0 h 726893"/>
              <a:gd name="connsiteX6" fmla="*/ 519187 w 687937"/>
              <a:gd name="connsiteY6" fmla="*/ 9525 h 726893"/>
              <a:gd name="connsiteX7" fmla="*/ 509662 w 687937"/>
              <a:gd name="connsiteY7" fmla="*/ 104775 h 726893"/>
              <a:gd name="connsiteX8" fmla="*/ 528712 w 687937"/>
              <a:gd name="connsiteY8" fmla="*/ 238125 h 726893"/>
              <a:gd name="connsiteX9" fmla="*/ 557287 w 687937"/>
              <a:gd name="connsiteY9" fmla="*/ 276225 h 726893"/>
              <a:gd name="connsiteX10" fmla="*/ 604912 w 687937"/>
              <a:gd name="connsiteY10" fmla="*/ 371475 h 726893"/>
              <a:gd name="connsiteX11" fmla="*/ 623962 w 687937"/>
              <a:gd name="connsiteY11" fmla="*/ 409575 h 726893"/>
              <a:gd name="connsiteX12" fmla="*/ 662062 w 687937"/>
              <a:gd name="connsiteY12" fmla="*/ 485775 h 726893"/>
              <a:gd name="connsiteX13" fmla="*/ 671587 w 687937"/>
              <a:gd name="connsiteY13" fmla="*/ 552450 h 726893"/>
              <a:gd name="connsiteX14" fmla="*/ 681112 w 687937"/>
              <a:gd name="connsiteY14" fmla="*/ 590550 h 726893"/>
              <a:gd name="connsiteX15" fmla="*/ 671587 w 687937"/>
              <a:gd name="connsiteY15" fmla="*/ 685800 h 726893"/>
              <a:gd name="connsiteX16" fmla="*/ 338212 w 687937"/>
              <a:gd name="connsiteY16" fmla="*/ 714375 h 726893"/>
              <a:gd name="connsiteX17" fmla="*/ 4837 w 687937"/>
              <a:gd name="connsiteY17" fmla="*/ 533400 h 726893"/>
              <a:gd name="connsiteX18" fmla="*/ 33412 w 687937"/>
              <a:gd name="connsiteY18" fmla="*/ 428625 h 726893"/>
              <a:gd name="connsiteX19" fmla="*/ 14362 w 687937"/>
              <a:gd name="connsiteY19" fmla="*/ 171450 h 726893"/>
              <a:gd name="connsiteX20" fmla="*/ 4837 w 687937"/>
              <a:gd name="connsiteY20" fmla="*/ 123825 h 726893"/>
              <a:gd name="connsiteX21" fmla="*/ 119137 w 687937"/>
              <a:gd name="connsiteY21" fmla="*/ 123825 h 72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87937" h="726893">
                <a:moveTo>
                  <a:pt x="119137" y="123825"/>
                </a:moveTo>
                <a:cubicBezTo>
                  <a:pt x="161999" y="122238"/>
                  <a:pt x="214518" y="119049"/>
                  <a:pt x="262012" y="114300"/>
                </a:cubicBezTo>
                <a:cubicBezTo>
                  <a:pt x="278121" y="112689"/>
                  <a:pt x="293636" y="107237"/>
                  <a:pt x="309637" y="104775"/>
                </a:cubicBezTo>
                <a:cubicBezTo>
                  <a:pt x="334937" y="100883"/>
                  <a:pt x="360437" y="98425"/>
                  <a:pt x="385837" y="95250"/>
                </a:cubicBezTo>
                <a:cubicBezTo>
                  <a:pt x="397924" y="58990"/>
                  <a:pt x="396920" y="51024"/>
                  <a:pt x="433462" y="19050"/>
                </a:cubicBezTo>
                <a:cubicBezTo>
                  <a:pt x="444148" y="9700"/>
                  <a:pt x="458862" y="6350"/>
                  <a:pt x="471562" y="0"/>
                </a:cubicBezTo>
                <a:cubicBezTo>
                  <a:pt x="487437" y="3175"/>
                  <a:pt x="513654" y="-5690"/>
                  <a:pt x="519187" y="9525"/>
                </a:cubicBezTo>
                <a:cubicBezTo>
                  <a:pt x="530091" y="39512"/>
                  <a:pt x="509662" y="72867"/>
                  <a:pt x="509662" y="104775"/>
                </a:cubicBezTo>
                <a:cubicBezTo>
                  <a:pt x="509662" y="107082"/>
                  <a:pt x="519919" y="218340"/>
                  <a:pt x="528712" y="238125"/>
                </a:cubicBezTo>
                <a:cubicBezTo>
                  <a:pt x="535159" y="252632"/>
                  <a:pt x="549411" y="262442"/>
                  <a:pt x="557287" y="276225"/>
                </a:cubicBezTo>
                <a:cubicBezTo>
                  <a:pt x="574899" y="307046"/>
                  <a:pt x="589037" y="339725"/>
                  <a:pt x="604912" y="371475"/>
                </a:cubicBezTo>
                <a:cubicBezTo>
                  <a:pt x="611262" y="384175"/>
                  <a:pt x="616657" y="397399"/>
                  <a:pt x="623962" y="409575"/>
                </a:cubicBezTo>
                <a:cubicBezTo>
                  <a:pt x="657703" y="465809"/>
                  <a:pt x="646683" y="439637"/>
                  <a:pt x="662062" y="485775"/>
                </a:cubicBezTo>
                <a:cubicBezTo>
                  <a:pt x="665237" y="508000"/>
                  <a:pt x="667571" y="530361"/>
                  <a:pt x="671587" y="552450"/>
                </a:cubicBezTo>
                <a:cubicBezTo>
                  <a:pt x="673929" y="565330"/>
                  <a:pt x="681112" y="577459"/>
                  <a:pt x="681112" y="590550"/>
                </a:cubicBezTo>
                <a:cubicBezTo>
                  <a:pt x="681112" y="622458"/>
                  <a:pt x="701599" y="674963"/>
                  <a:pt x="671587" y="685800"/>
                </a:cubicBezTo>
                <a:cubicBezTo>
                  <a:pt x="566685" y="723681"/>
                  <a:pt x="449337" y="704850"/>
                  <a:pt x="338212" y="714375"/>
                </a:cubicBezTo>
                <a:cubicBezTo>
                  <a:pt x="22632" y="705093"/>
                  <a:pt x="-14353" y="811660"/>
                  <a:pt x="4837" y="533400"/>
                </a:cubicBezTo>
                <a:cubicBezTo>
                  <a:pt x="7328" y="497285"/>
                  <a:pt x="23887" y="463550"/>
                  <a:pt x="33412" y="428625"/>
                </a:cubicBezTo>
                <a:cubicBezTo>
                  <a:pt x="27062" y="342900"/>
                  <a:pt x="22386" y="257035"/>
                  <a:pt x="14362" y="171450"/>
                </a:cubicBezTo>
                <a:cubicBezTo>
                  <a:pt x="12851" y="155331"/>
                  <a:pt x="-9643" y="131065"/>
                  <a:pt x="4837" y="123825"/>
                </a:cubicBezTo>
                <a:cubicBezTo>
                  <a:pt x="60926" y="95780"/>
                  <a:pt x="76275" y="125412"/>
                  <a:pt x="119137" y="123825"/>
                </a:cubicBezTo>
                <a:close/>
              </a:path>
            </a:pathLst>
          </a:cu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자유형: 도형 73">
            <a:extLst>
              <a:ext uri="{FF2B5EF4-FFF2-40B4-BE49-F238E27FC236}">
                <a16:creationId xmlns:a16="http://schemas.microsoft.com/office/drawing/2014/main" id="{5432FA24-6267-4413-612F-0495B86A3376}"/>
              </a:ext>
            </a:extLst>
          </p:cNvPr>
          <p:cNvSpPr/>
          <p:nvPr/>
        </p:nvSpPr>
        <p:spPr>
          <a:xfrm>
            <a:off x="965532" y="4583123"/>
            <a:ext cx="1000125" cy="1295506"/>
          </a:xfrm>
          <a:custGeom>
            <a:avLst/>
            <a:gdLst>
              <a:gd name="connsiteX0" fmla="*/ 28575 w 1000125"/>
              <a:gd name="connsiteY0" fmla="*/ 1019175 h 1371600"/>
              <a:gd name="connsiteX1" fmla="*/ 190500 w 1000125"/>
              <a:gd name="connsiteY1" fmla="*/ 885825 h 1371600"/>
              <a:gd name="connsiteX2" fmla="*/ 209550 w 1000125"/>
              <a:gd name="connsiteY2" fmla="*/ 828675 h 1371600"/>
              <a:gd name="connsiteX3" fmla="*/ 238125 w 1000125"/>
              <a:gd name="connsiteY3" fmla="*/ 733425 h 1371600"/>
              <a:gd name="connsiteX4" fmla="*/ 266700 w 1000125"/>
              <a:gd name="connsiteY4" fmla="*/ 619125 h 1371600"/>
              <a:gd name="connsiteX5" fmla="*/ 285750 w 1000125"/>
              <a:gd name="connsiteY5" fmla="*/ 514350 h 1371600"/>
              <a:gd name="connsiteX6" fmla="*/ 276225 w 1000125"/>
              <a:gd name="connsiteY6" fmla="*/ 190500 h 1371600"/>
              <a:gd name="connsiteX7" fmla="*/ 247650 w 1000125"/>
              <a:gd name="connsiteY7" fmla="*/ 152400 h 1371600"/>
              <a:gd name="connsiteX8" fmla="*/ 190500 w 1000125"/>
              <a:gd name="connsiteY8" fmla="*/ 66675 h 1371600"/>
              <a:gd name="connsiteX9" fmla="*/ 171450 w 1000125"/>
              <a:gd name="connsiteY9" fmla="*/ 19050 h 1371600"/>
              <a:gd name="connsiteX10" fmla="*/ 200025 w 1000125"/>
              <a:gd name="connsiteY10" fmla="*/ 0 h 1371600"/>
              <a:gd name="connsiteX11" fmla="*/ 504825 w 1000125"/>
              <a:gd name="connsiteY11" fmla="*/ 9525 h 1371600"/>
              <a:gd name="connsiteX12" fmla="*/ 523875 w 1000125"/>
              <a:gd name="connsiteY12" fmla="*/ 57150 h 1371600"/>
              <a:gd name="connsiteX13" fmla="*/ 742950 w 1000125"/>
              <a:gd name="connsiteY13" fmla="*/ 66675 h 1371600"/>
              <a:gd name="connsiteX14" fmla="*/ 914400 w 1000125"/>
              <a:gd name="connsiteY14" fmla="*/ 38100 h 1371600"/>
              <a:gd name="connsiteX15" fmla="*/ 981075 w 1000125"/>
              <a:gd name="connsiteY15" fmla="*/ 85725 h 1371600"/>
              <a:gd name="connsiteX16" fmla="*/ 990600 w 1000125"/>
              <a:gd name="connsiteY16" fmla="*/ 133350 h 1371600"/>
              <a:gd name="connsiteX17" fmla="*/ 1000125 w 1000125"/>
              <a:gd name="connsiteY17" fmla="*/ 161925 h 1371600"/>
              <a:gd name="connsiteX18" fmla="*/ 990600 w 1000125"/>
              <a:gd name="connsiteY18" fmla="*/ 209550 h 1371600"/>
              <a:gd name="connsiteX19" fmla="*/ 962025 w 1000125"/>
              <a:gd name="connsiteY19" fmla="*/ 238125 h 1371600"/>
              <a:gd name="connsiteX20" fmla="*/ 895350 w 1000125"/>
              <a:gd name="connsiteY20" fmla="*/ 276225 h 1371600"/>
              <a:gd name="connsiteX21" fmla="*/ 857250 w 1000125"/>
              <a:gd name="connsiteY21" fmla="*/ 285750 h 1371600"/>
              <a:gd name="connsiteX22" fmla="*/ 828675 w 1000125"/>
              <a:gd name="connsiteY22" fmla="*/ 361950 h 1371600"/>
              <a:gd name="connsiteX23" fmla="*/ 809625 w 1000125"/>
              <a:gd name="connsiteY23" fmla="*/ 476250 h 1371600"/>
              <a:gd name="connsiteX24" fmla="*/ 800100 w 1000125"/>
              <a:gd name="connsiteY24" fmla="*/ 504825 h 1371600"/>
              <a:gd name="connsiteX25" fmla="*/ 790575 w 1000125"/>
              <a:gd name="connsiteY25" fmla="*/ 561975 h 1371600"/>
              <a:gd name="connsiteX26" fmla="*/ 733425 w 1000125"/>
              <a:gd name="connsiteY26" fmla="*/ 685800 h 1371600"/>
              <a:gd name="connsiteX27" fmla="*/ 704850 w 1000125"/>
              <a:gd name="connsiteY27" fmla="*/ 790575 h 1371600"/>
              <a:gd name="connsiteX28" fmla="*/ 733425 w 1000125"/>
              <a:gd name="connsiteY28" fmla="*/ 857250 h 1371600"/>
              <a:gd name="connsiteX29" fmla="*/ 771525 w 1000125"/>
              <a:gd name="connsiteY29" fmla="*/ 933450 h 1371600"/>
              <a:gd name="connsiteX30" fmla="*/ 742950 w 1000125"/>
              <a:gd name="connsiteY30" fmla="*/ 1228725 h 1371600"/>
              <a:gd name="connsiteX31" fmla="*/ 723900 w 1000125"/>
              <a:gd name="connsiteY31" fmla="*/ 1257300 h 1371600"/>
              <a:gd name="connsiteX32" fmla="*/ 685800 w 1000125"/>
              <a:gd name="connsiteY32" fmla="*/ 1295400 h 1371600"/>
              <a:gd name="connsiteX33" fmla="*/ 600075 w 1000125"/>
              <a:gd name="connsiteY33" fmla="*/ 1343025 h 1371600"/>
              <a:gd name="connsiteX34" fmla="*/ 514350 w 1000125"/>
              <a:gd name="connsiteY34" fmla="*/ 1362075 h 1371600"/>
              <a:gd name="connsiteX35" fmla="*/ 361950 w 1000125"/>
              <a:gd name="connsiteY35" fmla="*/ 1371600 h 1371600"/>
              <a:gd name="connsiteX36" fmla="*/ 133350 w 1000125"/>
              <a:gd name="connsiteY36" fmla="*/ 1362075 h 1371600"/>
              <a:gd name="connsiteX37" fmla="*/ 57150 w 1000125"/>
              <a:gd name="connsiteY37" fmla="*/ 1314450 h 1371600"/>
              <a:gd name="connsiteX38" fmla="*/ 0 w 1000125"/>
              <a:gd name="connsiteY38" fmla="*/ 1285875 h 1371600"/>
              <a:gd name="connsiteX39" fmla="*/ 9525 w 1000125"/>
              <a:gd name="connsiteY39" fmla="*/ 1181100 h 1371600"/>
              <a:gd name="connsiteX40" fmla="*/ 38100 w 1000125"/>
              <a:gd name="connsiteY40" fmla="*/ 1152525 h 1371600"/>
              <a:gd name="connsiteX41" fmla="*/ 47625 w 1000125"/>
              <a:gd name="connsiteY41" fmla="*/ 107632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00125" h="1371600">
                <a:moveTo>
                  <a:pt x="28575" y="1019175"/>
                </a:moveTo>
                <a:cubicBezTo>
                  <a:pt x="113290" y="985289"/>
                  <a:pt x="104881" y="995907"/>
                  <a:pt x="190500" y="885825"/>
                </a:cubicBezTo>
                <a:cubicBezTo>
                  <a:pt x="202828" y="869974"/>
                  <a:pt x="203780" y="847909"/>
                  <a:pt x="209550" y="828675"/>
                </a:cubicBezTo>
                <a:cubicBezTo>
                  <a:pt x="252736" y="684723"/>
                  <a:pt x="170773" y="935482"/>
                  <a:pt x="238125" y="733425"/>
                </a:cubicBezTo>
                <a:cubicBezTo>
                  <a:pt x="258241" y="592611"/>
                  <a:pt x="233088" y="731167"/>
                  <a:pt x="266700" y="619125"/>
                </a:cubicBezTo>
                <a:cubicBezTo>
                  <a:pt x="271692" y="602484"/>
                  <a:pt x="283489" y="527916"/>
                  <a:pt x="285750" y="514350"/>
                </a:cubicBezTo>
                <a:cubicBezTo>
                  <a:pt x="282575" y="406400"/>
                  <a:pt x="287531" y="297903"/>
                  <a:pt x="276225" y="190500"/>
                </a:cubicBezTo>
                <a:cubicBezTo>
                  <a:pt x="274563" y="174712"/>
                  <a:pt x="255818" y="166013"/>
                  <a:pt x="247650" y="152400"/>
                </a:cubicBezTo>
                <a:cubicBezTo>
                  <a:pt x="195751" y="65902"/>
                  <a:pt x="245077" y="121252"/>
                  <a:pt x="190500" y="66675"/>
                </a:cubicBezTo>
                <a:cubicBezTo>
                  <a:pt x="184150" y="50800"/>
                  <a:pt x="169032" y="35976"/>
                  <a:pt x="171450" y="19050"/>
                </a:cubicBezTo>
                <a:cubicBezTo>
                  <a:pt x="173069" y="7717"/>
                  <a:pt x="188582" y="327"/>
                  <a:pt x="200025" y="0"/>
                </a:cubicBezTo>
                <a:lnTo>
                  <a:pt x="504825" y="9525"/>
                </a:lnTo>
                <a:cubicBezTo>
                  <a:pt x="511175" y="25400"/>
                  <a:pt x="509868" y="47345"/>
                  <a:pt x="523875" y="57150"/>
                </a:cubicBezTo>
                <a:cubicBezTo>
                  <a:pt x="574475" y="92570"/>
                  <a:pt x="705039" y="69202"/>
                  <a:pt x="742950" y="66675"/>
                </a:cubicBezTo>
                <a:cubicBezTo>
                  <a:pt x="875572" y="22468"/>
                  <a:pt x="817636" y="21973"/>
                  <a:pt x="914400" y="38100"/>
                </a:cubicBezTo>
                <a:cubicBezTo>
                  <a:pt x="937412" y="49606"/>
                  <a:pt x="968203" y="59982"/>
                  <a:pt x="981075" y="85725"/>
                </a:cubicBezTo>
                <a:cubicBezTo>
                  <a:pt x="988315" y="100205"/>
                  <a:pt x="986673" y="117644"/>
                  <a:pt x="990600" y="133350"/>
                </a:cubicBezTo>
                <a:cubicBezTo>
                  <a:pt x="993035" y="143090"/>
                  <a:pt x="996950" y="152400"/>
                  <a:pt x="1000125" y="161925"/>
                </a:cubicBezTo>
                <a:cubicBezTo>
                  <a:pt x="996950" y="177800"/>
                  <a:pt x="997840" y="195070"/>
                  <a:pt x="990600" y="209550"/>
                </a:cubicBezTo>
                <a:cubicBezTo>
                  <a:pt x="984576" y="221598"/>
                  <a:pt x="972373" y="229501"/>
                  <a:pt x="962025" y="238125"/>
                </a:cubicBezTo>
                <a:cubicBezTo>
                  <a:pt x="946951" y="250686"/>
                  <a:pt x="912289" y="269873"/>
                  <a:pt x="895350" y="276225"/>
                </a:cubicBezTo>
                <a:cubicBezTo>
                  <a:pt x="883093" y="280822"/>
                  <a:pt x="869950" y="282575"/>
                  <a:pt x="857250" y="285750"/>
                </a:cubicBezTo>
                <a:cubicBezTo>
                  <a:pt x="847725" y="311150"/>
                  <a:pt x="835254" y="335633"/>
                  <a:pt x="828675" y="361950"/>
                </a:cubicBezTo>
                <a:cubicBezTo>
                  <a:pt x="819307" y="399422"/>
                  <a:pt x="817200" y="438375"/>
                  <a:pt x="809625" y="476250"/>
                </a:cubicBezTo>
                <a:cubicBezTo>
                  <a:pt x="807656" y="486095"/>
                  <a:pt x="802278" y="495024"/>
                  <a:pt x="800100" y="504825"/>
                </a:cubicBezTo>
                <a:cubicBezTo>
                  <a:pt x="795910" y="523678"/>
                  <a:pt x="795657" y="543343"/>
                  <a:pt x="790575" y="561975"/>
                </a:cubicBezTo>
                <a:cubicBezTo>
                  <a:pt x="776577" y="613301"/>
                  <a:pt x="753263" y="631953"/>
                  <a:pt x="733425" y="685800"/>
                </a:cubicBezTo>
                <a:cubicBezTo>
                  <a:pt x="720910" y="719769"/>
                  <a:pt x="714375" y="755650"/>
                  <a:pt x="704850" y="790575"/>
                </a:cubicBezTo>
                <a:cubicBezTo>
                  <a:pt x="714375" y="812800"/>
                  <a:pt x="721846" y="836022"/>
                  <a:pt x="733425" y="857250"/>
                </a:cubicBezTo>
                <a:cubicBezTo>
                  <a:pt x="778261" y="939450"/>
                  <a:pt x="751217" y="852219"/>
                  <a:pt x="771525" y="933450"/>
                </a:cubicBezTo>
                <a:cubicBezTo>
                  <a:pt x="766349" y="1068032"/>
                  <a:pt x="791645" y="1131335"/>
                  <a:pt x="742950" y="1228725"/>
                </a:cubicBezTo>
                <a:cubicBezTo>
                  <a:pt x="737830" y="1238964"/>
                  <a:pt x="731350" y="1248608"/>
                  <a:pt x="723900" y="1257300"/>
                </a:cubicBezTo>
                <a:cubicBezTo>
                  <a:pt x="712211" y="1270937"/>
                  <a:pt x="700567" y="1285177"/>
                  <a:pt x="685800" y="1295400"/>
                </a:cubicBezTo>
                <a:cubicBezTo>
                  <a:pt x="658924" y="1314007"/>
                  <a:pt x="630541" y="1331177"/>
                  <a:pt x="600075" y="1343025"/>
                </a:cubicBezTo>
                <a:cubicBezTo>
                  <a:pt x="572793" y="1353635"/>
                  <a:pt x="543414" y="1358587"/>
                  <a:pt x="514350" y="1362075"/>
                </a:cubicBezTo>
                <a:cubicBezTo>
                  <a:pt x="463813" y="1368139"/>
                  <a:pt x="412750" y="1368425"/>
                  <a:pt x="361950" y="1371600"/>
                </a:cubicBezTo>
                <a:cubicBezTo>
                  <a:pt x="285750" y="1368425"/>
                  <a:pt x="208310" y="1376130"/>
                  <a:pt x="133350" y="1362075"/>
                </a:cubicBezTo>
                <a:cubicBezTo>
                  <a:pt x="103910" y="1356555"/>
                  <a:pt x="83156" y="1329311"/>
                  <a:pt x="57150" y="1314450"/>
                </a:cubicBezTo>
                <a:cubicBezTo>
                  <a:pt x="38658" y="1303883"/>
                  <a:pt x="19050" y="1295400"/>
                  <a:pt x="0" y="1285875"/>
                </a:cubicBezTo>
                <a:cubicBezTo>
                  <a:pt x="3175" y="1250950"/>
                  <a:pt x="-109" y="1214820"/>
                  <a:pt x="9525" y="1181100"/>
                </a:cubicBezTo>
                <a:cubicBezTo>
                  <a:pt x="13226" y="1168148"/>
                  <a:pt x="32076" y="1164573"/>
                  <a:pt x="38100" y="1152525"/>
                </a:cubicBezTo>
                <a:cubicBezTo>
                  <a:pt x="49493" y="1129739"/>
                  <a:pt x="47625" y="1100980"/>
                  <a:pt x="47625" y="1076325"/>
                </a:cubicBezTo>
              </a:path>
            </a:pathLst>
          </a:custGeom>
          <a:solidFill>
            <a:srgbClr val="66FF33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D5902F5E-4D51-6688-BAFE-8C1D02B77120}"/>
              </a:ext>
            </a:extLst>
          </p:cNvPr>
          <p:cNvSpPr/>
          <p:nvPr/>
        </p:nvSpPr>
        <p:spPr>
          <a:xfrm>
            <a:off x="1851591" y="5078838"/>
            <a:ext cx="687937" cy="726893"/>
          </a:xfrm>
          <a:custGeom>
            <a:avLst/>
            <a:gdLst>
              <a:gd name="connsiteX0" fmla="*/ 119137 w 687937"/>
              <a:gd name="connsiteY0" fmla="*/ 123825 h 726893"/>
              <a:gd name="connsiteX1" fmla="*/ 262012 w 687937"/>
              <a:gd name="connsiteY1" fmla="*/ 114300 h 726893"/>
              <a:gd name="connsiteX2" fmla="*/ 309637 w 687937"/>
              <a:gd name="connsiteY2" fmla="*/ 104775 h 726893"/>
              <a:gd name="connsiteX3" fmla="*/ 385837 w 687937"/>
              <a:gd name="connsiteY3" fmla="*/ 95250 h 726893"/>
              <a:gd name="connsiteX4" fmla="*/ 433462 w 687937"/>
              <a:gd name="connsiteY4" fmla="*/ 19050 h 726893"/>
              <a:gd name="connsiteX5" fmla="*/ 471562 w 687937"/>
              <a:gd name="connsiteY5" fmla="*/ 0 h 726893"/>
              <a:gd name="connsiteX6" fmla="*/ 519187 w 687937"/>
              <a:gd name="connsiteY6" fmla="*/ 9525 h 726893"/>
              <a:gd name="connsiteX7" fmla="*/ 509662 w 687937"/>
              <a:gd name="connsiteY7" fmla="*/ 104775 h 726893"/>
              <a:gd name="connsiteX8" fmla="*/ 528712 w 687937"/>
              <a:gd name="connsiteY8" fmla="*/ 238125 h 726893"/>
              <a:gd name="connsiteX9" fmla="*/ 557287 w 687937"/>
              <a:gd name="connsiteY9" fmla="*/ 276225 h 726893"/>
              <a:gd name="connsiteX10" fmla="*/ 604912 w 687937"/>
              <a:gd name="connsiteY10" fmla="*/ 371475 h 726893"/>
              <a:gd name="connsiteX11" fmla="*/ 623962 w 687937"/>
              <a:gd name="connsiteY11" fmla="*/ 409575 h 726893"/>
              <a:gd name="connsiteX12" fmla="*/ 662062 w 687937"/>
              <a:gd name="connsiteY12" fmla="*/ 485775 h 726893"/>
              <a:gd name="connsiteX13" fmla="*/ 671587 w 687937"/>
              <a:gd name="connsiteY13" fmla="*/ 552450 h 726893"/>
              <a:gd name="connsiteX14" fmla="*/ 681112 w 687937"/>
              <a:gd name="connsiteY14" fmla="*/ 590550 h 726893"/>
              <a:gd name="connsiteX15" fmla="*/ 671587 w 687937"/>
              <a:gd name="connsiteY15" fmla="*/ 685800 h 726893"/>
              <a:gd name="connsiteX16" fmla="*/ 338212 w 687937"/>
              <a:gd name="connsiteY16" fmla="*/ 714375 h 726893"/>
              <a:gd name="connsiteX17" fmla="*/ 4837 w 687937"/>
              <a:gd name="connsiteY17" fmla="*/ 533400 h 726893"/>
              <a:gd name="connsiteX18" fmla="*/ 33412 w 687937"/>
              <a:gd name="connsiteY18" fmla="*/ 428625 h 726893"/>
              <a:gd name="connsiteX19" fmla="*/ 14362 w 687937"/>
              <a:gd name="connsiteY19" fmla="*/ 171450 h 726893"/>
              <a:gd name="connsiteX20" fmla="*/ 4837 w 687937"/>
              <a:gd name="connsiteY20" fmla="*/ 123825 h 726893"/>
              <a:gd name="connsiteX21" fmla="*/ 119137 w 687937"/>
              <a:gd name="connsiteY21" fmla="*/ 123825 h 726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87937" h="726893">
                <a:moveTo>
                  <a:pt x="119137" y="123825"/>
                </a:moveTo>
                <a:cubicBezTo>
                  <a:pt x="161999" y="122238"/>
                  <a:pt x="214518" y="119049"/>
                  <a:pt x="262012" y="114300"/>
                </a:cubicBezTo>
                <a:cubicBezTo>
                  <a:pt x="278121" y="112689"/>
                  <a:pt x="293636" y="107237"/>
                  <a:pt x="309637" y="104775"/>
                </a:cubicBezTo>
                <a:cubicBezTo>
                  <a:pt x="334937" y="100883"/>
                  <a:pt x="360437" y="98425"/>
                  <a:pt x="385837" y="95250"/>
                </a:cubicBezTo>
                <a:cubicBezTo>
                  <a:pt x="397924" y="58990"/>
                  <a:pt x="396920" y="51024"/>
                  <a:pt x="433462" y="19050"/>
                </a:cubicBezTo>
                <a:cubicBezTo>
                  <a:pt x="444148" y="9700"/>
                  <a:pt x="458862" y="6350"/>
                  <a:pt x="471562" y="0"/>
                </a:cubicBezTo>
                <a:cubicBezTo>
                  <a:pt x="487437" y="3175"/>
                  <a:pt x="513654" y="-5690"/>
                  <a:pt x="519187" y="9525"/>
                </a:cubicBezTo>
                <a:cubicBezTo>
                  <a:pt x="530091" y="39512"/>
                  <a:pt x="509662" y="72867"/>
                  <a:pt x="509662" y="104775"/>
                </a:cubicBezTo>
                <a:cubicBezTo>
                  <a:pt x="509662" y="107082"/>
                  <a:pt x="519919" y="218340"/>
                  <a:pt x="528712" y="238125"/>
                </a:cubicBezTo>
                <a:cubicBezTo>
                  <a:pt x="535159" y="252632"/>
                  <a:pt x="549411" y="262442"/>
                  <a:pt x="557287" y="276225"/>
                </a:cubicBezTo>
                <a:cubicBezTo>
                  <a:pt x="574899" y="307046"/>
                  <a:pt x="589037" y="339725"/>
                  <a:pt x="604912" y="371475"/>
                </a:cubicBezTo>
                <a:cubicBezTo>
                  <a:pt x="611262" y="384175"/>
                  <a:pt x="616657" y="397399"/>
                  <a:pt x="623962" y="409575"/>
                </a:cubicBezTo>
                <a:cubicBezTo>
                  <a:pt x="657703" y="465809"/>
                  <a:pt x="646683" y="439637"/>
                  <a:pt x="662062" y="485775"/>
                </a:cubicBezTo>
                <a:cubicBezTo>
                  <a:pt x="665237" y="508000"/>
                  <a:pt x="667571" y="530361"/>
                  <a:pt x="671587" y="552450"/>
                </a:cubicBezTo>
                <a:cubicBezTo>
                  <a:pt x="673929" y="565330"/>
                  <a:pt x="681112" y="577459"/>
                  <a:pt x="681112" y="590550"/>
                </a:cubicBezTo>
                <a:cubicBezTo>
                  <a:pt x="681112" y="622458"/>
                  <a:pt x="701599" y="674963"/>
                  <a:pt x="671587" y="685800"/>
                </a:cubicBezTo>
                <a:cubicBezTo>
                  <a:pt x="566685" y="723681"/>
                  <a:pt x="449337" y="704850"/>
                  <a:pt x="338212" y="714375"/>
                </a:cubicBezTo>
                <a:cubicBezTo>
                  <a:pt x="22632" y="705093"/>
                  <a:pt x="-14353" y="811660"/>
                  <a:pt x="4837" y="533400"/>
                </a:cubicBezTo>
                <a:cubicBezTo>
                  <a:pt x="7328" y="497285"/>
                  <a:pt x="23887" y="463550"/>
                  <a:pt x="33412" y="428625"/>
                </a:cubicBezTo>
                <a:cubicBezTo>
                  <a:pt x="27062" y="342900"/>
                  <a:pt x="22386" y="257035"/>
                  <a:pt x="14362" y="171450"/>
                </a:cubicBezTo>
                <a:cubicBezTo>
                  <a:pt x="12851" y="155331"/>
                  <a:pt x="-9643" y="131065"/>
                  <a:pt x="4837" y="123825"/>
                </a:cubicBezTo>
                <a:cubicBezTo>
                  <a:pt x="60926" y="95780"/>
                  <a:pt x="76275" y="125412"/>
                  <a:pt x="119137" y="123825"/>
                </a:cubicBezTo>
                <a:close/>
              </a:path>
            </a:pathLst>
          </a:cu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A5B2164F-2AAA-73AB-68B9-64FD2C01689E}"/>
              </a:ext>
            </a:extLst>
          </p:cNvPr>
          <p:cNvSpPr/>
          <p:nvPr/>
        </p:nvSpPr>
        <p:spPr>
          <a:xfrm>
            <a:off x="2469466" y="2217969"/>
            <a:ext cx="916258" cy="1163473"/>
          </a:xfrm>
          <a:custGeom>
            <a:avLst/>
            <a:gdLst>
              <a:gd name="connsiteX0" fmla="*/ 7034 w 916258"/>
              <a:gd name="connsiteY0" fmla="*/ 687156 h 1163473"/>
              <a:gd name="connsiteX1" fmla="*/ 168959 w 916258"/>
              <a:gd name="connsiteY1" fmla="*/ 496656 h 1163473"/>
              <a:gd name="connsiteX2" fmla="*/ 207059 w 916258"/>
              <a:gd name="connsiteY2" fmla="*/ 420456 h 1163473"/>
              <a:gd name="connsiteX3" fmla="*/ 302309 w 916258"/>
              <a:gd name="connsiteY3" fmla="*/ 372831 h 1163473"/>
              <a:gd name="connsiteX4" fmla="*/ 426134 w 916258"/>
              <a:gd name="connsiteY4" fmla="*/ 239481 h 1163473"/>
              <a:gd name="connsiteX5" fmla="*/ 454709 w 916258"/>
              <a:gd name="connsiteY5" fmla="*/ 182331 h 1163473"/>
              <a:gd name="connsiteX6" fmla="*/ 530909 w 916258"/>
              <a:gd name="connsiteY6" fmla="*/ 153756 h 1163473"/>
              <a:gd name="connsiteX7" fmla="*/ 511859 w 916258"/>
              <a:gd name="connsiteY7" fmla="*/ 96606 h 1163473"/>
              <a:gd name="connsiteX8" fmla="*/ 502334 w 916258"/>
              <a:gd name="connsiteY8" fmla="*/ 48981 h 1163473"/>
              <a:gd name="connsiteX9" fmla="*/ 749984 w 916258"/>
              <a:gd name="connsiteY9" fmla="*/ 20406 h 1163473"/>
              <a:gd name="connsiteX10" fmla="*/ 902384 w 916258"/>
              <a:gd name="connsiteY10" fmla="*/ 1356 h 1163473"/>
              <a:gd name="connsiteX11" fmla="*/ 854759 w 916258"/>
              <a:gd name="connsiteY11" fmla="*/ 220431 h 1163473"/>
              <a:gd name="connsiteX12" fmla="*/ 826184 w 916258"/>
              <a:gd name="connsiteY12" fmla="*/ 296631 h 1163473"/>
              <a:gd name="connsiteX13" fmla="*/ 826184 w 916258"/>
              <a:gd name="connsiteY13" fmla="*/ 658581 h 1163473"/>
              <a:gd name="connsiteX14" fmla="*/ 788084 w 916258"/>
              <a:gd name="connsiteY14" fmla="*/ 734781 h 1163473"/>
              <a:gd name="connsiteX15" fmla="*/ 759509 w 916258"/>
              <a:gd name="connsiteY15" fmla="*/ 953856 h 1163473"/>
              <a:gd name="connsiteX16" fmla="*/ 692834 w 916258"/>
              <a:gd name="connsiteY16" fmla="*/ 1068156 h 1163473"/>
              <a:gd name="connsiteX17" fmla="*/ 607109 w 916258"/>
              <a:gd name="connsiteY17" fmla="*/ 1096731 h 1163473"/>
              <a:gd name="connsiteX18" fmla="*/ 492809 w 916258"/>
              <a:gd name="connsiteY18" fmla="*/ 1125306 h 1163473"/>
              <a:gd name="connsiteX19" fmla="*/ 216584 w 916258"/>
              <a:gd name="connsiteY19" fmla="*/ 1144356 h 1163473"/>
              <a:gd name="connsiteX20" fmla="*/ 73709 w 916258"/>
              <a:gd name="connsiteY20" fmla="*/ 1163406 h 1163473"/>
              <a:gd name="connsiteX21" fmla="*/ 26084 w 916258"/>
              <a:gd name="connsiteY21" fmla="*/ 1096731 h 1163473"/>
              <a:gd name="connsiteX22" fmla="*/ 16559 w 916258"/>
              <a:gd name="connsiteY22" fmla="*/ 1001481 h 1163473"/>
              <a:gd name="connsiteX23" fmla="*/ 26084 w 916258"/>
              <a:gd name="connsiteY23" fmla="*/ 839556 h 1163473"/>
              <a:gd name="connsiteX24" fmla="*/ 7034 w 916258"/>
              <a:gd name="connsiteY24" fmla="*/ 687156 h 1163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16258" h="1163473">
                <a:moveTo>
                  <a:pt x="7034" y="687156"/>
                </a:moveTo>
                <a:cubicBezTo>
                  <a:pt x="30846" y="630006"/>
                  <a:pt x="118955" y="563328"/>
                  <a:pt x="168959" y="496656"/>
                </a:cubicBezTo>
                <a:cubicBezTo>
                  <a:pt x="185998" y="473938"/>
                  <a:pt x="186249" y="439779"/>
                  <a:pt x="207059" y="420456"/>
                </a:cubicBezTo>
                <a:cubicBezTo>
                  <a:pt x="233071" y="396302"/>
                  <a:pt x="270559" y="388706"/>
                  <a:pt x="302309" y="372831"/>
                </a:cubicBezTo>
                <a:cubicBezTo>
                  <a:pt x="343584" y="328381"/>
                  <a:pt x="388241" y="286847"/>
                  <a:pt x="426134" y="239481"/>
                </a:cubicBezTo>
                <a:cubicBezTo>
                  <a:pt x="439439" y="222850"/>
                  <a:pt x="440684" y="198360"/>
                  <a:pt x="454709" y="182331"/>
                </a:cubicBezTo>
                <a:cubicBezTo>
                  <a:pt x="468655" y="166392"/>
                  <a:pt x="512097" y="158459"/>
                  <a:pt x="530909" y="153756"/>
                </a:cubicBezTo>
                <a:cubicBezTo>
                  <a:pt x="524559" y="134706"/>
                  <a:pt x="517143" y="115979"/>
                  <a:pt x="511859" y="96606"/>
                </a:cubicBezTo>
                <a:cubicBezTo>
                  <a:pt x="507599" y="80987"/>
                  <a:pt x="488350" y="57138"/>
                  <a:pt x="502334" y="48981"/>
                </a:cubicBezTo>
                <a:cubicBezTo>
                  <a:pt x="527358" y="34384"/>
                  <a:pt x="723021" y="22480"/>
                  <a:pt x="749984" y="20406"/>
                </a:cubicBezTo>
                <a:cubicBezTo>
                  <a:pt x="771458" y="16827"/>
                  <a:pt x="898862" y="-5688"/>
                  <a:pt x="902384" y="1356"/>
                </a:cubicBezTo>
                <a:cubicBezTo>
                  <a:pt x="943414" y="83417"/>
                  <a:pt x="883118" y="154260"/>
                  <a:pt x="854759" y="220431"/>
                </a:cubicBezTo>
                <a:cubicBezTo>
                  <a:pt x="844073" y="245365"/>
                  <a:pt x="835709" y="271231"/>
                  <a:pt x="826184" y="296631"/>
                </a:cubicBezTo>
                <a:cubicBezTo>
                  <a:pt x="833096" y="414142"/>
                  <a:pt x="846345" y="541646"/>
                  <a:pt x="826184" y="658581"/>
                </a:cubicBezTo>
                <a:cubicBezTo>
                  <a:pt x="821359" y="686566"/>
                  <a:pt x="800784" y="709381"/>
                  <a:pt x="788084" y="734781"/>
                </a:cubicBezTo>
                <a:cubicBezTo>
                  <a:pt x="778559" y="807806"/>
                  <a:pt x="792443" y="887987"/>
                  <a:pt x="759509" y="953856"/>
                </a:cubicBezTo>
                <a:cubicBezTo>
                  <a:pt x="757508" y="957859"/>
                  <a:pt x="714299" y="1055635"/>
                  <a:pt x="692834" y="1068156"/>
                </a:cubicBezTo>
                <a:cubicBezTo>
                  <a:pt x="666816" y="1083333"/>
                  <a:pt x="636071" y="1088456"/>
                  <a:pt x="607109" y="1096731"/>
                </a:cubicBezTo>
                <a:cubicBezTo>
                  <a:pt x="569347" y="1107520"/>
                  <a:pt x="531388" y="1117958"/>
                  <a:pt x="492809" y="1125306"/>
                </a:cubicBezTo>
                <a:cubicBezTo>
                  <a:pt x="428027" y="1137646"/>
                  <a:pt x="249748" y="1142698"/>
                  <a:pt x="216584" y="1144356"/>
                </a:cubicBezTo>
                <a:cubicBezTo>
                  <a:pt x="208387" y="1145527"/>
                  <a:pt x="76619" y="1164749"/>
                  <a:pt x="73709" y="1163406"/>
                </a:cubicBezTo>
                <a:cubicBezTo>
                  <a:pt x="48910" y="1151961"/>
                  <a:pt x="41959" y="1118956"/>
                  <a:pt x="26084" y="1096731"/>
                </a:cubicBezTo>
                <a:cubicBezTo>
                  <a:pt x="22909" y="1064981"/>
                  <a:pt x="16559" y="1033389"/>
                  <a:pt x="16559" y="1001481"/>
                </a:cubicBezTo>
                <a:cubicBezTo>
                  <a:pt x="16559" y="947413"/>
                  <a:pt x="24446" y="893599"/>
                  <a:pt x="26084" y="839556"/>
                </a:cubicBezTo>
                <a:cubicBezTo>
                  <a:pt x="27623" y="788779"/>
                  <a:pt x="-16778" y="744306"/>
                  <a:pt x="7034" y="687156"/>
                </a:cubicBezTo>
                <a:close/>
              </a:path>
            </a:pathLst>
          </a:cu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DE2E08B3-D817-5BB2-7698-E4EE76DADBC2}"/>
              </a:ext>
            </a:extLst>
          </p:cNvPr>
          <p:cNvSpPr/>
          <p:nvPr/>
        </p:nvSpPr>
        <p:spPr>
          <a:xfrm>
            <a:off x="3152775" y="2181087"/>
            <a:ext cx="1228929" cy="1229177"/>
          </a:xfrm>
          <a:custGeom>
            <a:avLst/>
            <a:gdLst>
              <a:gd name="connsiteX0" fmla="*/ 180975 w 1228929"/>
              <a:gd name="connsiteY0" fmla="*/ 895488 h 1229177"/>
              <a:gd name="connsiteX1" fmla="*/ 304800 w 1228929"/>
              <a:gd name="connsiteY1" fmla="*/ 552588 h 1229177"/>
              <a:gd name="connsiteX2" fmla="*/ 352425 w 1228929"/>
              <a:gd name="connsiteY2" fmla="*/ 495438 h 1229177"/>
              <a:gd name="connsiteX3" fmla="*/ 390525 w 1228929"/>
              <a:gd name="connsiteY3" fmla="*/ 438288 h 1229177"/>
              <a:gd name="connsiteX4" fmla="*/ 485775 w 1228929"/>
              <a:gd name="connsiteY4" fmla="*/ 428763 h 1229177"/>
              <a:gd name="connsiteX5" fmla="*/ 466725 w 1228929"/>
              <a:gd name="connsiteY5" fmla="*/ 390663 h 1229177"/>
              <a:gd name="connsiteX6" fmla="*/ 400050 w 1228929"/>
              <a:gd name="connsiteY6" fmla="*/ 333513 h 1229177"/>
              <a:gd name="connsiteX7" fmla="*/ 342900 w 1228929"/>
              <a:gd name="connsiteY7" fmla="*/ 276363 h 1229177"/>
              <a:gd name="connsiteX8" fmla="*/ 333375 w 1228929"/>
              <a:gd name="connsiteY8" fmla="*/ 247788 h 1229177"/>
              <a:gd name="connsiteX9" fmla="*/ 352425 w 1228929"/>
              <a:gd name="connsiteY9" fmla="*/ 181113 h 1229177"/>
              <a:gd name="connsiteX10" fmla="*/ 409575 w 1228929"/>
              <a:gd name="connsiteY10" fmla="*/ 133488 h 1229177"/>
              <a:gd name="connsiteX11" fmla="*/ 495300 w 1228929"/>
              <a:gd name="connsiteY11" fmla="*/ 114438 h 1229177"/>
              <a:gd name="connsiteX12" fmla="*/ 647700 w 1228929"/>
              <a:gd name="connsiteY12" fmla="*/ 38238 h 1229177"/>
              <a:gd name="connsiteX13" fmla="*/ 676275 w 1228929"/>
              <a:gd name="connsiteY13" fmla="*/ 28713 h 1229177"/>
              <a:gd name="connsiteX14" fmla="*/ 1000125 w 1228929"/>
              <a:gd name="connsiteY14" fmla="*/ 19188 h 1229177"/>
              <a:gd name="connsiteX15" fmla="*/ 1104900 w 1228929"/>
              <a:gd name="connsiteY15" fmla="*/ 138 h 1229177"/>
              <a:gd name="connsiteX16" fmla="*/ 1133475 w 1228929"/>
              <a:gd name="connsiteY16" fmla="*/ 9663 h 1229177"/>
              <a:gd name="connsiteX17" fmla="*/ 1162050 w 1228929"/>
              <a:gd name="connsiteY17" fmla="*/ 85863 h 1229177"/>
              <a:gd name="connsiteX18" fmla="*/ 1171575 w 1228929"/>
              <a:gd name="connsiteY18" fmla="*/ 152538 h 1229177"/>
              <a:gd name="connsiteX19" fmla="*/ 1190625 w 1228929"/>
              <a:gd name="connsiteY19" fmla="*/ 200163 h 1229177"/>
              <a:gd name="connsiteX20" fmla="*/ 1200150 w 1228929"/>
              <a:gd name="connsiteY20" fmla="*/ 228738 h 1229177"/>
              <a:gd name="connsiteX21" fmla="*/ 1219200 w 1228929"/>
              <a:gd name="connsiteY21" fmla="*/ 276363 h 1229177"/>
              <a:gd name="connsiteX22" fmla="*/ 1209675 w 1228929"/>
              <a:gd name="connsiteY22" fmla="*/ 514488 h 1229177"/>
              <a:gd name="connsiteX23" fmla="*/ 1190625 w 1228929"/>
              <a:gd name="connsiteY23" fmla="*/ 1114563 h 1229177"/>
              <a:gd name="connsiteX24" fmla="*/ 1133475 w 1228929"/>
              <a:gd name="connsiteY24" fmla="*/ 1152663 h 1229177"/>
              <a:gd name="connsiteX25" fmla="*/ 962025 w 1228929"/>
              <a:gd name="connsiteY25" fmla="*/ 1171713 h 1229177"/>
              <a:gd name="connsiteX26" fmla="*/ 819150 w 1228929"/>
              <a:gd name="connsiteY26" fmla="*/ 1209813 h 1229177"/>
              <a:gd name="connsiteX27" fmla="*/ 733425 w 1228929"/>
              <a:gd name="connsiteY27" fmla="*/ 1228863 h 1229177"/>
              <a:gd name="connsiteX28" fmla="*/ 581025 w 1228929"/>
              <a:gd name="connsiteY28" fmla="*/ 1219338 h 1229177"/>
              <a:gd name="connsiteX29" fmla="*/ 495300 w 1228929"/>
              <a:gd name="connsiteY29" fmla="*/ 1181238 h 1229177"/>
              <a:gd name="connsiteX30" fmla="*/ 447675 w 1228929"/>
              <a:gd name="connsiteY30" fmla="*/ 1171713 h 1229177"/>
              <a:gd name="connsiteX31" fmla="*/ 390525 w 1228929"/>
              <a:gd name="connsiteY31" fmla="*/ 1152663 h 1229177"/>
              <a:gd name="connsiteX32" fmla="*/ 0 w 1228929"/>
              <a:gd name="connsiteY32" fmla="*/ 1105038 h 1229177"/>
              <a:gd name="connsiteX33" fmla="*/ 104775 w 1228929"/>
              <a:gd name="connsiteY33" fmla="*/ 847863 h 1229177"/>
              <a:gd name="connsiteX34" fmla="*/ 152400 w 1228929"/>
              <a:gd name="connsiteY34" fmla="*/ 809763 h 122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228929" h="1229177">
                <a:moveTo>
                  <a:pt x="180975" y="895488"/>
                </a:moveTo>
                <a:cubicBezTo>
                  <a:pt x="212464" y="738045"/>
                  <a:pt x="201638" y="758912"/>
                  <a:pt x="304800" y="552588"/>
                </a:cubicBezTo>
                <a:cubicBezTo>
                  <a:pt x="315890" y="530408"/>
                  <a:pt x="337546" y="515276"/>
                  <a:pt x="352425" y="495438"/>
                </a:cubicBezTo>
                <a:cubicBezTo>
                  <a:pt x="366162" y="477122"/>
                  <a:pt x="370047" y="448527"/>
                  <a:pt x="390525" y="438288"/>
                </a:cubicBezTo>
                <a:cubicBezTo>
                  <a:pt x="419065" y="424018"/>
                  <a:pt x="454025" y="431938"/>
                  <a:pt x="485775" y="428763"/>
                </a:cubicBezTo>
                <a:cubicBezTo>
                  <a:pt x="479425" y="416063"/>
                  <a:pt x="476224" y="401217"/>
                  <a:pt x="466725" y="390663"/>
                </a:cubicBezTo>
                <a:cubicBezTo>
                  <a:pt x="447143" y="368905"/>
                  <a:pt x="421559" y="353368"/>
                  <a:pt x="400050" y="333513"/>
                </a:cubicBezTo>
                <a:cubicBezTo>
                  <a:pt x="380254" y="315240"/>
                  <a:pt x="361950" y="295413"/>
                  <a:pt x="342900" y="276363"/>
                </a:cubicBezTo>
                <a:cubicBezTo>
                  <a:pt x="339725" y="266838"/>
                  <a:pt x="332376" y="257778"/>
                  <a:pt x="333375" y="247788"/>
                </a:cubicBezTo>
                <a:cubicBezTo>
                  <a:pt x="335675" y="224788"/>
                  <a:pt x="339603" y="200345"/>
                  <a:pt x="352425" y="181113"/>
                </a:cubicBezTo>
                <a:cubicBezTo>
                  <a:pt x="366180" y="160480"/>
                  <a:pt x="388311" y="146246"/>
                  <a:pt x="409575" y="133488"/>
                </a:cubicBezTo>
                <a:cubicBezTo>
                  <a:pt x="416301" y="129453"/>
                  <a:pt x="493062" y="114886"/>
                  <a:pt x="495300" y="114438"/>
                </a:cubicBezTo>
                <a:cubicBezTo>
                  <a:pt x="546100" y="89038"/>
                  <a:pt x="593818" y="56199"/>
                  <a:pt x="647700" y="38238"/>
                </a:cubicBezTo>
                <a:cubicBezTo>
                  <a:pt x="657225" y="35063"/>
                  <a:pt x="666249" y="29255"/>
                  <a:pt x="676275" y="28713"/>
                </a:cubicBezTo>
                <a:cubicBezTo>
                  <a:pt x="784114" y="22884"/>
                  <a:pt x="892175" y="22363"/>
                  <a:pt x="1000125" y="19188"/>
                </a:cubicBezTo>
                <a:cubicBezTo>
                  <a:pt x="1035050" y="12838"/>
                  <a:pt x="1069493" y="2667"/>
                  <a:pt x="1104900" y="138"/>
                </a:cubicBezTo>
                <a:cubicBezTo>
                  <a:pt x="1114915" y="-577"/>
                  <a:pt x="1127906" y="1309"/>
                  <a:pt x="1133475" y="9663"/>
                </a:cubicBezTo>
                <a:cubicBezTo>
                  <a:pt x="1148522" y="32234"/>
                  <a:pt x="1152525" y="60463"/>
                  <a:pt x="1162050" y="85863"/>
                </a:cubicBezTo>
                <a:cubicBezTo>
                  <a:pt x="1165225" y="108088"/>
                  <a:pt x="1166130" y="130758"/>
                  <a:pt x="1171575" y="152538"/>
                </a:cubicBezTo>
                <a:cubicBezTo>
                  <a:pt x="1175722" y="169125"/>
                  <a:pt x="1184622" y="184154"/>
                  <a:pt x="1190625" y="200163"/>
                </a:cubicBezTo>
                <a:cubicBezTo>
                  <a:pt x="1194150" y="209564"/>
                  <a:pt x="1196625" y="219337"/>
                  <a:pt x="1200150" y="228738"/>
                </a:cubicBezTo>
                <a:cubicBezTo>
                  <a:pt x="1206153" y="244747"/>
                  <a:pt x="1212850" y="260488"/>
                  <a:pt x="1219200" y="276363"/>
                </a:cubicBezTo>
                <a:cubicBezTo>
                  <a:pt x="1240327" y="424254"/>
                  <a:pt x="1222316" y="258507"/>
                  <a:pt x="1209675" y="514488"/>
                </a:cubicBezTo>
                <a:cubicBezTo>
                  <a:pt x="1199804" y="714370"/>
                  <a:pt x="1214352" y="915849"/>
                  <a:pt x="1190625" y="1114563"/>
                </a:cubicBezTo>
                <a:cubicBezTo>
                  <a:pt x="1187911" y="1137297"/>
                  <a:pt x="1155687" y="1147110"/>
                  <a:pt x="1133475" y="1152663"/>
                </a:cubicBezTo>
                <a:cubicBezTo>
                  <a:pt x="1077690" y="1166609"/>
                  <a:pt x="1019175" y="1165363"/>
                  <a:pt x="962025" y="1171713"/>
                </a:cubicBezTo>
                <a:lnTo>
                  <a:pt x="819150" y="1209813"/>
                </a:lnTo>
                <a:cubicBezTo>
                  <a:pt x="790752" y="1216913"/>
                  <a:pt x="762674" y="1227693"/>
                  <a:pt x="733425" y="1228863"/>
                </a:cubicBezTo>
                <a:cubicBezTo>
                  <a:pt x="682567" y="1230897"/>
                  <a:pt x="631825" y="1222513"/>
                  <a:pt x="581025" y="1219338"/>
                </a:cubicBezTo>
                <a:cubicBezTo>
                  <a:pt x="552450" y="1206638"/>
                  <a:pt x="524748" y="1191755"/>
                  <a:pt x="495300" y="1181238"/>
                </a:cubicBezTo>
                <a:cubicBezTo>
                  <a:pt x="480054" y="1175793"/>
                  <a:pt x="463294" y="1175973"/>
                  <a:pt x="447675" y="1171713"/>
                </a:cubicBezTo>
                <a:cubicBezTo>
                  <a:pt x="428302" y="1166429"/>
                  <a:pt x="410216" y="1156601"/>
                  <a:pt x="390525" y="1152663"/>
                </a:cubicBezTo>
                <a:cubicBezTo>
                  <a:pt x="175160" y="1109590"/>
                  <a:pt x="192452" y="1116359"/>
                  <a:pt x="0" y="1105038"/>
                </a:cubicBezTo>
                <a:cubicBezTo>
                  <a:pt x="23924" y="1033266"/>
                  <a:pt x="76401" y="870562"/>
                  <a:pt x="104775" y="847863"/>
                </a:cubicBezTo>
                <a:lnTo>
                  <a:pt x="152400" y="809763"/>
                </a:lnTo>
              </a:path>
            </a:pathLst>
          </a:custGeom>
          <a:solidFill>
            <a:srgbClr val="66FF33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Oval 5">
            <a:extLst>
              <a:ext uri="{FF2B5EF4-FFF2-40B4-BE49-F238E27FC236}">
                <a16:creationId xmlns:a16="http://schemas.microsoft.com/office/drawing/2014/main" id="{A4959D2B-0538-AAB7-C600-9003C630DD03}"/>
              </a:ext>
            </a:extLst>
          </p:cNvPr>
          <p:cNvSpPr/>
          <p:nvPr/>
        </p:nvSpPr>
        <p:spPr>
          <a:xfrm>
            <a:off x="633017" y="3724841"/>
            <a:ext cx="4137699" cy="25961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2D9A50-9876-DC66-19C6-836B59971AF8}"/>
              </a:ext>
            </a:extLst>
          </p:cNvPr>
          <p:cNvSpPr txBox="1"/>
          <p:nvPr/>
        </p:nvSpPr>
        <p:spPr>
          <a:xfrm>
            <a:off x="68925" y="3377086"/>
            <a:ext cx="2654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200" dirty="0">
                <a:solidFill>
                  <a:srgbClr val="FF0000"/>
                </a:solidFill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Today’s Topic</a:t>
            </a:r>
            <a:endParaRPr lang="ko-KR" altLang="en-US" sz="3200" dirty="0">
              <a:solidFill>
                <a:srgbClr val="FF0000"/>
              </a:solidFill>
              <a:effectLst>
                <a:glow rad="101600">
                  <a:schemeClr val="bg1"/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7711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C2AB4-E4E8-CBC4-5321-C1A3E0CF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Previous Works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E82611-F2E1-830D-F847-934548F46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GAN-based Approaches</a:t>
            </a:r>
          </a:p>
          <a:p>
            <a:pPr lvl="1"/>
            <a:r>
              <a:rPr lang="en-US" altLang="ko-KR" dirty="0"/>
              <a:t>Adversarial Learning for Semi-Supervised Semantic Segmentation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F4CD1-91CF-3DC5-3959-EA785EFB3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33EB0A-35A4-2661-887C-A279CB88A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04" y="2333589"/>
            <a:ext cx="7434572" cy="3911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D1AD39-911A-9085-46C5-A8D1FBFF7BBB}"/>
              </a:ext>
            </a:extLst>
          </p:cNvPr>
          <p:cNvSpPr txBox="1"/>
          <p:nvPr/>
        </p:nvSpPr>
        <p:spPr>
          <a:xfrm>
            <a:off x="4193004" y="650083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Hung, W. C., Tsai, Y. H., </a:t>
            </a:r>
            <a:r>
              <a:rPr lang="en-US" altLang="ko-KR" sz="7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Liou</a:t>
            </a:r>
            <a:r>
              <a:rPr lang="en-US" altLang="ko-KR" sz="7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Y. T., Lin, Y. Y., &amp; Yang, M. H. (2018). Adversarial learning for semi-supervised semantic segmentation. </a:t>
            </a:r>
            <a:r>
              <a:rPr lang="en-US" altLang="ko-KR" sz="7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ko-KR" sz="7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arXiv:1802.07934</a:t>
            </a:r>
            <a:r>
              <a:rPr lang="en-US" altLang="ko-KR" sz="7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99949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C2AB4-E4E8-CBC4-5321-C1A3E0CF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Previous Works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E82611-F2E1-830D-F847-934548F46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75791" cy="5408666"/>
          </a:xfrm>
        </p:spPr>
        <p:txBody>
          <a:bodyPr/>
          <a:lstStyle/>
          <a:p>
            <a:r>
              <a:rPr lang="en-US" altLang="ko-KR" dirty="0"/>
              <a:t>Consistency Regularization-based Approaches</a:t>
            </a:r>
          </a:p>
          <a:p>
            <a:pPr lvl="1"/>
            <a:r>
              <a:rPr lang="en-US" altLang="ko-KR" dirty="0"/>
              <a:t>Semi-Supervised Semantic Segmentation with Cross-Consistency Training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F4CD1-91CF-3DC5-3959-EA785EFB3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1AD39-911A-9085-46C5-A8D1FBFF7BBB}"/>
              </a:ext>
            </a:extLst>
          </p:cNvPr>
          <p:cNvSpPr txBox="1"/>
          <p:nvPr/>
        </p:nvSpPr>
        <p:spPr>
          <a:xfrm>
            <a:off x="4103948" y="637655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Ouali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Y., </a:t>
            </a:r>
            <a:r>
              <a:rPr lang="en-US" altLang="ko-KR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Hudelot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&amp; Tami, M. (2020). Semi-supervised semantic segmentation with cross-consistency training. In </a:t>
            </a:r>
            <a:r>
              <a:rPr lang="en-US" altLang="ko-KR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IEEE/CVF Conference on Computer Vision and Pattern Recognition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12674-12684).</a:t>
            </a:r>
            <a:endParaRPr lang="ko-KR" altLang="en-US" sz="7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32D7CB-FED6-0B8A-EAFA-4407F5F87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768" y="2385912"/>
            <a:ext cx="3784402" cy="36676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748F123-C080-A483-8AFD-B35B85BC9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846" y="2528900"/>
            <a:ext cx="3287342" cy="36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2325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C2AB4-E4E8-CBC4-5321-C1A3E0CF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Previous Works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E82611-F2E1-830D-F847-934548F46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Consistency Regularization-based Approaches</a:t>
            </a:r>
          </a:p>
          <a:p>
            <a:pPr lvl="1"/>
            <a:r>
              <a:rPr lang="en-US" altLang="ko-KR" dirty="0"/>
              <a:t>Semi-Supervised Semantic Segmentation with Cross Pseudo Supervision (Not mentioned in the paper)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F4CD1-91CF-3DC5-3959-EA785EFB3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1AD39-911A-9085-46C5-A8D1FBFF7BBB}"/>
              </a:ext>
            </a:extLst>
          </p:cNvPr>
          <p:cNvSpPr txBox="1"/>
          <p:nvPr/>
        </p:nvSpPr>
        <p:spPr>
          <a:xfrm>
            <a:off x="4103948" y="637655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Hung, W. C., Tsai, Y. H., </a:t>
            </a:r>
            <a:r>
              <a:rPr lang="en-US" altLang="ko-KR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Liou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Y. T., Lin, Y. Y., &amp; Yang, M. H. (2018). Adversarial learning for semi-supervised semantic segmentation. </a:t>
            </a:r>
            <a:r>
              <a:rPr lang="en-US" altLang="ko-KR" sz="8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ko-KR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arXiv:1802.07934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ko-KR" altLang="en-US" sz="7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058AC7-8807-EAE2-3945-0592CB4AA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77" y="2658701"/>
            <a:ext cx="7812645" cy="344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2648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D4077-9ACA-E775-D327-A83759DC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Contribution of the paper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C2B95E-5C02-6023-C793-25BF29414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Effective and Efficient Semi-Supervision Framework</a:t>
            </a:r>
          </a:p>
          <a:p>
            <a:pPr lvl="1"/>
            <a:r>
              <a:rPr lang="en-US" altLang="ko-KR" dirty="0"/>
              <a:t>Strong Augmentation </a:t>
            </a:r>
          </a:p>
          <a:p>
            <a:pPr lvl="1"/>
            <a:r>
              <a:rPr lang="en-US" altLang="ko-KR" dirty="0"/>
              <a:t>Data-Distribution Specific Batch Normalization </a:t>
            </a:r>
          </a:p>
          <a:p>
            <a:pPr lvl="1"/>
            <a:r>
              <a:rPr lang="en-US" altLang="ko-KR" dirty="0"/>
              <a:t>Self-Correction Loss</a:t>
            </a:r>
          </a:p>
          <a:p>
            <a:endParaRPr lang="en-US" altLang="ko-KR" dirty="0"/>
          </a:p>
          <a:p>
            <a:r>
              <a:rPr lang="en-US" altLang="ko-KR" dirty="0"/>
              <a:t>State of the Art Performance </a:t>
            </a:r>
          </a:p>
          <a:p>
            <a:pPr lvl="1"/>
            <a:r>
              <a:rPr lang="en-US" altLang="ko-KR" dirty="0"/>
              <a:t>Cityscapes Dataset 1/8 (</a:t>
            </a:r>
            <a:r>
              <a:rPr lang="en-US" altLang="ko-KR" dirty="0" err="1"/>
              <a:t>mIoU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Baseline DeeplabV3+: 68.9% </a:t>
            </a:r>
          </a:p>
          <a:p>
            <a:pPr lvl="2"/>
            <a:r>
              <a:rPr lang="en-US" altLang="ko-KR" dirty="0"/>
              <a:t>Proposed Framework: 74.1%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235C1-AB3D-0E65-8896-E2D27F4DD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361674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9A485-9462-4826-D24F-F0F0252A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A16C7-E3EA-4936-4F37-796922887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2636912"/>
            <a:ext cx="8786874" cy="1836204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ko-KR" sz="11500" dirty="0"/>
              <a:t>Q &amp; A</a:t>
            </a:r>
            <a:endParaRPr lang="ko-KR" altLang="en-US" sz="115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085FD-699F-9009-DF8C-96A2082EE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610966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35368-46B4-D33D-9327-429B8A43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Prosed Framework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8CE96B-167B-4224-1ADD-40905A72D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  <p:pic>
        <p:nvPicPr>
          <p:cNvPr id="1026" name="Picture 2" descr="Example">
            <a:extLst>
              <a:ext uri="{FF2B5EF4-FFF2-40B4-BE49-F238E27FC236}">
                <a16:creationId xmlns:a16="http://schemas.microsoft.com/office/drawing/2014/main" id="{1CE58AA4-2D70-D5E6-BC64-A77E156AE1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1600" y="1277013"/>
            <a:ext cx="36004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FB76791-9EA5-4B54-C89A-5C1F3E7208C3}"/>
              </a:ext>
            </a:extLst>
          </p:cNvPr>
          <p:cNvSpPr/>
          <p:nvPr/>
        </p:nvSpPr>
        <p:spPr>
          <a:xfrm>
            <a:off x="1961710" y="4472776"/>
            <a:ext cx="1620180" cy="8919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Teacher Model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0FD8055-2BA1-66E8-5580-604F777ABEB0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>
            <a:off x="2771800" y="3449998"/>
            <a:ext cx="0" cy="1022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682ADC-1397-75AD-ADA5-EC48ACC7C156}"/>
              </a:ext>
            </a:extLst>
          </p:cNvPr>
          <p:cNvSpPr txBox="1"/>
          <p:nvPr/>
        </p:nvSpPr>
        <p:spPr>
          <a:xfrm>
            <a:off x="1718810" y="3049888"/>
            <a:ext cx="2105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0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Labeled Data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7CF582-B3A4-A666-54C3-14D058E01DF5}"/>
              </a:ext>
            </a:extLst>
          </p:cNvPr>
          <p:cNvSpPr txBox="1"/>
          <p:nvPr/>
        </p:nvSpPr>
        <p:spPr>
          <a:xfrm>
            <a:off x="215516" y="3623779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Training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(Cross-Entropy Loss)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4124642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35368-46B4-D33D-9327-429B8A43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Prosed Framework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8CE96B-167B-4224-1ADD-40905A72D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pic>
        <p:nvPicPr>
          <p:cNvPr id="1026" name="Picture 2" descr="Example">
            <a:extLst>
              <a:ext uri="{FF2B5EF4-FFF2-40B4-BE49-F238E27FC236}">
                <a16:creationId xmlns:a16="http://schemas.microsoft.com/office/drawing/2014/main" id="{1CE58AA4-2D70-D5E6-BC64-A77E156AE1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6582" y="1428659"/>
            <a:ext cx="36004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FB76791-9EA5-4B54-C89A-5C1F3E7208C3}"/>
              </a:ext>
            </a:extLst>
          </p:cNvPr>
          <p:cNvSpPr/>
          <p:nvPr/>
        </p:nvSpPr>
        <p:spPr>
          <a:xfrm>
            <a:off x="1626692" y="4624422"/>
            <a:ext cx="1620180" cy="8919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Teacher Model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82ADC-1397-75AD-ADA5-EC48ACC7C156}"/>
              </a:ext>
            </a:extLst>
          </p:cNvPr>
          <p:cNvSpPr txBox="1"/>
          <p:nvPr/>
        </p:nvSpPr>
        <p:spPr>
          <a:xfrm>
            <a:off x="1383792" y="3201534"/>
            <a:ext cx="2105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0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Labeled Data</a:t>
            </a:r>
            <a:endParaRPr lang="ko-KR" altLang="en-US" dirty="0"/>
          </a:p>
        </p:txBody>
      </p:sp>
      <p:pic>
        <p:nvPicPr>
          <p:cNvPr id="2050" name="Picture 2" descr="Training road scene segmentation on Cityscapes with Supervisely, Tensorflow  and UNet | by Supervise.ly | Towards Data Science">
            <a:extLst>
              <a:ext uri="{FF2B5EF4-FFF2-40B4-BE49-F238E27FC236}">
                <a16:creationId xmlns:a16="http://schemas.microsoft.com/office/drawing/2014/main" id="{C22CEBA9-B30B-7C59-6326-6FAB401FC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08"/>
          <a:stretch/>
        </p:blipFill>
        <p:spPr bwMode="auto">
          <a:xfrm>
            <a:off x="4875730" y="4267179"/>
            <a:ext cx="1612564" cy="160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Training road scene segmentation on Cityscapes with Supervisely, Tensorflow  and UNet | by Supervise.ly | Towards Data Science">
            <a:extLst>
              <a:ext uri="{FF2B5EF4-FFF2-40B4-BE49-F238E27FC236}">
                <a16:creationId xmlns:a16="http://schemas.microsoft.com/office/drawing/2014/main" id="{2724C469-54D7-EBD3-4AFC-D18E0C7028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29" r="132"/>
          <a:stretch/>
        </p:blipFill>
        <p:spPr bwMode="auto">
          <a:xfrm>
            <a:off x="6757262" y="4267178"/>
            <a:ext cx="1588392" cy="160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3EA413E-6DDA-AB64-1492-F870F2767689}"/>
              </a:ext>
            </a:extLst>
          </p:cNvPr>
          <p:cNvCxnSpPr>
            <a:cxnSpLocks/>
            <a:stCxn id="2050" idx="1"/>
            <a:endCxn id="5" idx="3"/>
          </p:cNvCxnSpPr>
          <p:nvPr/>
        </p:nvCxnSpPr>
        <p:spPr>
          <a:xfrm flipH="1">
            <a:off x="3246872" y="5070376"/>
            <a:ext cx="1628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DA6CBF9-CAEB-FAB7-F150-8BC0DB21A5ED}"/>
              </a:ext>
            </a:extLst>
          </p:cNvPr>
          <p:cNvSpPr txBox="1"/>
          <p:nvPr/>
        </p:nvSpPr>
        <p:spPr>
          <a:xfrm>
            <a:off x="4629022" y="5907146"/>
            <a:ext cx="2105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0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Unlabeled Data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5972CA-BAF5-ADBF-4D63-86EC64F9E13D}"/>
              </a:ext>
            </a:extLst>
          </p:cNvPr>
          <p:cNvSpPr txBox="1"/>
          <p:nvPr/>
        </p:nvSpPr>
        <p:spPr>
          <a:xfrm>
            <a:off x="6498468" y="5921240"/>
            <a:ext cx="21059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0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Pseudo Label</a:t>
            </a:r>
          </a:p>
          <a:p>
            <a:pPr algn="ctr"/>
            <a:r>
              <a:rPr kumimoji="0" lang="en-US" altLang="ko-KR" sz="12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(One-hot)</a:t>
            </a:r>
            <a:endParaRPr lang="ko-KR" altLang="en-US" sz="1100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91E26636-B0FA-610E-1C53-335E5C6EFD9F}"/>
              </a:ext>
            </a:extLst>
          </p:cNvPr>
          <p:cNvCxnSpPr>
            <a:stCxn id="5" idx="2"/>
            <a:endCxn id="18" idx="2"/>
          </p:cNvCxnSpPr>
          <p:nvPr/>
        </p:nvCxnSpPr>
        <p:spPr>
          <a:xfrm rot="16200000" flipH="1">
            <a:off x="4499278" y="3453834"/>
            <a:ext cx="989685" cy="5114676"/>
          </a:xfrm>
          <a:prstGeom prst="bentConnector3">
            <a:avLst>
              <a:gd name="adj1" fmla="val 1230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D5B61AB-3FF8-9C51-72A6-56AA6431AFB5}"/>
              </a:ext>
            </a:extLst>
          </p:cNvPr>
          <p:cNvSpPr txBox="1"/>
          <p:nvPr/>
        </p:nvSpPr>
        <p:spPr>
          <a:xfrm>
            <a:off x="2131002" y="6197242"/>
            <a:ext cx="2105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0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Prediction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A6E7B-1412-F640-3AD5-E4564FF181F7}"/>
              </a:ext>
            </a:extLst>
          </p:cNvPr>
          <p:cNvSpPr txBox="1"/>
          <p:nvPr/>
        </p:nvSpPr>
        <p:spPr>
          <a:xfrm>
            <a:off x="-119502" y="3775425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Training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(Cross-Entropy Loss)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A540E4-90A3-318E-65F6-C46BE7FBDF10}"/>
              </a:ext>
            </a:extLst>
          </p:cNvPr>
          <p:cNvSpPr txBox="1"/>
          <p:nvPr/>
        </p:nvSpPr>
        <p:spPr>
          <a:xfrm>
            <a:off x="2715998" y="4468814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Soft 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Augmentation</a:t>
            </a:r>
            <a:endParaRPr lang="ko-KR" altLang="en-US" sz="1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4BA53D-649B-2E3C-C802-A5ED5076B044}"/>
              </a:ext>
            </a:extLst>
          </p:cNvPr>
          <p:cNvSpPr/>
          <p:nvPr/>
        </p:nvSpPr>
        <p:spPr>
          <a:xfrm>
            <a:off x="6258318" y="1500662"/>
            <a:ext cx="1906104" cy="1131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Student Model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AD0F158-F1EC-D60D-538F-550127DE22A9}"/>
                  </a:ext>
                </a:extLst>
              </p:cNvPr>
              <p:cNvSpPr/>
              <p:nvPr/>
            </p:nvSpPr>
            <p:spPr>
              <a:xfrm>
                <a:off x="6258318" y="2632630"/>
                <a:ext cx="1906104" cy="334746"/>
              </a:xfrm>
              <a:prstGeom prst="rect">
                <a:avLst/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𝐵𝑁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AD0F158-F1EC-D60D-538F-550127DE22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318" y="2632630"/>
                <a:ext cx="1906104" cy="3347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A4164BFE-C635-DEBF-202D-C41EEACFA0A4}"/>
                  </a:ext>
                </a:extLst>
              </p:cNvPr>
              <p:cNvSpPr/>
              <p:nvPr/>
            </p:nvSpPr>
            <p:spPr>
              <a:xfrm rot="5400000">
                <a:off x="5859946" y="1903279"/>
                <a:ext cx="1131968" cy="334746"/>
              </a:xfrm>
              <a:prstGeom prst="rect">
                <a:avLst/>
              </a:prstGeom>
              <a:solidFill>
                <a:srgbClr val="66FF3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𝐵𝑁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A4164BFE-C635-DEBF-202D-C41EEACFA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859946" y="1903279"/>
                <a:ext cx="1131968" cy="3347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7F316B3-7A57-6329-3293-0822765FF738}"/>
              </a:ext>
            </a:extLst>
          </p:cNvPr>
          <p:cNvCxnSpPr>
            <a:cxnSpLocks/>
          </p:cNvCxnSpPr>
          <p:nvPr/>
        </p:nvCxnSpPr>
        <p:spPr>
          <a:xfrm>
            <a:off x="2436782" y="3601644"/>
            <a:ext cx="0" cy="1022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864D3206-3096-583D-3185-6BF61B4DED05}"/>
              </a:ext>
            </a:extLst>
          </p:cNvPr>
          <p:cNvCxnSpPr>
            <a:stCxn id="10" idx="0"/>
            <a:endCxn id="29" idx="2"/>
          </p:cNvCxnSpPr>
          <p:nvPr/>
        </p:nvCxnSpPr>
        <p:spPr>
          <a:xfrm rot="16200000" flipV="1">
            <a:off x="6731513" y="3447233"/>
            <a:ext cx="1299802" cy="3400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6B412A27-2CB8-3D5F-E75E-4AB64BAE33D1}"/>
              </a:ext>
            </a:extLst>
          </p:cNvPr>
          <p:cNvCxnSpPr>
            <a:cxnSpLocks/>
            <a:stCxn id="2050" idx="0"/>
            <a:endCxn id="29" idx="2"/>
          </p:cNvCxnSpPr>
          <p:nvPr/>
        </p:nvCxnSpPr>
        <p:spPr>
          <a:xfrm rot="5400000" flipH="1" flipV="1">
            <a:off x="5796790" y="2852599"/>
            <a:ext cx="1299803" cy="15293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25B0751-8234-3151-4766-5AD34D69FEB7}"/>
              </a:ext>
            </a:extLst>
          </p:cNvPr>
          <p:cNvSpPr txBox="1"/>
          <p:nvPr/>
        </p:nvSpPr>
        <p:spPr>
          <a:xfrm>
            <a:off x="4572663" y="3298116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Strong 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Augmentation</a:t>
            </a:r>
            <a:endParaRPr lang="ko-KR" altLang="en-US" sz="1400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C93A816-9757-624D-CCB8-CC30F208FDEC}"/>
              </a:ext>
            </a:extLst>
          </p:cNvPr>
          <p:cNvCxnSpPr>
            <a:cxnSpLocks/>
            <a:stCxn id="1026" idx="3"/>
          </p:cNvCxnSpPr>
          <p:nvPr/>
        </p:nvCxnSpPr>
        <p:spPr>
          <a:xfrm>
            <a:off x="4236982" y="2328759"/>
            <a:ext cx="2021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A7B2D89-B0D2-DD32-EB00-EA963B254C52}"/>
              </a:ext>
            </a:extLst>
          </p:cNvPr>
          <p:cNvSpPr txBox="1"/>
          <p:nvPr/>
        </p:nvSpPr>
        <p:spPr>
          <a:xfrm>
            <a:off x="3866242" y="1693552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Weak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Augmentation</a:t>
            </a:r>
            <a:endParaRPr lang="ko-KR" altLang="en-US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5BA592-171C-CC64-2928-5130429F551B}"/>
              </a:ext>
            </a:extLst>
          </p:cNvPr>
          <p:cNvSpPr txBox="1"/>
          <p:nvPr/>
        </p:nvSpPr>
        <p:spPr>
          <a:xfrm>
            <a:off x="5841395" y="935006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Training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(Self-Correction Loss)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55917357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35368-46B4-D33D-9327-429B8A43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Prosed Framework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8CE96B-167B-4224-1ADD-40905A72D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  <p:pic>
        <p:nvPicPr>
          <p:cNvPr id="1026" name="Picture 2" descr="Example">
            <a:extLst>
              <a:ext uri="{FF2B5EF4-FFF2-40B4-BE49-F238E27FC236}">
                <a16:creationId xmlns:a16="http://schemas.microsoft.com/office/drawing/2014/main" id="{1CE58AA4-2D70-D5E6-BC64-A77E156AE1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6582" y="1428659"/>
            <a:ext cx="36004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FB76791-9EA5-4B54-C89A-5C1F3E7208C3}"/>
              </a:ext>
            </a:extLst>
          </p:cNvPr>
          <p:cNvSpPr/>
          <p:nvPr/>
        </p:nvSpPr>
        <p:spPr>
          <a:xfrm>
            <a:off x="1626692" y="4624422"/>
            <a:ext cx="1620180" cy="8919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Teacher Model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82ADC-1397-75AD-ADA5-EC48ACC7C156}"/>
              </a:ext>
            </a:extLst>
          </p:cNvPr>
          <p:cNvSpPr txBox="1"/>
          <p:nvPr/>
        </p:nvSpPr>
        <p:spPr>
          <a:xfrm>
            <a:off x="1383792" y="3201534"/>
            <a:ext cx="2105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0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Labeled Data</a:t>
            </a:r>
            <a:endParaRPr lang="ko-KR" altLang="en-US" dirty="0"/>
          </a:p>
        </p:txBody>
      </p:sp>
      <p:pic>
        <p:nvPicPr>
          <p:cNvPr id="2050" name="Picture 2" descr="Training road scene segmentation on Cityscapes with Supervisely, Tensorflow  and UNet | by Supervise.ly | Towards Data Science">
            <a:extLst>
              <a:ext uri="{FF2B5EF4-FFF2-40B4-BE49-F238E27FC236}">
                <a16:creationId xmlns:a16="http://schemas.microsoft.com/office/drawing/2014/main" id="{C22CEBA9-B30B-7C59-6326-6FAB401FC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08"/>
          <a:stretch/>
        </p:blipFill>
        <p:spPr bwMode="auto">
          <a:xfrm>
            <a:off x="4875730" y="4267179"/>
            <a:ext cx="1612564" cy="160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Training road scene segmentation on Cityscapes with Supervisely, Tensorflow  and UNet | by Supervise.ly | Towards Data Science">
            <a:extLst>
              <a:ext uri="{FF2B5EF4-FFF2-40B4-BE49-F238E27FC236}">
                <a16:creationId xmlns:a16="http://schemas.microsoft.com/office/drawing/2014/main" id="{2724C469-54D7-EBD3-4AFC-D18E0C7028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29" r="132"/>
          <a:stretch/>
        </p:blipFill>
        <p:spPr bwMode="auto">
          <a:xfrm>
            <a:off x="6757262" y="4267178"/>
            <a:ext cx="1588392" cy="160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3EA413E-6DDA-AB64-1492-F870F2767689}"/>
              </a:ext>
            </a:extLst>
          </p:cNvPr>
          <p:cNvCxnSpPr>
            <a:cxnSpLocks/>
            <a:stCxn id="2050" idx="1"/>
            <a:endCxn id="5" idx="3"/>
          </p:cNvCxnSpPr>
          <p:nvPr/>
        </p:nvCxnSpPr>
        <p:spPr>
          <a:xfrm flipH="1">
            <a:off x="3246872" y="5070376"/>
            <a:ext cx="1628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DA6CBF9-CAEB-FAB7-F150-8BC0DB21A5ED}"/>
              </a:ext>
            </a:extLst>
          </p:cNvPr>
          <p:cNvSpPr txBox="1"/>
          <p:nvPr/>
        </p:nvSpPr>
        <p:spPr>
          <a:xfrm>
            <a:off x="4629022" y="5907146"/>
            <a:ext cx="2105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0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Unlabeled Data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5972CA-BAF5-ADBF-4D63-86EC64F9E13D}"/>
              </a:ext>
            </a:extLst>
          </p:cNvPr>
          <p:cNvSpPr txBox="1"/>
          <p:nvPr/>
        </p:nvSpPr>
        <p:spPr>
          <a:xfrm>
            <a:off x="6498468" y="5921240"/>
            <a:ext cx="21059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0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Pseudo Label</a:t>
            </a:r>
          </a:p>
          <a:p>
            <a:pPr algn="ctr"/>
            <a:r>
              <a:rPr kumimoji="0" lang="en-US" altLang="ko-KR" sz="12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(One-hot)</a:t>
            </a:r>
            <a:endParaRPr lang="ko-KR" altLang="en-US" sz="1100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91E26636-B0FA-610E-1C53-335E5C6EFD9F}"/>
              </a:ext>
            </a:extLst>
          </p:cNvPr>
          <p:cNvCxnSpPr>
            <a:stCxn id="5" idx="2"/>
            <a:endCxn id="18" idx="2"/>
          </p:cNvCxnSpPr>
          <p:nvPr/>
        </p:nvCxnSpPr>
        <p:spPr>
          <a:xfrm rot="16200000" flipH="1">
            <a:off x="4499278" y="3453834"/>
            <a:ext cx="989685" cy="5114676"/>
          </a:xfrm>
          <a:prstGeom prst="bentConnector3">
            <a:avLst>
              <a:gd name="adj1" fmla="val 1230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D5B61AB-3FF8-9C51-72A6-56AA6431AFB5}"/>
              </a:ext>
            </a:extLst>
          </p:cNvPr>
          <p:cNvSpPr txBox="1"/>
          <p:nvPr/>
        </p:nvSpPr>
        <p:spPr>
          <a:xfrm>
            <a:off x="2131002" y="6197242"/>
            <a:ext cx="2105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0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Prediction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A6E7B-1412-F640-3AD5-E4564FF181F7}"/>
              </a:ext>
            </a:extLst>
          </p:cNvPr>
          <p:cNvSpPr txBox="1"/>
          <p:nvPr/>
        </p:nvSpPr>
        <p:spPr>
          <a:xfrm>
            <a:off x="-119502" y="3775425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Training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(Cross-Entropy Loss)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A540E4-90A3-318E-65F6-C46BE7FBDF10}"/>
              </a:ext>
            </a:extLst>
          </p:cNvPr>
          <p:cNvSpPr txBox="1"/>
          <p:nvPr/>
        </p:nvSpPr>
        <p:spPr>
          <a:xfrm>
            <a:off x="2715998" y="4468814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Soft 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Augmentation</a:t>
            </a:r>
            <a:endParaRPr lang="ko-KR" altLang="en-US" sz="1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4BA53D-649B-2E3C-C802-A5ED5076B044}"/>
              </a:ext>
            </a:extLst>
          </p:cNvPr>
          <p:cNvSpPr/>
          <p:nvPr/>
        </p:nvSpPr>
        <p:spPr>
          <a:xfrm>
            <a:off x="6258318" y="1500662"/>
            <a:ext cx="1906104" cy="1131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Student Model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AD0F158-F1EC-D60D-538F-550127DE22A9}"/>
                  </a:ext>
                </a:extLst>
              </p:cNvPr>
              <p:cNvSpPr/>
              <p:nvPr/>
            </p:nvSpPr>
            <p:spPr>
              <a:xfrm>
                <a:off x="6258318" y="2632630"/>
                <a:ext cx="1906104" cy="334746"/>
              </a:xfrm>
              <a:prstGeom prst="rect">
                <a:avLst/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𝐵𝑁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AD0F158-F1EC-D60D-538F-550127DE22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318" y="2632630"/>
                <a:ext cx="1906104" cy="3347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A4164BFE-C635-DEBF-202D-C41EEACFA0A4}"/>
                  </a:ext>
                </a:extLst>
              </p:cNvPr>
              <p:cNvSpPr/>
              <p:nvPr/>
            </p:nvSpPr>
            <p:spPr>
              <a:xfrm rot="5400000">
                <a:off x="5859946" y="1903279"/>
                <a:ext cx="1131968" cy="334746"/>
              </a:xfrm>
              <a:prstGeom prst="rect">
                <a:avLst/>
              </a:prstGeom>
              <a:solidFill>
                <a:srgbClr val="66FF3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𝐵𝑁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A4164BFE-C635-DEBF-202D-C41EEACFA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859946" y="1903279"/>
                <a:ext cx="1131968" cy="3347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7F316B3-7A57-6329-3293-0822765FF738}"/>
              </a:ext>
            </a:extLst>
          </p:cNvPr>
          <p:cNvCxnSpPr>
            <a:cxnSpLocks/>
          </p:cNvCxnSpPr>
          <p:nvPr/>
        </p:nvCxnSpPr>
        <p:spPr>
          <a:xfrm>
            <a:off x="2436782" y="3601644"/>
            <a:ext cx="0" cy="1022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864D3206-3096-583D-3185-6BF61B4DED05}"/>
              </a:ext>
            </a:extLst>
          </p:cNvPr>
          <p:cNvCxnSpPr>
            <a:stCxn id="10" idx="0"/>
            <a:endCxn id="29" idx="2"/>
          </p:cNvCxnSpPr>
          <p:nvPr/>
        </p:nvCxnSpPr>
        <p:spPr>
          <a:xfrm rot="16200000" flipV="1">
            <a:off x="6731513" y="3447233"/>
            <a:ext cx="1299802" cy="3400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6B412A27-2CB8-3D5F-E75E-4AB64BAE33D1}"/>
              </a:ext>
            </a:extLst>
          </p:cNvPr>
          <p:cNvCxnSpPr>
            <a:cxnSpLocks/>
            <a:stCxn id="2050" idx="0"/>
            <a:endCxn id="29" idx="2"/>
          </p:cNvCxnSpPr>
          <p:nvPr/>
        </p:nvCxnSpPr>
        <p:spPr>
          <a:xfrm rot="5400000" flipH="1" flipV="1">
            <a:off x="5796790" y="2852599"/>
            <a:ext cx="1299803" cy="15293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25B0751-8234-3151-4766-5AD34D69FEB7}"/>
              </a:ext>
            </a:extLst>
          </p:cNvPr>
          <p:cNvSpPr txBox="1"/>
          <p:nvPr/>
        </p:nvSpPr>
        <p:spPr>
          <a:xfrm>
            <a:off x="4572663" y="3298116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Strong 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Augmentation</a:t>
            </a:r>
            <a:endParaRPr lang="ko-KR" altLang="en-US" sz="1400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C93A816-9757-624D-CCB8-CC30F208FDEC}"/>
              </a:ext>
            </a:extLst>
          </p:cNvPr>
          <p:cNvCxnSpPr>
            <a:cxnSpLocks/>
            <a:stCxn id="1026" idx="3"/>
          </p:cNvCxnSpPr>
          <p:nvPr/>
        </p:nvCxnSpPr>
        <p:spPr>
          <a:xfrm>
            <a:off x="4236982" y="2328759"/>
            <a:ext cx="2021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A7B2D89-B0D2-DD32-EB00-EA963B254C52}"/>
              </a:ext>
            </a:extLst>
          </p:cNvPr>
          <p:cNvSpPr txBox="1"/>
          <p:nvPr/>
        </p:nvSpPr>
        <p:spPr>
          <a:xfrm>
            <a:off x="3866242" y="1693552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Weak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Augmentation</a:t>
            </a:r>
            <a:endParaRPr lang="ko-KR" altLang="en-US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5BA592-171C-CC64-2928-5130429F551B}"/>
              </a:ext>
            </a:extLst>
          </p:cNvPr>
          <p:cNvSpPr txBox="1"/>
          <p:nvPr/>
        </p:nvSpPr>
        <p:spPr>
          <a:xfrm>
            <a:off x="5841395" y="935006"/>
            <a:ext cx="27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Training</a:t>
            </a:r>
          </a:p>
          <a:p>
            <a:pPr algn="ctr"/>
            <a:r>
              <a:rPr kumimoji="0" lang="en-US" altLang="ko-KR" sz="1600" dirty="0">
                <a:solidFill>
                  <a:srgbClr val="1F497D">
                    <a:lumMod val="75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(Self-Correction Loss)</a:t>
            </a:r>
            <a:endParaRPr lang="ko-KR" altLang="en-US" sz="1400" dirty="0"/>
          </a:p>
        </p:txBody>
      </p:sp>
      <p:sp>
        <p:nvSpPr>
          <p:cNvPr id="3" name="화살표: 아래로 구부러짐 2">
            <a:extLst>
              <a:ext uri="{FF2B5EF4-FFF2-40B4-BE49-F238E27FC236}">
                <a16:creationId xmlns:a16="http://schemas.microsoft.com/office/drawing/2014/main" id="{850CF235-11B2-38F6-1A3C-28FC9D655B13}"/>
              </a:ext>
            </a:extLst>
          </p:cNvPr>
          <p:cNvSpPr/>
          <p:nvPr/>
        </p:nvSpPr>
        <p:spPr>
          <a:xfrm rot="19873313" flipH="1">
            <a:off x="1819558" y="2324794"/>
            <a:ext cx="5863341" cy="1034522"/>
          </a:xfrm>
          <a:prstGeom prst="curvedDownArrow">
            <a:avLst/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AA0BEB-53AA-EF9C-ED95-4C9E1FCEB178}"/>
              </a:ext>
            </a:extLst>
          </p:cNvPr>
          <p:cNvSpPr txBox="1"/>
          <p:nvPr/>
        </p:nvSpPr>
        <p:spPr>
          <a:xfrm>
            <a:off x="3292534" y="2791500"/>
            <a:ext cx="2763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>
                <a:solidFill>
                  <a:srgbClr val="1F497D">
                    <a:lumMod val="75000"/>
                  </a:srgbClr>
                </a:solidFill>
                <a:effectLst>
                  <a:glow rad="838200">
                    <a:schemeClr val="bg1"/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Replace</a:t>
            </a:r>
            <a:endParaRPr lang="ko-KR" altLang="en-US" sz="2000" b="1" dirty="0">
              <a:effectLst>
                <a:glow rad="8382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087861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6F3646-C957-212E-D3F0-67ADFF70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Strong Augmentation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008858-0390-D2DB-08FC-2160C254A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2D66FF-A6A5-CFB4-B3CF-58B757CA1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124846"/>
            <a:ext cx="6006589" cy="570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9703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1A80E-1A5A-8F2F-53F1-86F43307B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Distribution-Specific Batch Normalization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2176A2-B10A-9A88-96AC-D824A3EF7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14D24F-FA8C-05AE-82E1-9E18CF507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17" y="1880828"/>
            <a:ext cx="6649378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6387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A148C-71D8-AD88-72C0-AD04D8FA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Self-Correction Loss</a:t>
            </a:r>
            <a:endParaRPr lang="ko-KR" altLang="en-US" dirty="0"/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C484AF19-EAFF-4773-37A2-AD03BAD28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Self-Correction Loss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9D6A43-E5E1-7816-12FC-EF8713928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8572DA-C724-0ABE-CE02-E0372D63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2338763"/>
            <a:ext cx="6444208" cy="157760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162FBA7-7DA2-9B7A-7130-EBA42ECF5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868" y="4063585"/>
            <a:ext cx="504895" cy="5811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9C8F78C-DB04-596E-C721-EFA0D4B45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341" y="4733399"/>
            <a:ext cx="514422" cy="50489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F4AD054-9E72-EC80-38BA-CB88EC789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341" y="5238294"/>
            <a:ext cx="562053" cy="4763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77678FC-7541-FC98-D126-B7210414FA72}"/>
              </a:ext>
            </a:extLst>
          </p:cNvPr>
          <p:cNvSpPr txBox="1"/>
          <p:nvPr/>
        </p:nvSpPr>
        <p:spPr>
          <a:xfrm>
            <a:off x="3888133" y="525679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: Dynamic Weight</a:t>
            </a:r>
            <a:endParaRPr kumimoji="0" lang="ko-KR" altLang="en-US" sz="1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24CCFC-33C6-96DD-784E-58C81AFDF492}"/>
              </a:ext>
            </a:extLst>
          </p:cNvPr>
          <p:cNvSpPr txBox="1"/>
          <p:nvPr/>
        </p:nvSpPr>
        <p:spPr>
          <a:xfrm>
            <a:off x="3888133" y="425708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: Prediction </a:t>
            </a:r>
            <a:endParaRPr kumimoji="0" lang="ko-KR" altLang="en-US" sz="1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043DD5-D5A8-683A-FAEE-BC42956D5D28}"/>
              </a:ext>
            </a:extLst>
          </p:cNvPr>
          <p:cNvSpPr txBox="1"/>
          <p:nvPr/>
        </p:nvSpPr>
        <p:spPr>
          <a:xfrm>
            <a:off x="3887084" y="481947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: Pseudo-Label</a:t>
            </a:r>
            <a:endParaRPr kumimoji="0" lang="ko-KR" altLang="en-US" sz="1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997853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9A485-9462-4826-D24F-F0F0252A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A16C7-E3EA-4936-4F37-796922887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2636912"/>
            <a:ext cx="8786874" cy="1836204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ko-KR" sz="11500" dirty="0"/>
              <a:t>Q &amp; A</a:t>
            </a:r>
            <a:endParaRPr lang="ko-KR" altLang="en-US" sz="115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085FD-699F-9009-DF8C-96A2082EE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82406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BF4F6-37BB-91FC-1F33-0F5D0861D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99B7B-F48D-3B76-7762-D8B6EE2EF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Training Details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1439C-10E8-906C-FEA8-57F33638E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AABEB9-829E-757A-2B2C-1E029995B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22" y="2060848"/>
            <a:ext cx="7363325" cy="4029729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2984FB3-587E-BBFE-A494-41B7615B4B0B}"/>
              </a:ext>
            </a:extLst>
          </p:cNvPr>
          <p:cNvCxnSpPr/>
          <p:nvPr/>
        </p:nvCxnSpPr>
        <p:spPr>
          <a:xfrm>
            <a:off x="6588224" y="2492896"/>
            <a:ext cx="16561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A7BB5A8-7014-B738-3353-F4CBABB84510}"/>
              </a:ext>
            </a:extLst>
          </p:cNvPr>
          <p:cNvCxnSpPr>
            <a:cxnSpLocks/>
          </p:cNvCxnSpPr>
          <p:nvPr/>
        </p:nvCxnSpPr>
        <p:spPr>
          <a:xfrm>
            <a:off x="6480212" y="2888940"/>
            <a:ext cx="18779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66B3791-8667-A117-4B77-B9FA87104DB2}"/>
              </a:ext>
            </a:extLst>
          </p:cNvPr>
          <p:cNvCxnSpPr>
            <a:cxnSpLocks/>
          </p:cNvCxnSpPr>
          <p:nvPr/>
        </p:nvCxnSpPr>
        <p:spPr>
          <a:xfrm>
            <a:off x="1009222" y="3212976"/>
            <a:ext cx="18779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A1A26C0-F1E3-EE83-E353-A46C7DF76CBB}"/>
              </a:ext>
            </a:extLst>
          </p:cNvPr>
          <p:cNvCxnSpPr>
            <a:cxnSpLocks/>
          </p:cNvCxnSpPr>
          <p:nvPr/>
        </p:nvCxnSpPr>
        <p:spPr>
          <a:xfrm>
            <a:off x="1547664" y="3609020"/>
            <a:ext cx="30243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7712E49-0A5C-94AC-30AE-A06910327C34}"/>
              </a:ext>
            </a:extLst>
          </p:cNvPr>
          <p:cNvCxnSpPr>
            <a:cxnSpLocks/>
          </p:cNvCxnSpPr>
          <p:nvPr/>
        </p:nvCxnSpPr>
        <p:spPr>
          <a:xfrm>
            <a:off x="1943708" y="3969060"/>
            <a:ext cx="39604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81EEBD8-7175-ADC4-D20F-01EDBB95D94D}"/>
              </a:ext>
            </a:extLst>
          </p:cNvPr>
          <p:cNvCxnSpPr>
            <a:cxnSpLocks/>
          </p:cNvCxnSpPr>
          <p:nvPr/>
        </p:nvCxnSpPr>
        <p:spPr>
          <a:xfrm>
            <a:off x="4058641" y="4293096"/>
            <a:ext cx="41857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397B228-5D75-774A-B4FE-25A5683282DF}"/>
              </a:ext>
            </a:extLst>
          </p:cNvPr>
          <p:cNvCxnSpPr>
            <a:cxnSpLocks/>
          </p:cNvCxnSpPr>
          <p:nvPr/>
        </p:nvCxnSpPr>
        <p:spPr>
          <a:xfrm>
            <a:off x="4572000" y="4689140"/>
            <a:ext cx="30603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4D1CCFB-CDCC-77AF-4408-FDEB9588C859}"/>
              </a:ext>
            </a:extLst>
          </p:cNvPr>
          <p:cNvCxnSpPr>
            <a:cxnSpLocks/>
          </p:cNvCxnSpPr>
          <p:nvPr/>
        </p:nvCxnSpPr>
        <p:spPr>
          <a:xfrm>
            <a:off x="998301" y="5049180"/>
            <a:ext cx="227755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510F22A-E876-3BE2-B754-AFB4BF3105A8}"/>
              </a:ext>
            </a:extLst>
          </p:cNvPr>
          <p:cNvCxnSpPr>
            <a:cxnSpLocks/>
          </p:cNvCxnSpPr>
          <p:nvPr/>
        </p:nvCxnSpPr>
        <p:spPr>
          <a:xfrm>
            <a:off x="1781086" y="5805264"/>
            <a:ext cx="37630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10010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F6243-0715-3A8C-7A89-CDB2BF72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AE040-DBA8-D8CD-43AA-353F75D8E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Qualitative Comparison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D64109-649A-C53A-31E0-F63B990F5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4D3755-6860-51E9-0710-4B151FF5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55" y="1631341"/>
            <a:ext cx="9144000" cy="486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5191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7C694-CB60-8C2D-9A06-0B35A624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2F24A1-51A8-18D4-022F-33759909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Ablation Study - Overall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4F755-893B-1439-B02A-E487AB522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7E3EF9-90F4-A99F-3860-501FAF23B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23" y="2339147"/>
            <a:ext cx="8664286" cy="249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2114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7C694-CB60-8C2D-9A06-0B35A624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2F24A1-51A8-18D4-022F-33759909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Ablation Study - DSBN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4F755-893B-1439-B02A-E487AB522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9AB311-943D-179C-1B8C-CC93B2E48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656460"/>
            <a:ext cx="5871867" cy="24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3590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4B691-C974-C4EB-8B6E-E9F4D9D9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117860-01B5-EDB9-91A6-9DEC92C6A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Impact of Self-Correction Loss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5C0BC-E411-95C6-5973-266D8BD7A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B4FE7B-7814-A3E5-4718-9F86A1C9B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021" y="2126761"/>
            <a:ext cx="5403395" cy="451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0376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7C694-CB60-8C2D-9A06-0B35A624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2F24A1-51A8-18D4-022F-33759909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Ablation Study – Strong Augmentation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4F755-893B-1439-B02A-E487AB522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19611B-2A63-D643-3227-EC3DE1A6D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260" y="1952836"/>
            <a:ext cx="5109479" cy="42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1754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9A485-9462-4826-D24F-F0F0252A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A16C7-E3EA-4936-4F37-796922887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2636912"/>
            <a:ext cx="8786874" cy="1836204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ko-KR" sz="11500" dirty="0"/>
              <a:t>Q &amp; A</a:t>
            </a:r>
            <a:endParaRPr lang="ko-KR" altLang="en-US" sz="115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085FD-699F-9009-DF8C-96A2082EE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34654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Calibri" panose="020F0502020204030204" pitchFamily="34" charset="0"/>
            <a:ea typeface="08서울남산체 B" panose="02020603020101020101" pitchFamily="18" charset="-127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59920</TotalTime>
  <Words>585</Words>
  <Application>Microsoft Office PowerPoint</Application>
  <PresentationFormat>화면 슬라이드 쇼(4:3)</PresentationFormat>
  <Paragraphs>193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굴림</vt:lpstr>
      <vt:lpstr>맑은 고딕</vt:lpstr>
      <vt:lpstr>Arial</vt:lpstr>
      <vt:lpstr>Calibri</vt:lpstr>
      <vt:lpstr>Cambria Math</vt:lpstr>
      <vt:lpstr>Wingdings</vt:lpstr>
      <vt:lpstr>Office 테마</vt:lpstr>
      <vt:lpstr>A Simple Baseline for Semi-supervised Semantic Segmentation with Strong Data Augmentation</vt:lpstr>
      <vt:lpstr>Simple Baseline</vt:lpstr>
      <vt:lpstr>Expensive Labeling Cost in Deep Learning</vt:lpstr>
      <vt:lpstr>Efforts to Reduce Labeling Cost </vt:lpstr>
      <vt:lpstr>Efforts to Reduce Labeling Cost </vt:lpstr>
      <vt:lpstr>Previous Works</vt:lpstr>
      <vt:lpstr>Previous Works</vt:lpstr>
      <vt:lpstr>Previous Works</vt:lpstr>
      <vt:lpstr>Contribution of the paper</vt:lpstr>
      <vt:lpstr>Q &amp; A</vt:lpstr>
      <vt:lpstr>Prosed Framework</vt:lpstr>
      <vt:lpstr>Prosed Framework</vt:lpstr>
      <vt:lpstr>Prosed Framework</vt:lpstr>
      <vt:lpstr>Strong Augmentation</vt:lpstr>
      <vt:lpstr>Distribution-Specific Batch Normalization</vt:lpstr>
      <vt:lpstr>Self-Correction Loss</vt:lpstr>
      <vt:lpstr>Q &amp; A</vt:lpstr>
      <vt:lpstr>Experiments</vt:lpstr>
      <vt:lpstr>Experiments</vt:lpstr>
      <vt:lpstr>Experiments</vt:lpstr>
      <vt:lpstr>Experiments</vt:lpstr>
      <vt:lpstr>Experiments</vt:lpstr>
      <vt:lpstr>Experiments</vt:lpstr>
      <vt:lpstr>Q &amp; A</vt:lpstr>
    </vt:vector>
  </TitlesOfParts>
  <Company>U of 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zelos</dc:creator>
  <cp:lastModifiedBy>YOO YEEUN</cp:lastModifiedBy>
  <cp:revision>2982</cp:revision>
  <cp:lastPrinted>2016-03-04T01:44:28Z</cp:lastPrinted>
  <dcterms:created xsi:type="dcterms:W3CDTF">2008-03-01T21:32:25Z</dcterms:created>
  <dcterms:modified xsi:type="dcterms:W3CDTF">2022-07-03T11:53:18Z</dcterms:modified>
</cp:coreProperties>
</file>