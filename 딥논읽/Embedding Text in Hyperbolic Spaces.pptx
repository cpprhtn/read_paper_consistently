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  <p:sldMasterId id="2147483673" r:id="rId2"/>
  </p:sldMasterIdLst>
  <p:notesMasterIdLst>
    <p:notesMasterId r:id="rId20"/>
  </p:notesMasterIdLst>
  <p:sldIdLst>
    <p:sldId id="256" r:id="rId3"/>
    <p:sldId id="263" r:id="rId4"/>
    <p:sldId id="265" r:id="rId5"/>
    <p:sldId id="257" r:id="rId6"/>
    <p:sldId id="264" r:id="rId7"/>
    <p:sldId id="259" r:id="rId8"/>
    <p:sldId id="266" r:id="rId9"/>
    <p:sldId id="267" r:id="rId10"/>
    <p:sldId id="262" r:id="rId11"/>
    <p:sldId id="268" r:id="rId12"/>
    <p:sldId id="271" r:id="rId13"/>
    <p:sldId id="269" r:id="rId14"/>
    <p:sldId id="270" r:id="rId15"/>
    <p:sldId id="260" r:id="rId16"/>
    <p:sldId id="258" r:id="rId17"/>
    <p:sldId id="26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09" d="100"/>
          <a:sy n="109" d="100"/>
        </p:scale>
        <p:origin x="20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6D47A-BB3C-724B-84EB-FC3F41A59A19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21F21-EEA4-9946-A4D5-DCB70A325F3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6703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B248-8091-3D36-BE1D-3241C517A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AD852E-49F9-BCE1-8D71-9C4F63023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CBA4C-BD62-0334-5782-402DAD59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C70EB-3032-1279-0838-1D71D2AE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79CA5-F8F9-6197-27A8-246508C0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831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4BF3-0125-B1B4-1318-B0C57ADD0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38037-7800-ADCB-9637-0948B2C07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AC0AF-0A43-1396-826E-9DF8B337F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A7C58-5C6E-C76E-9422-A91B6BC19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A984F-FD3A-13E5-292E-C2907F777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6843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8663-92CE-E7D7-3DAE-491BE46E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CCDE7-E50B-7327-6439-CBC6F6881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AB26D-7B3C-4F06-D43E-A1CD1278C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EE544-1D3E-4A77-640E-0A36B999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7FBAE-96D3-33AA-C9E5-2182C400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7456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3C9D-7220-1445-2EA3-B27A211AD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20BCE-1F79-3146-B881-C515F022B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95B26-5AC9-7E11-7B88-12996DF23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6C3D1-B6C2-89C9-86F8-D1721F5A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1A811-BC96-2CD1-6C6F-BD4E5859D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AA62F-1DFA-62B8-363E-44F8EA24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09935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F270-267F-950B-285C-CC6BEDD06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20DFB-00B8-A419-BB03-6D2ED50C3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7CABB-F0BB-C408-85AD-02077632A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2F56F-7C12-8214-28EF-18F858B52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3C073-C09F-4B0A-ABC5-92B428089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05349-B76B-8D68-16AF-8FF419743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7E34C-C8C2-8DDA-BBF9-C0874C8CA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DC2D4A-A930-47EB-F214-912655B2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66790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5C80-4DC1-63E8-7720-C89BFC6D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55F01-A311-2E09-5E75-4B16D3E9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4F6EF-1191-27B7-DCC2-41BA08B2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C52E7-6F5C-AC99-2F3E-BC60EF62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8686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789E5-ECED-14E0-382C-9EBD6BFC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34B33-1771-E00A-8504-356CED1B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31645-7FDC-92E9-A0A8-1F56CFFA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4383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8E54-E977-57B3-3B70-CD82919E4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D5349-B369-2A6A-D98E-FFD338D1A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3E77D-FFA9-80FD-1045-BD19F0BB9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884F3-3EBE-D383-8214-F30AAE89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52E5B-6419-D722-3B8C-59877551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0E5A3-6018-877F-6041-A10B6D241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90773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176F-511E-2A9F-B9E5-A9BF69D2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33971-6FD0-EDC2-2CFE-E9758803F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40B23-F73F-4888-B18B-70DAFE8B9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DE7A5-4373-75CF-4648-75043E16E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F0BBD-C124-DBF5-3726-ECA7C05D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7D4E3-84F4-12ED-6451-79F68424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1202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D4DD-C974-D9F4-1409-A756282D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EB302-7902-512E-1879-E42CF24BA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D71FB-6AB3-68AF-07B9-4CB11484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21C41-9404-E042-09E0-1B436E9F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D033C-ACC9-8A2D-73F2-F27EF735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8434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198806-CA19-0286-EC97-24E1954CE9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279B5-89F2-E634-F8B4-19C27DAE6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729FD-2178-9CF8-6B3E-11CE5967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733DE-95E7-CCA9-40D9-5CD63C76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43416-4D0D-705D-A7D0-1ED36550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64218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1224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 cap="none" baseline="0"/>
            </a:lvl1pPr>
            <a:lvl2pPr>
              <a:defRPr cap="none" baseline="0"/>
            </a:lvl2pPr>
            <a:lvl3pPr>
              <a:defRPr cap="none" baseline="0"/>
            </a:lvl3pPr>
            <a:lvl4pPr>
              <a:defRPr cap="none" baseline="0"/>
            </a:lvl4pPr>
            <a:lvl5pPr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83638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14397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47667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13556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85299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48016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190306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731528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37159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61276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56712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844760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178160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95187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92276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284049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4BF3-0125-B1B4-1318-B0C57ADD0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5" y="618517"/>
            <a:ext cx="9812841" cy="1596177"/>
          </a:xfrm>
        </p:spPr>
        <p:txBody>
          <a:bodyPr/>
          <a:lstStyle>
            <a:lvl1pPr algn="just">
              <a:defRPr/>
            </a:lvl1pPr>
          </a:lstStyle>
          <a:p>
            <a:r>
              <a:rPr lang="en-US" dirty="0"/>
              <a:t>Click to edit Master title style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38037-7800-ADCB-9637-0948B2C07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569" y="2063263"/>
            <a:ext cx="9566658" cy="37279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AC0AF-0A43-1396-826E-9DF8B337F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A7C58-5C6E-C76E-9422-A91B6BC19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A984F-FD3A-13E5-292E-C2907F777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73885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FF51C-F8C6-A6ED-51B9-29406398C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9C381-1E5F-2346-42B6-31D5E1A4E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31398-CF4D-CED7-0D90-8C7B07D02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2E9E3-A45A-A129-C414-A8DBA2AFA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6BE91-987F-513B-6D1B-576F122E8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8163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056E09C-E545-CE40-BC54-1E122B0FD512}" type="datetimeFigureOut">
              <a:rPr lang="en-KR" smtClean="0"/>
              <a:t>2023/08/20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3423915-A82C-7148-9E88-73F42110382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47511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</p:sldLayoutIdLst>
  <p:txStyles>
    <p:titleStyle>
      <a:lvl1pPr algn="just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50CAEE-CAC0-4F18-9593-F09A3338C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DA77D5-12C4-446D-AC72-A514960A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0213"/>
          <a:stretch/>
        </p:blipFill>
        <p:spPr>
          <a:xfrm>
            <a:off x="8199690" y="290557"/>
            <a:ext cx="3992310" cy="39055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E04E4F-6B32-4651-ACE0-DACABF1FC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20" r="54326" b="73832"/>
          <a:stretch/>
        </p:blipFill>
        <p:spPr>
          <a:xfrm>
            <a:off x="4581330" y="0"/>
            <a:ext cx="6762408" cy="286776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3CF8959-75EA-E2BA-BAF6-FF4515B4E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b="0" dirty="0">
                <a:effectLst/>
                <a:latin typeface="NimbusRomNo9L"/>
              </a:rPr>
              <a:t>Embedding Text </a:t>
            </a:r>
            <a:br>
              <a:rPr lang="en-US" b="0" dirty="0">
                <a:effectLst/>
                <a:latin typeface="NimbusRomNo9L"/>
              </a:rPr>
            </a:br>
            <a:r>
              <a:rPr lang="en-US" b="0" dirty="0">
                <a:effectLst/>
                <a:latin typeface="NimbusRomNo9L"/>
              </a:rPr>
              <a:t>in Hyperbolic Spaces</a:t>
            </a:r>
            <a:endParaRPr lang="en-KR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05AFC81-6D55-77C4-C0BB-0665D1D96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조력자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자연어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처리팀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발표자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조해창</a:t>
            </a:r>
            <a:endParaRPr lang="en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D4F2B0-7771-46FC-9763-240E8F55F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73" t="81531" r="19879"/>
          <a:stretch/>
        </p:blipFill>
        <p:spPr>
          <a:xfrm>
            <a:off x="10246407" y="5429242"/>
            <a:ext cx="1945594" cy="1428758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64F387-6750-4AFF-8A10-65C64D31E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66" t="75007" r="30510"/>
          <a:stretch/>
        </p:blipFill>
        <p:spPr>
          <a:xfrm>
            <a:off x="9795659" y="4064996"/>
            <a:ext cx="2716669" cy="1658803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43582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7A8727-7DE3-7DEE-C461-B9554413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7035" y="790737"/>
            <a:ext cx="4731708" cy="1119091"/>
          </a:xfrm>
        </p:spPr>
        <p:txBody>
          <a:bodyPr>
            <a:normAutofit/>
          </a:bodyPr>
          <a:lstStyle/>
          <a:p>
            <a:pPr algn="just"/>
            <a:r>
              <a:rPr lang="ko-KR" altLang="en-US" sz="4400" dirty="0"/>
              <a:t>목차</a:t>
            </a:r>
            <a:endParaRPr lang="en-KR" sz="4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010AA1-70B9-7883-44A7-719C9035D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4174" y="2108270"/>
            <a:ext cx="4264569" cy="3415747"/>
          </a:xfrm>
        </p:spPr>
        <p:txBody>
          <a:bodyPr>
            <a:normAutofit/>
          </a:bodyPr>
          <a:lstStyle/>
          <a:p>
            <a:pPr algn="just"/>
            <a:r>
              <a:rPr lang="ko-KR" altLang="en-US" sz="2800" dirty="0"/>
              <a:t>배경 지식</a:t>
            </a:r>
            <a:endParaRPr lang="en-US" altLang="ko-KR" sz="2800" dirty="0"/>
          </a:p>
          <a:p>
            <a:pPr algn="just"/>
            <a:r>
              <a:rPr lang="ko-KR" altLang="en-US" sz="2800" dirty="0"/>
              <a:t>사용 방법</a:t>
            </a:r>
            <a:endParaRPr lang="en-US" altLang="ko-KR" sz="2800" dirty="0"/>
          </a:p>
          <a:p>
            <a:pPr algn="just"/>
            <a:r>
              <a:rPr lang="ko-KR" altLang="en-US" sz="2800" dirty="0"/>
              <a:t>한계</a:t>
            </a:r>
            <a:endParaRPr lang="en-US" altLang="ko-KR" sz="2800" dirty="0"/>
          </a:p>
          <a:p>
            <a:pPr algn="just"/>
            <a:r>
              <a:rPr lang="en-US" altLang="ko-KR" sz="2800" dirty="0"/>
              <a:t>Q&amp;A</a:t>
            </a:r>
          </a:p>
          <a:p>
            <a:pPr algn="just"/>
            <a:endParaRPr lang="en-KR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751E18-3734-158C-D203-3521D3DFE3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09" t="23311" r="55617" b="35107"/>
          <a:stretch/>
        </p:blipFill>
        <p:spPr>
          <a:xfrm>
            <a:off x="5914401" y="1333982"/>
            <a:ext cx="4626348" cy="4190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BABF21-4845-D690-F87E-23CBC75FFC88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Embedding Text in Hyperbolic Spaces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353617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33665B-5E2D-6DE6-4866-4A755181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323" y="790737"/>
            <a:ext cx="8968780" cy="1596177"/>
          </a:xfrm>
        </p:spPr>
        <p:txBody>
          <a:bodyPr/>
          <a:lstStyle/>
          <a:p>
            <a:pPr algn="just"/>
            <a:r>
              <a:rPr lang="ko-KR" altLang="en-US" dirty="0"/>
              <a:t>배경 지식</a:t>
            </a:r>
            <a:endParaRPr lang="en-K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EE4EB1-05B7-0F2A-74EB-E849C51B72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14246" y="2086708"/>
            <a:ext cx="8663354" cy="3704491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Hyperbolic  </a:t>
            </a:r>
            <a:r>
              <a:rPr lang="en-US" dirty="0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2800" dirty="0" err="1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쌍곡의</a:t>
            </a:r>
            <a:endParaRPr lang="en-US" sz="2800" dirty="0">
              <a:solidFill>
                <a:srgbClr val="202122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sz="2800" dirty="0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Poincare</a:t>
            </a:r>
            <a:r>
              <a:rPr lang="ko-KR" altLang="en-US" sz="2800" dirty="0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     </a:t>
            </a:r>
            <a:r>
              <a:rPr lang="ko-KR" altLang="en-US" sz="2800" dirty="0" err="1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푸앙카레</a:t>
            </a:r>
            <a:endParaRPr lang="en-US" sz="2800" dirty="0">
              <a:solidFill>
                <a:srgbClr val="202122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sz="2800" dirty="0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Manifold</a:t>
            </a:r>
            <a:r>
              <a:rPr lang="ko-KR" altLang="en-US" sz="2800" dirty="0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    </a:t>
            </a:r>
            <a:r>
              <a:rPr lang="ko-KR" altLang="en-US" sz="2800" dirty="0" err="1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다양체</a:t>
            </a:r>
            <a:r>
              <a:rPr lang="en-US" altLang="ko-KR" sz="2800" dirty="0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2800" dirty="0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공간을 의미</a:t>
            </a:r>
            <a:r>
              <a:rPr lang="en-US" altLang="ko-KR" sz="2800" dirty="0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en-US" sz="2800" b="0" i="0" u="none" strike="noStrike" dirty="0">
              <a:solidFill>
                <a:srgbClr val="202122"/>
              </a:solidFill>
              <a:effectLst/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sz="2800" b="0" i="0" u="none" strike="noStrike" dirty="0" err="1">
                <a:solidFill>
                  <a:srgbClr val="202122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Minkowski</a:t>
            </a:r>
            <a:r>
              <a:rPr lang="ko-KR" altLang="en-US" sz="2800" b="0" i="0" u="none" strike="noStrike" dirty="0">
                <a:solidFill>
                  <a:srgbClr val="202122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600" b="0" i="0" u="none" strike="noStrike" dirty="0">
                <a:solidFill>
                  <a:srgbClr val="202122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b="0" i="0" u="none" strike="noStrike" dirty="0">
                <a:solidFill>
                  <a:srgbClr val="202122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2800" b="0" i="0" u="none" strike="noStrike" dirty="0" err="1">
                <a:solidFill>
                  <a:srgbClr val="202122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민코브스키</a:t>
            </a:r>
            <a:endParaRPr lang="en-US" altLang="ko-KR" sz="2800" b="0" i="0" u="none" strike="noStrike" dirty="0">
              <a:solidFill>
                <a:srgbClr val="202122"/>
              </a:solidFill>
              <a:effectLst/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sz="2800" dirty="0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Hyperbolic space</a:t>
            </a:r>
          </a:p>
          <a:p>
            <a:r>
              <a:rPr lang="ko-KR" altLang="en-US" sz="2800" dirty="0" err="1">
                <a:solidFill>
                  <a:srgbClr val="20212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쌍곡함수</a:t>
            </a:r>
            <a:endParaRPr lang="en-KR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82C0B-C9D6-FBF9-966B-F882DF31B81F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Embedding Text in Hyperbolic Spaces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2006729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D40CE1-600C-0E55-8B7B-A7AB59204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046" y="618517"/>
            <a:ext cx="9121180" cy="1596177"/>
          </a:xfrm>
        </p:spPr>
        <p:txBody>
          <a:bodyPr/>
          <a:lstStyle/>
          <a:p>
            <a:r>
              <a:rPr 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Hyperbolic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이란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en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Content Placeholder 8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4EE15814-73E0-4B03-C481-3A4B33CF1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3514" y="2070100"/>
            <a:ext cx="2705100" cy="1358900"/>
          </a:xfrm>
        </p:spPr>
      </p:pic>
      <p:pic>
        <p:nvPicPr>
          <p:cNvPr id="1026" name="Picture 2" descr="수학 공식 | 고등학교 &gt; 포물선의 뜻과 포물선의 방정식 – MATH ...">
            <a:extLst>
              <a:ext uri="{FF2B5EF4-FFF2-40B4-BE49-F238E27FC236}">
                <a16:creationId xmlns:a16="http://schemas.microsoft.com/office/drawing/2014/main" id="{3450C53A-857F-B373-C48A-797058552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486" y="2068429"/>
            <a:ext cx="3051422" cy="309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쌍곡선에서 a, b, c의 관계 – GeoGebra">
            <a:extLst>
              <a:ext uri="{FF2B5EF4-FFF2-40B4-BE49-F238E27FC236}">
                <a16:creationId xmlns:a16="http://schemas.microsoft.com/office/drawing/2014/main" id="{17472CDB-BD1C-9A5A-2897-CF18B94180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10" b="4018"/>
          <a:stretch/>
        </p:blipFill>
        <p:spPr bwMode="auto">
          <a:xfrm>
            <a:off x="6272093" y="2197063"/>
            <a:ext cx="3051422" cy="296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5D9DBC-D89B-B983-CD05-95DF9B187D2C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1. </a:t>
            </a:r>
            <a:r>
              <a:rPr lang="ko-KR" altLang="en-US" sz="2400" b="0" dirty="0">
                <a:effectLst/>
                <a:latin typeface="NimbusRomNo9L"/>
              </a:rPr>
              <a:t>배경지식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404492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7767-F6A8-B81E-988C-A7E4168C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B714-EA22-AAA9-776A-0504E0762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5122" name="Picture 2" descr="Transformations of the 1/x Function - Video &amp; Lesson Transcript | Study.com">
            <a:extLst>
              <a:ext uri="{FF2B5EF4-FFF2-40B4-BE49-F238E27FC236}">
                <a16:creationId xmlns:a16="http://schemas.microsoft.com/office/drawing/2014/main" id="{6BE58B3F-35E9-17F2-5648-E9033F69AC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0" r="3390" b="3458"/>
          <a:stretch/>
        </p:blipFill>
        <p:spPr bwMode="auto">
          <a:xfrm>
            <a:off x="2737926" y="1148591"/>
            <a:ext cx="6716147" cy="456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2F78DB-2274-8CED-A0B2-5E092B142568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1. </a:t>
            </a:r>
            <a:r>
              <a:rPr lang="ko-KR" altLang="en-US" sz="2400" b="0" dirty="0">
                <a:effectLst/>
                <a:latin typeface="NimbusRomNo9L"/>
              </a:rPr>
              <a:t>배경지식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446364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E236530-81DD-7735-EE41-84F661BD7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Poincare disk</a:t>
            </a:r>
            <a:endParaRPr lang="en-KR" dirty="0"/>
          </a:p>
        </p:txBody>
      </p:sp>
      <p:pic>
        <p:nvPicPr>
          <p:cNvPr id="15" name="Content Placeholder 14" descr="A person with a beard and mustache wearing glasses&#10;&#10;Description automatically generated">
            <a:extLst>
              <a:ext uri="{FF2B5EF4-FFF2-40B4-BE49-F238E27FC236}">
                <a16:creationId xmlns:a16="http://schemas.microsoft.com/office/drawing/2014/main" id="{25A07DAB-20E2-14CE-F6A3-05EBF5112C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757835" y="2366962"/>
            <a:ext cx="2416203" cy="3424237"/>
          </a:xfrm>
        </p:spPr>
      </p:pic>
      <p:pic>
        <p:nvPicPr>
          <p:cNvPr id="12" name="Content Placeholder 7" descr="A diagram of a diagram of a triangle&#10;&#10;Description automatically generated with medium confidence">
            <a:extLst>
              <a:ext uri="{FF2B5EF4-FFF2-40B4-BE49-F238E27FC236}">
                <a16:creationId xmlns:a16="http://schemas.microsoft.com/office/drawing/2014/main" id="{420A9DE4-D640-3F6E-461B-CD9CD0281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373" y="1133616"/>
            <a:ext cx="4811693" cy="46575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AE3F98B-1C5D-4369-FD15-E0FC7FEB8969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1. </a:t>
            </a:r>
            <a:r>
              <a:rPr lang="ko-KR" altLang="en-US" sz="2400" b="0" dirty="0">
                <a:effectLst/>
                <a:latin typeface="NimbusRomNo9L"/>
              </a:rPr>
              <a:t>배경지식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322148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F638E-3312-BC64-3378-1F652ACD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26E1-297E-7BB9-2516-2CBB62F9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3076" name="Picture 4" descr="아주 짧게 소개하는 수학 그림2">
            <a:extLst>
              <a:ext uri="{FF2B5EF4-FFF2-40B4-BE49-F238E27FC236}">
                <a16:creationId xmlns:a16="http://schemas.microsoft.com/office/drawing/2014/main" id="{0E6249B9-1AD8-8AB7-A7EC-62F93EE73B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3"/>
          <a:stretch/>
        </p:blipFill>
        <p:spPr bwMode="auto">
          <a:xfrm>
            <a:off x="2262554" y="1884342"/>
            <a:ext cx="8470278" cy="373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4E996-D4B2-2081-A7F2-6B6031B8319F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1. </a:t>
            </a:r>
            <a:r>
              <a:rPr lang="ko-KR" altLang="en-US" sz="2400" b="0" dirty="0">
                <a:effectLst/>
                <a:latin typeface="NimbusRomNo9L"/>
              </a:rPr>
              <a:t>배경지식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3211450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F638E-3312-BC64-3378-1F652ACD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26E1-297E-7BB9-2516-2CBB62F9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3076" name="Picture 4" descr="아주 짧게 소개하는 수학 그림2">
            <a:extLst>
              <a:ext uri="{FF2B5EF4-FFF2-40B4-BE49-F238E27FC236}">
                <a16:creationId xmlns:a16="http://schemas.microsoft.com/office/drawing/2014/main" id="{0E6249B9-1AD8-8AB7-A7EC-62F93EE73B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96" b="7777"/>
          <a:stretch/>
        </p:blipFill>
        <p:spPr bwMode="auto">
          <a:xfrm>
            <a:off x="2519196" y="1834661"/>
            <a:ext cx="7673642" cy="3634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4E996-D4B2-2081-A7F2-6B6031B8319F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1. </a:t>
            </a:r>
            <a:r>
              <a:rPr lang="ko-KR" altLang="en-US" sz="2400" b="0" dirty="0">
                <a:effectLst/>
                <a:latin typeface="NimbusRomNo9L"/>
              </a:rPr>
              <a:t>배경지식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2838343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F638E-3312-BC64-3378-1F652ACD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26E1-297E-7BB9-2516-2CBB62F9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87D74-A688-4866-586D-7B984E01D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742" y="943136"/>
            <a:ext cx="4736516" cy="47439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4E996-D4B2-2081-A7F2-6B6031B8319F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1. </a:t>
            </a:r>
            <a:r>
              <a:rPr lang="ko-KR" altLang="en-US" sz="2400" b="0" dirty="0">
                <a:effectLst/>
                <a:latin typeface="NimbusRomNo9L"/>
              </a:rPr>
              <a:t>배경지식</a:t>
            </a:r>
            <a:endParaRPr lang="en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F3D538-3AF5-A447-DEDD-F1A3D656D433}"/>
              </a:ext>
            </a:extLst>
          </p:cNvPr>
          <p:cNvSpPr txBox="1"/>
          <p:nvPr/>
        </p:nvSpPr>
        <p:spPr>
          <a:xfrm>
            <a:off x="2801814" y="5846705"/>
            <a:ext cx="6882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F0502020204030204" pitchFamily="34" charset="0"/>
              </a:rPr>
              <a:t>푸앵카레</a:t>
            </a:r>
            <a:r>
              <a:rPr lang="ko-KR" altLang="en-US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F0502020204030204" pitchFamily="34" charset="0"/>
              </a:rPr>
              <a:t> 원반을 나타내는 </a:t>
            </a:r>
            <a:r>
              <a:rPr lang="ko-KR" altLang="en-US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F0502020204030204" pitchFamily="34" charset="0"/>
              </a:rPr>
              <a:t>마우리츠</a:t>
            </a:r>
            <a:r>
              <a:rPr lang="ko-KR" altLang="en-US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ko-KR" altLang="en-US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F0502020204030204" pitchFamily="34" charset="0"/>
              </a:rPr>
              <a:t>코르넬리스</a:t>
            </a:r>
            <a:r>
              <a:rPr lang="ko-KR" altLang="en-US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F0502020204030204" pitchFamily="34" charset="0"/>
              </a:rPr>
              <a:t>에스허</a:t>
            </a:r>
            <a:r>
              <a:rPr lang="ko-KR" altLang="en-US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F0502020204030204" pitchFamily="34" charset="0"/>
              </a:rPr>
              <a:t>르의</a:t>
            </a:r>
            <a:r>
              <a:rPr lang="ko-KR" altLang="en-US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F0502020204030204" pitchFamily="34" charset="0"/>
              </a:rPr>
              <a:t> 작품</a:t>
            </a:r>
            <a:endParaRPr lang="en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431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8247-F6B3-C965-0152-DD2632B48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ACFCB-5434-7A25-2D8B-E647CCEDB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3D18F15-C772-1E83-1CFB-010206043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634" y="1138107"/>
            <a:ext cx="7014796" cy="4951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9B1C09-47F9-8F23-8061-429DF76D4805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1. </a:t>
            </a:r>
            <a:r>
              <a:rPr lang="ko-KR" altLang="en-US" sz="2400" b="0" dirty="0">
                <a:effectLst/>
                <a:latin typeface="NimbusRomNo9L"/>
              </a:rPr>
              <a:t>배경지식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237995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F638E-3312-BC64-3378-1F652ACD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26E1-297E-7BB9-2516-2CBB62F9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87D74-A688-4866-586D-7B984E01D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636" y="943136"/>
            <a:ext cx="4736516" cy="47439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4E996-D4B2-2081-A7F2-6B6031B8319F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1. </a:t>
            </a:r>
            <a:r>
              <a:rPr lang="ko-KR" altLang="en-US" sz="2400" b="0" dirty="0">
                <a:effectLst/>
                <a:latin typeface="NimbusRomNo9L"/>
              </a:rPr>
              <a:t>배경지식</a:t>
            </a:r>
            <a:endParaRPr lang="en-KR" sz="2400" dirty="0"/>
          </a:p>
        </p:txBody>
      </p:sp>
      <p:pic>
        <p:nvPicPr>
          <p:cNvPr id="4" name="Content Placeholder 4" descr="A black numbers and symbols on a white background&#10;&#10;Description automatically generated">
            <a:extLst>
              <a:ext uri="{FF2B5EF4-FFF2-40B4-BE49-F238E27FC236}">
                <a16:creationId xmlns:a16="http://schemas.microsoft.com/office/drawing/2014/main" id="{2FD3CD56-DA05-B453-BB79-DFA070854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289" y="982984"/>
            <a:ext cx="58928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92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0413-F20C-8B86-585F-EEDF69F4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쌍곡</a:t>
            </a:r>
            <a:r>
              <a:rPr lang="ko-KR" altLang="en-US" dirty="0"/>
              <a:t> 함수</a:t>
            </a:r>
            <a:endParaRPr lang="en-KR" dirty="0"/>
          </a:p>
        </p:txBody>
      </p:sp>
      <p:pic>
        <p:nvPicPr>
          <p:cNvPr id="15" name="Content Placeholder 14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2B39B7DA-4525-7AC0-F47C-B1372F5A6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1703" y="1025220"/>
            <a:ext cx="6346523" cy="480756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E1444A5-CB28-B869-3BBB-9F5CDFEE7555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1. </a:t>
            </a:r>
            <a:r>
              <a:rPr lang="ko-KR" altLang="en-US" sz="2400" b="0" dirty="0">
                <a:effectLst/>
                <a:latin typeface="NimbusRomNo9L"/>
              </a:rPr>
              <a:t>배경지식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80015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09F11-7F77-CE85-217D-38CE1DB74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쌍곡</a:t>
            </a:r>
            <a:r>
              <a:rPr lang="ko-KR" altLang="en-US" dirty="0"/>
              <a:t> 함수</a:t>
            </a:r>
            <a:endParaRPr lang="en-KR" dirty="0"/>
          </a:p>
        </p:txBody>
      </p:sp>
      <p:pic>
        <p:nvPicPr>
          <p:cNvPr id="5" name="Content Placeholder 4" descr="A math equations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A82D016D-B73A-0C93-841A-5B4C20611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0246" y="1380117"/>
            <a:ext cx="6156807" cy="409776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F681CA-9019-FDEC-10FA-69BC02E5D307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1. </a:t>
            </a:r>
            <a:r>
              <a:rPr lang="ko-KR" altLang="en-US" sz="2400" b="0" dirty="0">
                <a:effectLst/>
                <a:latin typeface="NimbusRomNo9L"/>
              </a:rPr>
              <a:t>배경지식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640075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833CE-B2BF-817E-7EF1-C9778E29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9" name="Content Placeholder 8" descr="A person with a mustache and glasses&#10;&#10;Description automatically generated">
            <a:extLst>
              <a:ext uri="{FF2B5EF4-FFF2-40B4-BE49-F238E27FC236}">
                <a16:creationId xmlns:a16="http://schemas.microsoft.com/office/drawing/2014/main" id="{C3FD46AA-A273-D388-83B8-AAD26CA6F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7404" y="2091840"/>
            <a:ext cx="2566835" cy="3727450"/>
          </a:xfrm>
        </p:spPr>
      </p:pic>
      <p:pic>
        <p:nvPicPr>
          <p:cNvPr id="11" name="Picture 10" descr="A screenshot of a cellphone&#10;&#10;Description automatically generated">
            <a:extLst>
              <a:ext uri="{FF2B5EF4-FFF2-40B4-BE49-F238E27FC236}">
                <a16:creationId xmlns:a16="http://schemas.microsoft.com/office/drawing/2014/main" id="{D0EC5A1B-BE97-8D3E-4978-7A47EBB34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153" y="2091840"/>
            <a:ext cx="3268242" cy="3973157"/>
          </a:xfrm>
          <a:prstGeom prst="rect">
            <a:avLst/>
          </a:prstGeom>
        </p:spPr>
      </p:pic>
      <p:pic>
        <p:nvPicPr>
          <p:cNvPr id="13" name="Picture 12" descr="A screenshot of a cellphone&#10;&#10;Description automatically generated">
            <a:extLst>
              <a:ext uri="{FF2B5EF4-FFF2-40B4-BE49-F238E27FC236}">
                <a16:creationId xmlns:a16="http://schemas.microsoft.com/office/drawing/2014/main" id="{9C592F9E-8164-BB33-5A35-12182C36A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299" y="2091840"/>
            <a:ext cx="3206191" cy="34601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E6938C-9A0A-D2F5-C61B-139E3FEAB71E}"/>
              </a:ext>
            </a:extLst>
          </p:cNvPr>
          <p:cNvSpPr txBox="1"/>
          <p:nvPr/>
        </p:nvSpPr>
        <p:spPr>
          <a:xfrm>
            <a:off x="605910" y="329072"/>
            <a:ext cx="968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NimbusRomNo9L"/>
              </a:rPr>
              <a:t>1. </a:t>
            </a:r>
            <a:r>
              <a:rPr lang="ko-KR" altLang="en-US" sz="2400" b="0" dirty="0">
                <a:effectLst/>
                <a:latin typeface="NimbusRomNo9L"/>
              </a:rPr>
              <a:t>배경지식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3017468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C0-0867-B4A9-1B5C-B1791B4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169" y="618517"/>
            <a:ext cx="9719057" cy="1596177"/>
          </a:xfrm>
        </p:spPr>
        <p:txBody>
          <a:bodyPr/>
          <a:lstStyle/>
          <a:p>
            <a:r>
              <a:rPr lang="ko-KR" altLang="en-US" dirty="0"/>
              <a:t>연구 동향</a:t>
            </a:r>
            <a:endParaRPr lang="en-KR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E8AACDD-4905-FBE8-9CC7-229CE2224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8540" y="151074"/>
            <a:ext cx="7212227" cy="6555852"/>
          </a:xfrm>
        </p:spPr>
      </p:pic>
    </p:spTree>
    <p:extLst>
      <p:ext uri="{BB962C8B-B14F-4D97-AF65-F5344CB8AC3E}">
        <p14:creationId xmlns:p14="http://schemas.microsoft.com/office/powerpoint/2010/main" val="1902375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0901-F92C-A35D-C513-BB1AA55D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5" name="Content Placeholder 4" descr="A diagram of a diagram of different types of objects&#10;&#10;Description automatically generated">
            <a:extLst>
              <a:ext uri="{FF2B5EF4-FFF2-40B4-BE49-F238E27FC236}">
                <a16:creationId xmlns:a16="http://schemas.microsoft.com/office/drawing/2014/main" id="{786C944F-9EC6-DBFA-19E5-122AF483F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468" y="610071"/>
            <a:ext cx="9755223" cy="5637857"/>
          </a:xfrm>
        </p:spPr>
      </p:pic>
    </p:spTree>
    <p:extLst>
      <p:ext uri="{BB962C8B-B14F-4D97-AF65-F5344CB8AC3E}">
        <p14:creationId xmlns:p14="http://schemas.microsoft.com/office/powerpoint/2010/main" val="239331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4D61-8B60-3CF9-7481-4B6684F6E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431" y="618517"/>
            <a:ext cx="9941795" cy="1596177"/>
          </a:xfrm>
        </p:spPr>
        <p:txBody>
          <a:bodyPr/>
          <a:lstStyle/>
          <a:p>
            <a:r>
              <a:rPr lang="ko-KR" altLang="en-US" dirty="0"/>
              <a:t>결론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7E6FB-7E34-FB61-C12A-00F1FB8B2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507" y="2016369"/>
            <a:ext cx="9648719" cy="3774831"/>
          </a:xfrm>
        </p:spPr>
        <p:txBody>
          <a:bodyPr/>
          <a:lstStyle/>
          <a:p>
            <a:r>
              <a:rPr lang="ko-KR" altLang="en-US" dirty="0"/>
              <a:t>모든 </a:t>
            </a:r>
            <a:r>
              <a:rPr lang="ko-KR" altLang="en-US" dirty="0" err="1"/>
              <a:t>테스크에</a:t>
            </a:r>
            <a:r>
              <a:rPr lang="ko-KR" altLang="en-US" dirty="0"/>
              <a:t> 일반적 성능향상을 가져오지 않음</a:t>
            </a:r>
            <a:endParaRPr lang="en-US" altLang="ko-KR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altLang="ko-KR" dirty="0"/>
              <a:t>-</a:t>
            </a:r>
            <a:r>
              <a:rPr lang="ko-KR" altLang="en-US" dirty="0"/>
              <a:t> 라벨이 깊은 계층 구조를 이루고 있을 때 효과적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</a:t>
            </a:r>
            <a:r>
              <a:rPr lang="ko-KR" altLang="en-US" dirty="0"/>
              <a:t> 미세한 구분이 필요할 때 효과적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r>
              <a:rPr lang="en-US" dirty="0"/>
              <a:t>The Half plane model</a:t>
            </a:r>
            <a:r>
              <a:rPr lang="ko-KR" altLang="en-US" dirty="0"/>
              <a:t>을 사용하면 더 효과적이지 않을까 고민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11663014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793</TotalTime>
  <Words>134</Words>
  <Application>Microsoft Macintosh PowerPoint</Application>
  <PresentationFormat>Widescreen</PresentationFormat>
  <Paragraphs>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NanumGothic</vt:lpstr>
      <vt:lpstr>NimbusRomNo9L</vt:lpstr>
      <vt:lpstr>Arial</vt:lpstr>
      <vt:lpstr>Calibri</vt:lpstr>
      <vt:lpstr>Calibri Light</vt:lpstr>
      <vt:lpstr>Open Sans</vt:lpstr>
      <vt:lpstr>Tw Cen MT</vt:lpstr>
      <vt:lpstr>Custom Design</vt:lpstr>
      <vt:lpstr>Droplet</vt:lpstr>
      <vt:lpstr>Embedding Text  in Hyperbolic Spaces</vt:lpstr>
      <vt:lpstr>목차</vt:lpstr>
      <vt:lpstr>배경 지식</vt:lpstr>
      <vt:lpstr>Hyperbolic 이란?</vt:lpstr>
      <vt:lpstr>PowerPoint Presentation</vt:lpstr>
      <vt:lpstr>Poincare disk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쌍곡 함수</vt:lpstr>
      <vt:lpstr>쌍곡 함수</vt:lpstr>
      <vt:lpstr>PowerPoint Presentation</vt:lpstr>
      <vt:lpstr>연구 동향</vt:lpstr>
      <vt:lpstr>PowerPoint Presentation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hchang cho</dc:creator>
  <cp:lastModifiedBy>hchang cho</cp:lastModifiedBy>
  <cp:revision>4</cp:revision>
  <dcterms:created xsi:type="dcterms:W3CDTF">2023-08-19T23:16:22Z</dcterms:created>
  <dcterms:modified xsi:type="dcterms:W3CDTF">2023-08-20T12:29:49Z</dcterms:modified>
</cp:coreProperties>
</file>